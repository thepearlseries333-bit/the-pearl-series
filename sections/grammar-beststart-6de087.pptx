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4754880"/>
            <a:ext cx="12191695" cy="73152"/>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TextBox 3"/>
          <p:cNvSpPr txBox="1"/>
          <p:nvPr/>
        </p:nvSpPr>
        <p:spPr>
          <a:xfrm>
            <a:off x="914400" y="1280160"/>
            <a:ext cx="10332720" cy="3291840"/>
          </a:xfrm>
          <a:prstGeom prst="rect">
            <a:avLst/>
          </a:prstGeom>
          <a:noFill/>
        </p:spPr>
        <p:txBody>
          <a:bodyPr wrap="square" lIns="109728" rIns="109728" tIns="54864" bIns="54864" anchor="ctr">
            <a:spAutoFit/>
          </a:bodyPr>
          <a:lstStyle/>
          <a:p>
            <a:pPr algn="ctr" rtl="0"/>
            <a:r>
              <a:rPr sz="1600" b="1" i="0" lang="en-US">
                <a:solidFill>
                  <a:srgbClr val="C8922A"/>
                </a:solidFill>
                <a:latin typeface="Segoe UI"/>
              </a:rPr>
              <a:t>THE PEARL  ·  GRAMMAR</a:t>
            </a:r>
          </a:p>
          <a:p>
            <a:pPr algn="ctr" rtl="0"/>
            <a:r>
              <a:rPr sz="5400" b="1" i="0" lang="en-US">
                <a:solidFill>
                  <a:srgbClr val="FFFFFF"/>
                </a:solidFill>
                <a:latin typeface="Segoe UI"/>
              </a:rPr>
              <a:t>The Best Start Grammar</a:t>
            </a:r>
          </a:p>
          <a:p>
            <a:pPr algn="ctr" rtl="0"/>
            <a:r>
              <a:rPr sz="2400" b="0" i="0" lang="en-US">
                <a:solidFill>
                  <a:srgbClr val="DDE6F3"/>
                </a:solidFill>
                <a:latin typeface="Segoe UI"/>
              </a:rPr>
              <a:t>A Complete Grammar Foundation Course</a:t>
            </a:r>
          </a:p>
          <a:p>
            <a:pPr algn="ctr" rtl="1"/>
            <a:r>
              <a:rPr sz="2300" b="0" i="0" lang="ar-EG" altLang="en-US">
                <a:solidFill>
                  <a:srgbClr val="FFFFFF"/>
                </a:solidFill>
                <a:latin typeface="Traditional Arabic"/>
              </a:rPr>
              <a:t>مذكرة شاملة في قواعد اللغة الإنجليزية — شرح مبسّط · أمثلة محلولة · تدريبات متنوعة بالإجابات</a:t>
            </a:r>
          </a:p>
        </p:txBody>
      </p:sp>
      <p:sp>
        <p:nvSpPr>
          <p:cNvPr id="5" name="TextBox 4"/>
          <p:cNvSpPr txBox="1"/>
          <p:nvPr/>
        </p:nvSpPr>
        <p:spPr>
          <a:xfrm>
            <a:off x="914400" y="5029200"/>
            <a:ext cx="10332720" cy="1097280"/>
          </a:xfrm>
          <a:prstGeom prst="rect">
            <a:avLst/>
          </a:prstGeom>
          <a:noFill/>
        </p:spPr>
        <p:txBody>
          <a:bodyPr wrap="square" lIns="109728" rIns="109728" tIns="54864" bIns="54864" anchor="ctr">
            <a:spAutoFit/>
          </a:bodyPr>
          <a:lstStyle/>
          <a:p>
            <a:pPr algn="ctr" rtl="0"/>
            <a:r>
              <a:rPr sz="2200" b="1" i="0" lang="en-US">
                <a:solidFill>
                  <a:srgbClr val="FFFFFF"/>
                </a:solidFill>
                <a:latin typeface="Segoe UI"/>
              </a:rPr>
              <a:t>Prepared by  Mr. Youssef Osman</a:t>
            </a:r>
          </a:p>
          <a:p>
            <a:pPr algn="ctr" rtl="0"/>
            <a:r>
              <a:rPr sz="1800" b="0" i="0" lang="en-US">
                <a:solidFill>
                  <a:srgbClr val="C8922A"/>
                </a:solidFill>
                <a:latin typeface="Segoe UI"/>
              </a:rPr>
              <a:t>01000679764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F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TextBox 3"/>
          <p:cNvSpPr txBox="1"/>
          <p:nvPr/>
        </p:nvSpPr>
        <p:spPr>
          <a:xfrm>
            <a:off x="365760" y="73152"/>
            <a:ext cx="8412480" cy="822960"/>
          </a:xfrm>
          <a:prstGeom prst="rect">
            <a:avLst/>
          </a:prstGeom>
          <a:noFill/>
        </p:spPr>
        <p:txBody>
          <a:bodyPr wrap="square" lIns="109728" rIns="109728" tIns="54864" bIns="54864" anchor="ctr">
            <a:spAutoFit/>
          </a:bodyPr>
          <a:lstStyle/>
          <a:p>
            <a:pPr rtl="1" algn="r"/>
            <a:r>
              <a:rPr sz="2900" b="1" i="0" lang="ar-EG" altLang="en-US">
                <a:solidFill>
                  <a:srgbClr val="FFFFFF"/>
                </a:solidFill>
                <a:latin typeface="Traditional Arabic"/>
              </a:rPr>
              <a:t>CONTENTS — المحتويات</a:t>
            </a:r>
          </a:p>
          <a:p>
            <a:pPr rtl="0" algn="l"/>
            <a:r>
              <a:rPr sz="1400" b="0" i="0" lang="en-US">
                <a:solidFill>
                  <a:srgbClr val="DDE6F3"/>
                </a:solidFill>
                <a:latin typeface="Segoe UI"/>
              </a:rPr>
              <a:t>22 Units</a:t>
            </a:r>
          </a:p>
        </p:txBody>
      </p:sp>
      <p:sp>
        <p:nvSpPr>
          <p:cNvPr id="5" name="TextBox 4"/>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6" name="TextBox 5"/>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7" name="TextBox 6"/>
          <p:cNvSpPr txBox="1"/>
          <p:nvPr/>
        </p:nvSpPr>
        <p:spPr>
          <a:xfrm>
            <a:off x="45720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24609C"/>
                </a:solidFill>
                <a:latin typeface="Segoe UI"/>
              </a:rPr>
              <a:t>1.  </a:t>
            </a:r>
            <a:r>
              <a:rPr sz="1600" b="1" i="0" lang="en-US">
                <a:solidFill>
                  <a:srgbClr val="1C2333"/>
                </a:solidFill>
                <a:latin typeface="Segoe UI"/>
              </a:rPr>
              <a:t>The Articles: a / an</a:t>
            </a:r>
            <a:r>
              <a:rPr sz="1700" b="0" i="0" lang="ar-EG" altLang="en-US">
                <a:solidFill>
                  <a:srgbClr val="5B6478"/>
                </a:solidFill>
                <a:latin typeface="Traditional Arabic"/>
              </a:rPr>
              <a:t>   أدوات النكرة</a:t>
            </a:r>
          </a:p>
          <a:p>
            <a:pPr rtl="0" algn="l">
              <a:spcAft>
                <a:spcPts val="400"/>
              </a:spcAft>
            </a:pPr>
            <a:r>
              <a:rPr sz="1600" b="1" i="0" lang="en-US">
                <a:solidFill>
                  <a:srgbClr val="249C60"/>
                </a:solidFill>
                <a:latin typeface="Segoe UI"/>
              </a:rPr>
              <a:t>2.  </a:t>
            </a:r>
            <a:r>
              <a:rPr sz="1600" b="1" i="0" lang="en-US">
                <a:solidFill>
                  <a:srgbClr val="1C2333"/>
                </a:solidFill>
                <a:latin typeface="Segoe UI"/>
              </a:rPr>
              <a:t>The Plural</a:t>
            </a:r>
            <a:r>
              <a:rPr sz="1700" b="0" i="0" lang="ar-EG" altLang="en-US">
                <a:solidFill>
                  <a:srgbClr val="5B6478"/>
                </a:solidFill>
                <a:latin typeface="Traditional Arabic"/>
              </a:rPr>
              <a:t>   الجمع</a:t>
            </a:r>
          </a:p>
          <a:p>
            <a:pPr rtl="0" algn="l">
              <a:spcAft>
                <a:spcPts val="400"/>
              </a:spcAft>
            </a:pPr>
            <a:r>
              <a:rPr sz="1600" b="1" i="0" lang="en-US">
                <a:solidFill>
                  <a:srgbClr val="6A249C"/>
                </a:solidFill>
                <a:latin typeface="Segoe UI"/>
              </a:rPr>
              <a:t>3.  </a:t>
            </a:r>
            <a:r>
              <a:rPr sz="1600" b="1" i="0" lang="en-US">
                <a:solidFill>
                  <a:srgbClr val="1C2333"/>
                </a:solidFill>
                <a:latin typeface="Segoe UI"/>
              </a:rPr>
              <a:t>Punctuation Marks</a:t>
            </a:r>
            <a:r>
              <a:rPr sz="1700" b="0" i="0" lang="ar-EG" altLang="en-US">
                <a:solidFill>
                  <a:srgbClr val="5B6478"/>
                </a:solidFill>
                <a:latin typeface="Traditional Arabic"/>
              </a:rPr>
              <a:t>   علامات الترقيم</a:t>
            </a:r>
          </a:p>
          <a:p>
            <a:pPr rtl="0" algn="l">
              <a:spcAft>
                <a:spcPts val="400"/>
              </a:spcAft>
            </a:pPr>
            <a:r>
              <a:rPr sz="1600" b="1" i="0" lang="en-US">
                <a:solidFill>
                  <a:srgbClr val="9C244C"/>
                </a:solidFill>
                <a:latin typeface="Segoe UI"/>
              </a:rPr>
              <a:t>4.  </a:t>
            </a:r>
            <a:r>
              <a:rPr sz="1600" b="1" i="0" lang="en-US">
                <a:solidFill>
                  <a:srgbClr val="1C2333"/>
                </a:solidFill>
                <a:latin typeface="Segoe UI"/>
              </a:rPr>
              <a:t>Subject Pronouns &amp; Verb to be</a:t>
            </a:r>
            <a:r>
              <a:rPr sz="1700" b="0" i="0" lang="ar-EG" altLang="en-US">
                <a:solidFill>
                  <a:srgbClr val="5B6478"/>
                </a:solidFill>
                <a:latin typeface="Traditional Arabic"/>
              </a:rPr>
              <a:t>   ضمائر الفاعل وفعل الكون</a:t>
            </a:r>
          </a:p>
          <a:p>
            <a:pPr rtl="0" algn="l">
              <a:spcAft>
                <a:spcPts val="400"/>
              </a:spcAft>
            </a:pPr>
            <a:r>
              <a:rPr sz="1600" b="1" i="0" lang="en-US">
                <a:solidFill>
                  <a:srgbClr val="9C6024"/>
                </a:solidFill>
                <a:latin typeface="Segoe UI"/>
              </a:rPr>
              <a:t>5.  </a:t>
            </a:r>
            <a:r>
              <a:rPr sz="1600" b="1" i="0" lang="en-US">
                <a:solidFill>
                  <a:srgbClr val="1C2333"/>
                </a:solidFill>
                <a:latin typeface="Segoe UI"/>
              </a:rPr>
              <a:t>Greetings &amp; Personal Information</a:t>
            </a:r>
            <a:r>
              <a:rPr sz="1700" b="0" i="0" lang="ar-EG" altLang="en-US">
                <a:solidFill>
                  <a:srgbClr val="5B6478"/>
                </a:solidFill>
                <a:latin typeface="Traditional Arabic"/>
              </a:rPr>
              <a:t>   التحيات والمعلومات الشخصية</a:t>
            </a:r>
          </a:p>
          <a:p>
            <a:pPr rtl="0" algn="l">
              <a:spcAft>
                <a:spcPts val="400"/>
              </a:spcAft>
            </a:pPr>
            <a:r>
              <a:rPr sz="1600" b="1" i="0" lang="en-US">
                <a:solidFill>
                  <a:srgbClr val="249C24"/>
                </a:solidFill>
                <a:latin typeface="Segoe UI"/>
              </a:rPr>
              <a:t>6.  </a:t>
            </a:r>
            <a:r>
              <a:rPr sz="1600" b="1" i="0" lang="en-US">
                <a:solidFill>
                  <a:srgbClr val="1C2333"/>
                </a:solidFill>
                <a:latin typeface="Segoe UI"/>
              </a:rPr>
              <a:t>There is / There are</a:t>
            </a:r>
            <a:r>
              <a:rPr sz="1700" b="0" i="0" lang="ar-EG" altLang="en-US">
                <a:solidFill>
                  <a:srgbClr val="5B6478"/>
                </a:solidFill>
                <a:latin typeface="Traditional Arabic"/>
              </a:rPr>
              <a:t>   يوجد</a:t>
            </a:r>
          </a:p>
          <a:p>
            <a:pPr rtl="1" algn="r">
              <a:spcAft>
                <a:spcPts val="400"/>
              </a:spcAft>
            </a:pPr>
            <a:r>
              <a:rPr sz="1600" b="1" i="0" lang="en-US">
                <a:solidFill>
                  <a:srgbClr val="9C4224"/>
                </a:solidFill>
                <a:latin typeface="Segoe UI"/>
              </a:rPr>
              <a:t>7.  </a:t>
            </a:r>
            <a:r>
              <a:rPr sz="1600" b="1" i="0" lang="en-US">
                <a:solidFill>
                  <a:srgbClr val="1C2333"/>
                </a:solidFill>
                <a:latin typeface="Segoe UI"/>
              </a:rPr>
              <a:t>This / That</a:t>
            </a:r>
            <a:r>
              <a:rPr sz="1700" b="0" i="0" lang="ar-EG" altLang="en-US">
                <a:solidFill>
                  <a:srgbClr val="5B6478"/>
                </a:solidFill>
                <a:latin typeface="Traditional Arabic"/>
              </a:rPr>
              <a:t>   أسماء الإشارة للمفرد</a:t>
            </a:r>
          </a:p>
          <a:p>
            <a:pPr rtl="1" algn="r">
              <a:spcAft>
                <a:spcPts val="400"/>
              </a:spcAft>
            </a:pPr>
            <a:r>
              <a:rPr sz="1600" b="1" i="0" lang="en-US">
                <a:solidFill>
                  <a:srgbClr val="247E9C"/>
                </a:solidFill>
                <a:latin typeface="Segoe UI"/>
              </a:rPr>
              <a:t>8.  </a:t>
            </a:r>
            <a:r>
              <a:rPr sz="1600" b="1" i="0" lang="en-US">
                <a:solidFill>
                  <a:srgbClr val="1C2333"/>
                </a:solidFill>
                <a:latin typeface="Segoe UI"/>
              </a:rPr>
              <a:t>These / Those</a:t>
            </a:r>
            <a:r>
              <a:rPr sz="1700" b="0" i="0" lang="ar-EG" altLang="en-US">
                <a:solidFill>
                  <a:srgbClr val="5B6478"/>
                </a:solidFill>
                <a:latin typeface="Traditional Arabic"/>
              </a:rPr>
              <a:t>   أسماء الإشارة للجمع</a:t>
            </a:r>
          </a:p>
          <a:p>
            <a:pPr rtl="0" algn="l">
              <a:spcAft>
                <a:spcPts val="400"/>
              </a:spcAft>
            </a:pPr>
            <a:r>
              <a:rPr sz="1600" b="1" i="0" lang="en-US">
                <a:solidFill>
                  <a:srgbClr val="9C7E24"/>
                </a:solidFill>
                <a:latin typeface="Segoe UI"/>
              </a:rPr>
              <a:t>9.  </a:t>
            </a:r>
            <a:r>
              <a:rPr sz="1600" b="1" i="0" lang="en-US">
                <a:solidFill>
                  <a:srgbClr val="1C2333"/>
                </a:solidFill>
                <a:latin typeface="Segoe UI"/>
              </a:rPr>
              <a:t>Prepositions of Time (in – on – at)</a:t>
            </a:r>
            <a:r>
              <a:rPr sz="1700" b="0" i="0" lang="ar-EG" altLang="en-US">
                <a:solidFill>
                  <a:srgbClr val="5B6478"/>
                </a:solidFill>
                <a:latin typeface="Traditional Arabic"/>
              </a:rPr>
              <a:t>   حروف جر الزمان</a:t>
            </a:r>
          </a:p>
          <a:p>
            <a:pPr rtl="0" algn="l">
              <a:spcAft>
                <a:spcPts val="400"/>
              </a:spcAft>
            </a:pPr>
            <a:r>
              <a:rPr sz="1600" b="1" i="0" lang="en-US">
                <a:solidFill>
                  <a:srgbClr val="4C249C"/>
                </a:solidFill>
                <a:latin typeface="Segoe UI"/>
              </a:rPr>
              <a:t>10.  </a:t>
            </a:r>
            <a:r>
              <a:rPr sz="1600" b="1" i="0" lang="en-US">
                <a:solidFill>
                  <a:srgbClr val="1C2333"/>
                </a:solidFill>
                <a:latin typeface="Segoe UI"/>
              </a:rPr>
              <a:t>Verb to have (have / has)</a:t>
            </a:r>
            <a:r>
              <a:rPr sz="1700" b="0" i="0" lang="ar-EG" altLang="en-US">
                <a:solidFill>
                  <a:srgbClr val="5B6478"/>
                </a:solidFill>
                <a:latin typeface="Traditional Arabic"/>
              </a:rPr>
              <a:t>   فعل الامتلاك</a:t>
            </a:r>
          </a:p>
          <a:p>
            <a:pPr rtl="0" algn="l">
              <a:spcAft>
                <a:spcPts val="400"/>
              </a:spcAft>
            </a:pPr>
            <a:r>
              <a:rPr sz="1600" b="1" i="0" lang="en-US">
                <a:solidFill>
                  <a:srgbClr val="9C249C"/>
                </a:solidFill>
                <a:latin typeface="Segoe UI"/>
              </a:rPr>
              <a:t>11.  </a:t>
            </a:r>
            <a:r>
              <a:rPr sz="1600" b="1" i="0" lang="en-US">
                <a:solidFill>
                  <a:srgbClr val="1C2333"/>
                </a:solidFill>
                <a:latin typeface="Segoe UI"/>
              </a:rPr>
              <a:t>Pronouns</a:t>
            </a:r>
            <a:r>
              <a:rPr sz="1700" b="0" i="0" lang="ar-EG" altLang="en-US">
                <a:solidFill>
                  <a:srgbClr val="5B6478"/>
                </a:solidFill>
                <a:latin typeface="Traditional Arabic"/>
              </a:rPr>
              <a:t>   الضمائر</a:t>
            </a:r>
          </a:p>
        </p:txBody>
      </p:sp>
      <p:sp>
        <p:nvSpPr>
          <p:cNvPr id="8" name="TextBox 7"/>
          <p:cNvSpPr txBox="1"/>
          <p:nvPr/>
        </p:nvSpPr>
        <p:spPr>
          <a:xfrm>
            <a:off x="6217920" y="1188720"/>
            <a:ext cx="5577840" cy="5120640"/>
          </a:xfrm>
          <a:prstGeom prst="rect">
            <a:avLst/>
          </a:prstGeom>
          <a:noFill/>
        </p:spPr>
        <p:txBody>
          <a:bodyPr wrap="square" lIns="109728" rIns="109728" tIns="54864" bIns="54864" anchor="t">
            <a:spAutoFit/>
          </a:bodyPr>
          <a:lstStyle/>
          <a:p>
            <a:pPr rtl="0" algn="l">
              <a:spcAft>
                <a:spcPts val="400"/>
              </a:spcAft>
            </a:pPr>
            <a:r>
              <a:rPr sz="1600" b="1" i="0" lang="en-US">
                <a:solidFill>
                  <a:srgbClr val="9C2460"/>
                </a:solidFill>
                <a:latin typeface="Segoe UI"/>
              </a:rPr>
              <a:t>12.  </a:t>
            </a:r>
            <a:r>
              <a:rPr sz="1600" b="1" i="0" lang="en-US">
                <a:solidFill>
                  <a:srgbClr val="1C2333"/>
                </a:solidFill>
                <a:latin typeface="Segoe UI"/>
              </a:rPr>
              <a:t>Like + v-ing / to + inf.</a:t>
            </a:r>
            <a:r>
              <a:rPr sz="1700" b="0" i="0" lang="ar-EG" altLang="en-US">
                <a:solidFill>
                  <a:srgbClr val="5B6478"/>
                </a:solidFill>
                <a:latin typeface="Traditional Arabic"/>
              </a:rPr>
              <a:t>   فعل الإعجاب</a:t>
            </a:r>
          </a:p>
          <a:p>
            <a:pPr rtl="1" algn="r">
              <a:spcAft>
                <a:spcPts val="400"/>
              </a:spcAft>
            </a:pPr>
            <a:r>
              <a:rPr sz="1600" b="1" i="0" lang="en-US">
                <a:solidFill>
                  <a:srgbClr val="249C9C"/>
                </a:solidFill>
                <a:latin typeface="Segoe UI"/>
              </a:rPr>
              <a:t>13.  </a:t>
            </a:r>
            <a:r>
              <a:rPr sz="1600" b="1" i="0" lang="en-US">
                <a:solidFill>
                  <a:srgbClr val="1C2333"/>
                </a:solidFill>
                <a:latin typeface="Segoe UI"/>
              </a:rPr>
              <a:t>How much / How many</a:t>
            </a:r>
            <a:r>
              <a:rPr sz="1700" b="0" i="0" lang="ar-EG" altLang="en-US">
                <a:solidFill>
                  <a:srgbClr val="5B6478"/>
                </a:solidFill>
                <a:latin typeface="Traditional Arabic"/>
              </a:rPr>
              <a:t>   السؤال عن العدد والثمن</a:t>
            </a:r>
          </a:p>
          <a:p>
            <a:pPr rtl="0" algn="l">
              <a:spcAft>
                <a:spcPts val="400"/>
              </a:spcAft>
            </a:pPr>
            <a:r>
              <a:rPr sz="1600" b="1" i="0" lang="en-US">
                <a:solidFill>
                  <a:srgbClr val="9C2424"/>
                </a:solidFill>
                <a:latin typeface="Segoe UI"/>
              </a:rPr>
              <a:t>14.  </a:t>
            </a:r>
            <a:r>
              <a:rPr sz="1600" b="1" i="0" lang="en-US">
                <a:solidFill>
                  <a:srgbClr val="1C2333"/>
                </a:solidFill>
                <a:latin typeface="Segoe UI"/>
              </a:rPr>
              <a:t>Verb to be in the past (was / were)</a:t>
            </a:r>
            <a:r>
              <a:rPr sz="1700" b="0" i="0" lang="ar-EG" altLang="en-US">
                <a:solidFill>
                  <a:srgbClr val="5B6478"/>
                </a:solidFill>
                <a:latin typeface="Traditional Arabic"/>
              </a:rPr>
              <a:t>   فعل الكون في الماضي</a:t>
            </a:r>
          </a:p>
          <a:p>
            <a:pPr rtl="0" algn="l">
              <a:spcAft>
                <a:spcPts val="400"/>
              </a:spcAft>
            </a:pPr>
            <a:r>
              <a:rPr sz="1600" b="1" i="0" lang="en-US">
                <a:solidFill>
                  <a:srgbClr val="4C9C24"/>
                </a:solidFill>
                <a:latin typeface="Segoe UI"/>
              </a:rPr>
              <a:t>15.  </a:t>
            </a:r>
            <a:r>
              <a:rPr sz="1600" b="1" i="0" lang="en-US">
                <a:solidFill>
                  <a:srgbClr val="1C2333"/>
                </a:solidFill>
                <a:latin typeface="Segoe UI"/>
              </a:rPr>
              <a:t>Writing: A paragraph about an animal or a bird</a:t>
            </a:r>
            <a:r>
              <a:rPr sz="1700" b="0" i="0" lang="ar-EG" altLang="en-US">
                <a:solidFill>
                  <a:srgbClr val="5B6478"/>
                </a:solidFill>
                <a:latin typeface="Traditional Arabic"/>
              </a:rPr>
              <a:t>   كيف تكتب براجراف عن حيوان أو طائر</a:t>
            </a:r>
          </a:p>
          <a:p>
            <a:pPr rtl="0" algn="l">
              <a:spcAft>
                <a:spcPts val="400"/>
              </a:spcAft>
            </a:pPr>
            <a:r>
              <a:rPr sz="1600" b="1" i="0" lang="en-US">
                <a:solidFill>
                  <a:srgbClr val="7E249C"/>
                </a:solidFill>
                <a:latin typeface="Segoe UI"/>
              </a:rPr>
              <a:t>16.  </a:t>
            </a:r>
            <a:r>
              <a:rPr sz="1600" b="1" i="0" lang="en-US">
                <a:solidFill>
                  <a:srgbClr val="1C2333"/>
                </a:solidFill>
                <a:latin typeface="Segoe UI"/>
              </a:rPr>
              <a:t>Comparative &amp; Superlative Adjectives</a:t>
            </a:r>
            <a:r>
              <a:rPr sz="1700" b="0" i="0" lang="ar-EG" altLang="en-US">
                <a:solidFill>
                  <a:srgbClr val="5B6478"/>
                </a:solidFill>
                <a:latin typeface="Traditional Arabic"/>
              </a:rPr>
              <a:t>   صفات المقارنة والتفضيل</a:t>
            </a:r>
          </a:p>
          <a:p>
            <a:pPr rtl="1" algn="r">
              <a:spcAft>
                <a:spcPts val="400"/>
              </a:spcAft>
            </a:pPr>
            <a:r>
              <a:rPr sz="1600" b="1" i="0" lang="en-US">
                <a:solidFill>
                  <a:srgbClr val="249C7E"/>
                </a:solidFill>
                <a:latin typeface="Segoe UI"/>
              </a:rPr>
              <a:t>17.  </a:t>
            </a:r>
            <a:r>
              <a:rPr sz="1600" b="1" i="0" lang="en-US">
                <a:solidFill>
                  <a:srgbClr val="1C2333"/>
                </a:solidFill>
                <a:latin typeface="Segoe UI"/>
              </a:rPr>
              <a:t>Can</a:t>
            </a:r>
            <a:r>
              <a:rPr sz="1700" b="0" i="0" lang="ar-EG" altLang="en-US">
                <a:solidFill>
                  <a:srgbClr val="5B6478"/>
                </a:solidFill>
                <a:latin typeface="Traditional Arabic"/>
              </a:rPr>
              <a:t>   فعل الاستطاعة</a:t>
            </a:r>
          </a:p>
          <a:p>
            <a:pPr rtl="0" algn="l">
              <a:spcAft>
                <a:spcPts val="400"/>
              </a:spcAft>
            </a:pPr>
            <a:r>
              <a:rPr sz="1600" b="1" i="0" lang="en-US">
                <a:solidFill>
                  <a:srgbClr val="24749C"/>
                </a:solidFill>
                <a:latin typeface="Segoe UI"/>
              </a:rPr>
              <a:t>18.  </a:t>
            </a:r>
            <a:r>
              <a:rPr sz="1600" b="1" i="0" lang="en-US">
                <a:solidFill>
                  <a:srgbClr val="1C2333"/>
                </a:solidFill>
                <a:latin typeface="Segoe UI"/>
              </a:rPr>
              <a:t>The Present Simple Tense</a:t>
            </a:r>
            <a:r>
              <a:rPr sz="1700" b="0" i="0" lang="ar-EG" altLang="en-US">
                <a:solidFill>
                  <a:srgbClr val="5B6478"/>
                </a:solidFill>
                <a:latin typeface="Traditional Arabic"/>
              </a:rPr>
              <a:t>   زمن المضارع البسيط</a:t>
            </a:r>
          </a:p>
          <a:p>
            <a:pPr rtl="0" algn="l">
              <a:spcAft>
                <a:spcPts val="400"/>
              </a:spcAft>
            </a:pPr>
            <a:r>
              <a:rPr sz="1600" b="1" i="0" lang="en-US">
                <a:solidFill>
                  <a:srgbClr val="249C88"/>
                </a:solidFill>
                <a:latin typeface="Segoe UI"/>
              </a:rPr>
              <a:t>19.  </a:t>
            </a:r>
            <a:r>
              <a:rPr sz="1600" b="1" i="0" lang="en-US">
                <a:solidFill>
                  <a:srgbClr val="1C2333"/>
                </a:solidFill>
                <a:latin typeface="Segoe UI"/>
              </a:rPr>
              <a:t>The Present Continuous Tense</a:t>
            </a:r>
            <a:r>
              <a:rPr sz="1700" b="0" i="0" lang="ar-EG" altLang="en-US">
                <a:solidFill>
                  <a:srgbClr val="5B6478"/>
                </a:solidFill>
                <a:latin typeface="Traditional Arabic"/>
              </a:rPr>
              <a:t>   زمن المضارع المستمر</a:t>
            </a:r>
          </a:p>
          <a:p>
            <a:pPr rtl="0" algn="l">
              <a:spcAft>
                <a:spcPts val="400"/>
              </a:spcAft>
            </a:pPr>
            <a:r>
              <a:rPr sz="1600" b="1" i="0" lang="en-US">
                <a:solidFill>
                  <a:srgbClr val="9C5624"/>
                </a:solidFill>
                <a:latin typeface="Segoe UI"/>
              </a:rPr>
              <a:t>20.  </a:t>
            </a:r>
            <a:r>
              <a:rPr sz="1600" b="1" i="0" lang="en-US">
                <a:solidFill>
                  <a:srgbClr val="1C2333"/>
                </a:solidFill>
                <a:latin typeface="Segoe UI"/>
              </a:rPr>
              <a:t>Irregular Verbs</a:t>
            </a:r>
            <a:r>
              <a:rPr sz="1700" b="0" i="0" lang="ar-EG" altLang="en-US">
                <a:solidFill>
                  <a:srgbClr val="5B6478"/>
                </a:solidFill>
                <a:latin typeface="Traditional Arabic"/>
              </a:rPr>
              <a:t>   الأفعال الشاذة</a:t>
            </a:r>
          </a:p>
          <a:p>
            <a:pPr rtl="0" algn="l">
              <a:spcAft>
                <a:spcPts val="400"/>
              </a:spcAft>
            </a:pPr>
            <a:r>
              <a:rPr sz="1600" b="1" i="0" lang="en-US">
                <a:solidFill>
                  <a:srgbClr val="9C242E"/>
                </a:solidFill>
                <a:latin typeface="Segoe UI"/>
              </a:rPr>
              <a:t>21.  </a:t>
            </a:r>
            <a:r>
              <a:rPr sz="1600" b="1" i="0" lang="en-US">
                <a:solidFill>
                  <a:srgbClr val="1C2333"/>
                </a:solidFill>
                <a:latin typeface="Segoe UI"/>
              </a:rPr>
              <a:t>The Past Simple Tense</a:t>
            </a:r>
            <a:r>
              <a:rPr sz="1700" b="0" i="0" lang="ar-EG" altLang="en-US">
                <a:solidFill>
                  <a:srgbClr val="5B6478"/>
                </a:solidFill>
                <a:latin typeface="Traditional Arabic"/>
              </a:rPr>
              <a:t>   زمن الماضي البسيط</a:t>
            </a:r>
          </a:p>
          <a:p>
            <a:pPr rtl="1" algn="r">
              <a:spcAft>
                <a:spcPts val="400"/>
              </a:spcAft>
            </a:pPr>
            <a:r>
              <a:rPr sz="1600" b="1" i="0" lang="en-US">
                <a:solidFill>
                  <a:srgbClr val="249C38"/>
                </a:solidFill>
                <a:latin typeface="Segoe UI"/>
              </a:rPr>
              <a:t>22.  </a:t>
            </a:r>
            <a:r>
              <a:rPr sz="1600" b="1" i="0" lang="en-US">
                <a:solidFill>
                  <a:srgbClr val="1C2333"/>
                </a:solidFill>
                <a:latin typeface="Segoe UI"/>
              </a:rPr>
              <a:t>Should</a:t>
            </a:r>
            <a:r>
              <a:rPr sz="1700" b="0" i="0" lang="ar-EG" altLang="en-US">
                <a:solidFill>
                  <a:srgbClr val="5B6478"/>
                </a:solidFill>
                <a:latin typeface="Traditional Arabic"/>
              </a:rPr>
              <a:t>   فعل النصيحة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a:t>
            </a:r>
          </a:p>
          <a:p>
            <a:pPr algn="ctr" rtl="0"/>
            <a:r>
              <a:rPr sz="4600" b="1" i="0" lang="en-US">
                <a:solidFill>
                  <a:srgbClr val="FFFFFF"/>
                </a:solidFill>
                <a:latin typeface="Segoe UI"/>
              </a:rPr>
              <a:t>The Articles: a / an</a:t>
            </a:r>
          </a:p>
          <a:p>
            <a:pPr algn="ctr" rtl="1"/>
            <a:r>
              <a:rPr sz="2900" b="0" i="0" lang="ar-EG" altLang="en-US">
                <a:solidFill>
                  <a:srgbClr val="FFFFFF"/>
                </a:solidFill>
                <a:latin typeface="Traditional Arabic"/>
              </a:rPr>
              <a:t>أدوات النكرة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5B94"/>
                </a:solidFill>
                <a:latin typeface="Segoe UI"/>
              </a:rPr>
              <a:t>▶ a + consonant sound</a:t>
            </a:r>
          </a:p>
          <a:p>
            <a:pPr rtl="1" algn="r">
              <a:spcAft>
                <a:spcPts val="600"/>
              </a:spcAft>
            </a:pPr>
            <a:r>
              <a:rPr sz="2100" b="0" i="0" lang="ar-EG" altLang="en-US">
                <a:solidFill>
                  <a:srgbClr val="1C2333"/>
                </a:solidFill>
                <a:latin typeface="Traditional Arabic"/>
              </a:rPr>
              <a:t>تأتي (a) قبل الاسم المفرد الذي يبدأ بصوت ساكن (حرف غير متحرك).</a:t>
            </a:r>
          </a:p>
          <a:p>
            <a:pPr rtl="0" algn="l">
              <a:spcAft>
                <a:spcPts val="600"/>
              </a:spcAft>
            </a:pPr>
            <a:r>
              <a:rPr sz="2000" b="1" i="0" lang="en-US">
                <a:solidFill>
                  <a:srgbClr val="225B94"/>
                </a:solidFill>
                <a:latin typeface="Segoe UI"/>
              </a:rPr>
              <a:t>▶ an + vowel sound (a - e - i - o - u)</a:t>
            </a:r>
          </a:p>
          <a:p>
            <a:pPr rtl="1" algn="r">
              <a:spcAft>
                <a:spcPts val="600"/>
              </a:spcAft>
            </a:pPr>
            <a:r>
              <a:rPr sz="2100" b="0" i="0" lang="ar-EG" altLang="en-US">
                <a:solidFill>
                  <a:srgbClr val="1C2333"/>
                </a:solidFill>
                <a:latin typeface="Traditional Arabic"/>
              </a:rPr>
              <a:t>    تأتي (an) قبل الاسم المفرد الذي يبدأ بصوت متحرك، والحروف المتحركة هي: a - e - i - o - u</a:t>
            </a:r>
          </a:p>
          <a:p>
            <a:pPr rtl="0" algn="l">
              <a:spcAft>
                <a:spcPts val="600"/>
              </a:spcAft>
            </a:pPr>
            <a:r>
              <a:rPr sz="1700" b="0" i="1" lang="en-US">
                <a:solidFill>
                  <a:srgbClr val="5B6478"/>
                </a:solidFill>
                <a:latin typeface="Segoe UI"/>
              </a:rPr>
              <a:t>   e.g. a horse – a doctor – a pen | an orange – an egg – an umbrella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5B94"/>
                          </a:solidFill>
                          <a:latin typeface="Segoe UI"/>
                        </a:rPr>
                        <a:t>a horse</a:t>
                      </a:r>
                    </a:p>
                  </a:txBody>
                  <a:tcPr>
                    <a:solidFill>
                      <a:srgbClr val="FFFFFF"/>
                    </a:solidFill>
                  </a:tcPr>
                </a:tc>
                <a:tc>
                  <a:txBody>
                    <a:bodyPr/>
                    <a:lstStyle/>
                    <a:p>
                      <a:pPr rtl="1" algn="r"/>
                      <a:r>
                        <a:rPr sz="1700" b="0" i="0" lang="ar-EG" altLang="en-US">
                          <a:solidFill>
                            <a:srgbClr val="1C2333"/>
                          </a:solidFill>
                          <a:latin typeface="Traditional Arabic"/>
                        </a:rPr>
                        <a:t>حصان</a:t>
                      </a:r>
                    </a:p>
                  </a:txBody>
                  <a:tcPr>
                    <a:solidFill>
                      <a:srgbClr val="FFFFFF"/>
                    </a:solidFill>
                  </a:tcPr>
                </a:tc>
                <a:tc>
                  <a:txBody>
                    <a:bodyPr/>
                    <a:lstStyle/>
                    <a:p>
                      <a:pPr rtl="0" algn="l"/>
                      <a:r>
                        <a:rPr sz="1500" b="1" i="0" lang="en-US">
                          <a:solidFill>
                            <a:srgbClr val="225B94"/>
                          </a:solidFill>
                          <a:latin typeface="Segoe UI"/>
                        </a:rPr>
                        <a:t>a 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225B94"/>
                          </a:solidFill>
                          <a:latin typeface="Segoe UI"/>
                        </a:rPr>
                        <a:t>a table</a:t>
                      </a:r>
                    </a:p>
                  </a:txBody>
                  <a:tcPr>
                    <a:solidFill>
                      <a:srgbClr val="FFFFFF"/>
                    </a:solidFill>
                  </a:tcPr>
                </a:tc>
                <a:tc>
                  <a:txBody>
                    <a:bodyPr/>
                    <a:lstStyle/>
                    <a:p>
                      <a:pPr rtl="1" algn="r"/>
                      <a:r>
                        <a:rPr sz="1700" b="0" i="0" lang="ar-EG" altLang="en-US">
                          <a:solidFill>
                            <a:srgbClr val="1C2333"/>
                          </a:solidFill>
                          <a:latin typeface="Traditional Arabic"/>
                        </a:rPr>
                        <a:t>منضدة</a:t>
                      </a:r>
                    </a:p>
                  </a:txBody>
                  <a:tcPr>
                    <a:solidFill>
                      <a:srgbClr val="FFFFFF"/>
                    </a:solidFill>
                  </a:tcPr>
                </a:tc>
              </a:tr>
              <a:tr h="384048">
                <a:tc>
                  <a:txBody>
                    <a:bodyPr/>
                    <a:lstStyle/>
                    <a:p>
                      <a:pPr rtl="0" algn="l"/>
                      <a:r>
                        <a:rPr sz="1500" b="1" i="0" lang="en-US">
                          <a:solidFill>
                            <a:srgbClr val="225B94"/>
                          </a:solidFill>
                          <a:latin typeface="Segoe UI"/>
                        </a:rPr>
                        <a:t>an orange</a:t>
                      </a:r>
                    </a:p>
                  </a:txBody>
                  <a:tcPr>
                    <a:solidFill>
                      <a:srgbClr val="EEF3FA"/>
                    </a:solidFill>
                  </a:tcPr>
                </a:tc>
                <a:tc>
                  <a:txBody>
                    <a:bodyPr/>
                    <a:lstStyle/>
                    <a:p>
                      <a:pPr rtl="1" algn="r"/>
                      <a:r>
                        <a:rPr sz="1700" b="0" i="0" lang="ar-EG" altLang="en-US">
                          <a:solidFill>
                            <a:srgbClr val="1C2333"/>
                          </a:solidFill>
                          <a:latin typeface="Traditional Arabic"/>
                        </a:rPr>
                        <a:t>برتقالة</a:t>
                      </a:r>
                    </a:p>
                  </a:txBody>
                  <a:tcPr>
                    <a:solidFill>
                      <a:srgbClr val="EEF3FA"/>
                    </a:solidFill>
                  </a:tcPr>
                </a:tc>
                <a:tc>
                  <a:txBody>
                    <a:bodyPr/>
                    <a:lstStyle/>
                    <a:p>
                      <a:pPr rtl="0" algn="l"/>
                      <a:r>
                        <a:rPr sz="1500" b="1" i="0" lang="en-US">
                          <a:solidFill>
                            <a:srgbClr val="225B94"/>
                          </a:solidFill>
                          <a:latin typeface="Segoe UI"/>
                        </a:rPr>
                        <a:t>an egg</a:t>
                      </a:r>
                    </a:p>
                  </a:txBody>
                  <a:tcPr>
                    <a:solidFill>
                      <a:srgbClr val="EEF3FA"/>
                    </a:solidFill>
                  </a:tcPr>
                </a:tc>
                <a:tc>
                  <a:txBody>
                    <a:bodyPr/>
                    <a:lstStyle/>
                    <a:p>
                      <a:pPr rtl="1" algn="r"/>
                      <a:r>
                        <a:rPr sz="1700" b="0" i="0" lang="ar-EG" altLang="en-US">
                          <a:solidFill>
                            <a:srgbClr val="1C2333"/>
                          </a:solidFill>
                          <a:latin typeface="Traditional Arabic"/>
                        </a:rPr>
                        <a:t>بيضة</a:t>
                      </a:r>
                    </a:p>
                  </a:txBody>
                  <a:tcPr>
                    <a:solidFill>
                      <a:srgbClr val="EEF3FA"/>
                    </a:solidFill>
                  </a:tcPr>
                </a:tc>
                <a:tc>
                  <a:txBody>
                    <a:bodyPr/>
                    <a:lstStyle/>
                    <a:p>
                      <a:pPr rtl="0" algn="l"/>
                      <a:r>
                        <a:rPr sz="1500" b="1" i="0" lang="en-US">
                          <a:solidFill>
                            <a:srgbClr val="225B94"/>
                          </a:solidFill>
                          <a:latin typeface="Segoe UI"/>
                        </a:rPr>
                        <a:t>an engineer</a:t>
                      </a:r>
                    </a:p>
                  </a:txBody>
                  <a:tcPr>
                    <a:solidFill>
                      <a:srgbClr val="EEF3FA"/>
                    </a:solidFill>
                  </a:tcPr>
                </a:tc>
                <a:tc>
                  <a:txBody>
                    <a:bodyPr/>
                    <a:lstStyle/>
                    <a:p>
                      <a:pPr rtl="1" algn="r"/>
                      <a:r>
                        <a:rPr sz="1700" b="0" i="0" lang="ar-EG" altLang="en-US">
                          <a:solidFill>
                            <a:srgbClr val="1C2333"/>
                          </a:solidFill>
                          <a:latin typeface="Traditional Arabic"/>
                        </a:rPr>
                        <a:t>مهندس</a:t>
                      </a:r>
                    </a:p>
                  </a:txBody>
                  <a:tcPr>
                    <a:solidFill>
                      <a:srgbClr val="EEF3FA"/>
                    </a:solidFill>
                  </a:tcPr>
                </a:tc>
              </a:tr>
              <a:tr h="384048">
                <a:tc>
                  <a:txBody>
                    <a:bodyPr/>
                    <a:lstStyle/>
                    <a:p>
                      <a:pPr rtl="0" algn="l"/>
                      <a:r>
                        <a:rPr sz="1500" b="1" i="0" lang="en-US">
                          <a:solidFill>
                            <a:srgbClr val="225B94"/>
                          </a:solidFill>
                          <a:latin typeface="Segoe UI"/>
                        </a:rPr>
                        <a:t>a doctor</a:t>
                      </a:r>
                    </a:p>
                  </a:txBody>
                  <a:tcPr>
                    <a:solidFill>
                      <a:srgbClr val="FFFFFF"/>
                    </a:solidFill>
                  </a:tcPr>
                </a:tc>
                <a:tc>
                  <a:txBody>
                    <a:bodyPr/>
                    <a:lstStyle/>
                    <a:p>
                      <a:pPr rtl="1" algn="r"/>
                      <a:r>
                        <a:rPr sz="1700" b="0" i="0" lang="ar-EG" altLang="en-US">
                          <a:solidFill>
                            <a:srgbClr val="1C2333"/>
                          </a:solidFill>
                          <a:latin typeface="Traditional Arabic"/>
                        </a:rPr>
                        <a:t>طبيب</a:t>
                      </a:r>
                    </a:p>
                  </a:txBody>
                  <a:tcPr>
                    <a:solidFill>
                      <a:srgbClr val="FFFFFF"/>
                    </a:solidFill>
                  </a:tcPr>
                </a:tc>
                <a:tc>
                  <a:txBody>
                    <a:bodyPr/>
                    <a:lstStyle/>
                    <a:p>
                      <a:pPr rtl="0" algn="l"/>
                      <a:r>
                        <a:rPr sz="1500" b="1" i="0" lang="en-US">
                          <a:solidFill>
                            <a:srgbClr val="225B94"/>
                          </a:solidFill>
                          <a:latin typeface="Segoe UI"/>
                        </a:rPr>
                        <a:t>a teacher</a:t>
                      </a:r>
                    </a:p>
                  </a:txBody>
                  <a:tcPr>
                    <a:solidFill>
                      <a:srgbClr val="FFFFFF"/>
                    </a:solidFill>
                  </a:tcPr>
                </a:tc>
                <a:tc>
                  <a:txBody>
                    <a:bodyPr/>
                    <a:lstStyle/>
                    <a:p>
                      <a:pPr rtl="1" algn="r"/>
                      <a:r>
                        <a:rPr sz="1700" b="0" i="0" lang="ar-EG" altLang="en-US">
                          <a:solidFill>
                            <a:srgbClr val="1C2333"/>
                          </a:solidFill>
                          <a:latin typeface="Traditional Arabic"/>
                        </a:rPr>
                        <a:t>معلم</a:t>
                      </a:r>
                    </a:p>
                  </a:txBody>
                  <a:tcPr>
                    <a:solidFill>
                      <a:srgbClr val="FFFFFF"/>
                    </a:solidFill>
                  </a:tcPr>
                </a:tc>
                <a:tc>
                  <a:txBody>
                    <a:bodyPr/>
                    <a:lstStyle/>
                    <a:p>
                      <a:pPr rtl="0" algn="l"/>
                      <a:r>
                        <a:rPr sz="1500" b="1" i="0" lang="en-US">
                          <a:solidFill>
                            <a:srgbClr val="225B94"/>
                          </a:solidFill>
                          <a:latin typeface="Segoe UI"/>
                        </a:rPr>
                        <a:t>a nurse</a:t>
                      </a:r>
                    </a:p>
                  </a:txBody>
                  <a:tcPr>
                    <a:solidFill>
                      <a:srgbClr val="FFFFFF"/>
                    </a:solidFill>
                  </a:tcPr>
                </a:tc>
                <a:tc>
                  <a:txBody>
                    <a:bodyPr/>
                    <a:lstStyle/>
                    <a:p>
                      <a:pPr rtl="1" algn="r"/>
                      <a:r>
                        <a:rPr sz="1700" b="0" i="0" lang="ar-EG" altLang="en-US">
                          <a:solidFill>
                            <a:srgbClr val="1C2333"/>
                          </a:solidFill>
                          <a:latin typeface="Traditional Arabic"/>
                        </a:rPr>
                        <a:t>ممرضة</a:t>
                      </a:r>
                    </a:p>
                  </a:txBody>
                  <a:tcPr>
                    <a:solidFill>
                      <a:srgbClr val="FFFFFF"/>
                    </a:solidFill>
                  </a:tcPr>
                </a:tc>
              </a:tr>
              <a:tr h="384048">
                <a:tc>
                  <a:txBody>
                    <a:bodyPr/>
                    <a:lstStyle/>
                    <a:p>
                      <a:pPr rtl="0" algn="l"/>
                      <a:r>
                        <a:rPr sz="1500" b="1" i="0" lang="en-US">
                          <a:solidFill>
                            <a:srgbClr val="225B94"/>
                          </a:solidFill>
                          <a:latin typeface="Segoe UI"/>
                        </a:rPr>
                        <a:t>an ant</a:t>
                      </a:r>
                    </a:p>
                  </a:txBody>
                  <a:tcPr>
                    <a:solidFill>
                      <a:srgbClr val="EEF3FA"/>
                    </a:solidFill>
                  </a:tcPr>
                </a:tc>
                <a:tc>
                  <a:txBody>
                    <a:bodyPr/>
                    <a:lstStyle/>
                    <a:p>
                      <a:pPr rtl="1" algn="r"/>
                      <a:r>
                        <a:rPr sz="1700" b="0" i="0" lang="ar-EG" altLang="en-US">
                          <a:solidFill>
                            <a:srgbClr val="1C2333"/>
                          </a:solidFill>
                          <a:latin typeface="Traditional Arabic"/>
                        </a:rPr>
                        <a:t>نملة</a:t>
                      </a:r>
                    </a:p>
                  </a:txBody>
                  <a:tcPr>
                    <a:solidFill>
                      <a:srgbClr val="EEF3FA"/>
                    </a:solidFill>
                  </a:tcPr>
                </a:tc>
                <a:tc>
                  <a:txBody>
                    <a:bodyPr/>
                    <a:lstStyle/>
                    <a:p>
                      <a:pPr rtl="0" algn="l"/>
                      <a:r>
                        <a:rPr sz="1500" b="1" i="0" lang="en-US">
                          <a:solidFill>
                            <a:srgbClr val="225B94"/>
                          </a:solidFill>
                          <a:latin typeface="Segoe UI"/>
                        </a:rPr>
                        <a:t>an umbrella</a:t>
                      </a:r>
                    </a:p>
                  </a:txBody>
                  <a:tcPr>
                    <a:solidFill>
                      <a:srgbClr val="EEF3FA"/>
                    </a:solidFill>
                  </a:tcPr>
                </a:tc>
                <a:tc>
                  <a:txBody>
                    <a:bodyPr/>
                    <a:lstStyle/>
                    <a:p>
                      <a:pPr rtl="1" algn="r"/>
                      <a:r>
                        <a:rPr sz="1700" b="0" i="0" lang="ar-EG" altLang="en-US">
                          <a:solidFill>
                            <a:srgbClr val="1C2333"/>
                          </a:solidFill>
                          <a:latin typeface="Traditional Arabic"/>
                        </a:rPr>
                        <a:t>شمسية</a:t>
                      </a:r>
                    </a:p>
                  </a:txBody>
                  <a:tcPr>
                    <a:solidFill>
                      <a:srgbClr val="EEF3FA"/>
                    </a:solidFill>
                  </a:tcPr>
                </a:tc>
                <a:tc>
                  <a:txBody>
                    <a:bodyPr/>
                    <a:lstStyle/>
                    <a:p>
                      <a:pPr rtl="0" algn="l"/>
                      <a:r>
                        <a:rPr sz="1500" b="1" i="0" lang="en-US">
                          <a:solidFill>
                            <a:srgbClr val="225B94"/>
                          </a:solidFill>
                          <a:latin typeface="Segoe UI"/>
                        </a:rPr>
                        <a:t>an 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r>
              <a:tr h="384048">
                <a:tc>
                  <a:txBody>
                    <a:bodyPr/>
                    <a:lstStyle/>
                    <a:p>
                      <a:pPr rtl="0" algn="l"/>
                      <a:r>
                        <a:rPr sz="1500" b="1" i="0" lang="en-US">
                          <a:solidFill>
                            <a:srgbClr val="225B94"/>
                          </a:solidFill>
                          <a:latin typeface="Segoe UI"/>
                        </a:rPr>
                        <a:t>a snake</a:t>
                      </a:r>
                    </a:p>
                  </a:txBody>
                  <a:tcPr>
                    <a:solidFill>
                      <a:srgbClr val="FFFFFF"/>
                    </a:solidFill>
                  </a:tcPr>
                </a:tc>
                <a:tc>
                  <a:txBody>
                    <a:bodyPr/>
                    <a:lstStyle/>
                    <a:p>
                      <a:pPr rtl="1" algn="r"/>
                      <a:r>
                        <a:rPr sz="1700" b="0" i="0" lang="ar-EG" altLang="en-US">
                          <a:solidFill>
                            <a:srgbClr val="1C2333"/>
                          </a:solidFill>
                          <a:latin typeface="Traditional Arabic"/>
                        </a:rPr>
                        <a:t>ثعبان</a:t>
                      </a:r>
                    </a:p>
                  </a:txBody>
                  <a:tcPr>
                    <a:solidFill>
                      <a:srgbClr val="FFFFFF"/>
                    </a:solidFill>
                  </a:tcPr>
                </a:tc>
                <a:tc>
                  <a:txBody>
                    <a:bodyPr/>
                    <a:lstStyle/>
                    <a:p>
                      <a:pPr rtl="0" algn="l"/>
                      <a:r>
                        <a:rPr sz="1500" b="1" i="0" lang="en-US">
                          <a:solidFill>
                            <a:srgbClr val="225B94"/>
                          </a:solidFill>
                          <a:latin typeface="Segoe UI"/>
                        </a:rPr>
                        <a:t>a camel</a:t>
                      </a:r>
                    </a:p>
                  </a:txBody>
                  <a:tcPr>
                    <a:solidFill>
                      <a:srgbClr val="FFFFFF"/>
                    </a:solidFill>
                  </a:tcPr>
                </a:tc>
                <a:tc>
                  <a:txBody>
                    <a:bodyPr/>
                    <a:lstStyle/>
                    <a:p>
                      <a:pPr rtl="1" algn="r"/>
                      <a:r>
                        <a:rPr sz="1700" b="0" i="0" lang="ar-EG" altLang="en-US">
                          <a:solidFill>
                            <a:srgbClr val="1C2333"/>
                          </a:solidFill>
                          <a:latin typeface="Traditional Arabic"/>
                        </a:rPr>
                        <a:t>جمل</a:t>
                      </a:r>
                    </a:p>
                  </a:txBody>
                  <a:tcPr>
                    <a:solidFill>
                      <a:srgbClr val="FFFFFF"/>
                    </a:solidFill>
                  </a:tcPr>
                </a:tc>
                <a:tc>
                  <a:txBody>
                    <a:bodyPr/>
                    <a:lstStyle/>
                    <a:p>
                      <a:pPr rtl="0" algn="l"/>
                      <a:r>
                        <a:rPr sz="1500" b="1" i="0" lang="en-US">
                          <a:solidFill>
                            <a:srgbClr val="225B94"/>
                          </a:solidFill>
                          <a:latin typeface="Segoe UI"/>
                        </a:rPr>
                        <a:t>a farmer</a:t>
                      </a:r>
                    </a:p>
                  </a:txBody>
                  <a:tcPr>
                    <a:solidFill>
                      <a:srgbClr val="FFFFFF"/>
                    </a:solidFill>
                  </a:tcPr>
                </a:tc>
                <a:tc>
                  <a:txBody>
                    <a:bodyPr/>
                    <a:lstStyle/>
                    <a:p>
                      <a:pPr rtl="1" algn="r"/>
                      <a:r>
                        <a:rPr sz="1700" b="0" i="0" lang="ar-EG" altLang="en-US">
                          <a:solidFill>
                            <a:srgbClr val="1C2333"/>
                          </a:solidFill>
                          <a:latin typeface="Traditional Arabic"/>
                        </a:rPr>
                        <a:t>فلاح</a:t>
                      </a:r>
                    </a:p>
                  </a:txBody>
                  <a:tcPr>
                    <a:solidFill>
                      <a:srgbClr val="FFFFFF"/>
                    </a:solidFill>
                  </a:tcPr>
                </a:tc>
              </a:tr>
              <a:tr h="384048">
                <a:tc>
                  <a:txBody>
                    <a:bodyPr/>
                    <a:lstStyle/>
                    <a:p>
                      <a:pPr rtl="0" algn="l"/>
                      <a:r>
                        <a:rPr sz="1500" b="1" i="0" lang="en-US">
                          <a:solidFill>
                            <a:srgbClr val="225B94"/>
                          </a:solidFill>
                          <a:latin typeface="Segoe UI"/>
                        </a:rPr>
                        <a:t>an elephant</a:t>
                      </a:r>
                    </a:p>
                  </a:txBody>
                  <a:tcPr>
                    <a:solidFill>
                      <a:srgbClr val="EEF3FA"/>
                    </a:solidFill>
                  </a:tcPr>
                </a:tc>
                <a:tc>
                  <a:txBody>
                    <a:bodyPr/>
                    <a:lstStyle/>
                    <a:p>
                      <a:pPr rtl="1" algn="r"/>
                      <a:r>
                        <a:rPr sz="1700" b="0" i="0" lang="ar-EG" altLang="en-US">
                          <a:solidFill>
                            <a:srgbClr val="1C2333"/>
                          </a:solidFill>
                          <a:latin typeface="Traditional Arabic"/>
                        </a:rPr>
                        <a:t>فيل</a:t>
                      </a:r>
                    </a:p>
                  </a:txBody>
                  <a:tcPr>
                    <a:solidFill>
                      <a:srgbClr val="EEF3FA"/>
                    </a:solidFill>
                  </a:tcPr>
                </a:tc>
                <a:tc>
                  <a:txBody>
                    <a:bodyPr/>
                    <a:lstStyle/>
                    <a:p>
                      <a:pPr rtl="0" algn="l"/>
                      <a:r>
                        <a:rPr sz="1500" b="1" i="0" lang="en-US">
                          <a:solidFill>
                            <a:srgbClr val="225B94"/>
                          </a:solidFill>
                          <a:latin typeface="Segoe UI"/>
                        </a:rPr>
                        <a:t>an arm</a:t>
                      </a:r>
                    </a:p>
                  </a:txBody>
                  <a:tcPr>
                    <a:solidFill>
                      <a:srgbClr val="EEF3FA"/>
                    </a:solidFill>
                  </a:tcPr>
                </a:tc>
                <a:tc>
                  <a:txBody>
                    <a:bodyPr/>
                    <a:lstStyle/>
                    <a:p>
                      <a:pPr rtl="1" algn="r"/>
                      <a:r>
                        <a:rPr sz="1700" b="0" i="0" lang="ar-EG" altLang="en-US">
                          <a:solidFill>
                            <a:srgbClr val="1C2333"/>
                          </a:solidFill>
                          <a:latin typeface="Traditional Arabic"/>
                        </a:rPr>
                        <a:t>ذراع</a:t>
                      </a:r>
                    </a:p>
                  </a:txBody>
                  <a:tcPr>
                    <a:solidFill>
                      <a:srgbClr val="EEF3FA"/>
                    </a:solidFill>
                  </a:tcPr>
                </a:tc>
                <a:tc>
                  <a:txBody>
                    <a:bodyPr/>
                    <a:lstStyle/>
                    <a:p>
                      <a:pPr rtl="0" algn="l"/>
                      <a:r>
                        <a:rPr sz="1500" b="1" i="0" lang="en-US">
                          <a:solidFill>
                            <a:srgbClr val="225B94"/>
                          </a:solidFill>
                          <a:latin typeface="Segoe UI"/>
                        </a:rPr>
                        <a:t>an ear</a:t>
                      </a:r>
                    </a:p>
                  </a:txBody>
                  <a:tcPr>
                    <a:solidFill>
                      <a:srgbClr val="EEF3FA"/>
                    </a:solidFill>
                  </a:tcPr>
                </a:tc>
                <a:tc>
                  <a:txBody>
                    <a:bodyPr/>
                    <a:lstStyle/>
                    <a:p>
                      <a:pPr rtl="1" algn="r"/>
                      <a:r>
                        <a:rPr sz="1700" b="0" i="0" lang="ar-EG" altLang="en-US">
                          <a:solidFill>
                            <a:srgbClr val="1C2333"/>
                          </a:solidFill>
                          <a:latin typeface="Traditional Arabic"/>
                        </a:rPr>
                        <a:t>أذن</a:t>
                      </a:r>
                    </a:p>
                  </a:txBody>
                  <a:tcPr>
                    <a:solidFill>
                      <a:srgbClr val="EEF3FA"/>
                    </a:solidFill>
                  </a:tcPr>
                </a:tc>
              </a:tr>
              <a:tr h="384048">
                <a:tc>
                  <a:txBody>
                    <a:bodyPr/>
                    <a:lstStyle/>
                    <a:p>
                      <a:pPr rtl="0" algn="l"/>
                      <a:r>
                        <a:rPr sz="1500" b="1" i="0" lang="en-US">
                          <a:solidFill>
                            <a:srgbClr val="225B94"/>
                          </a:solidFill>
                          <a:latin typeface="Segoe UI"/>
                        </a:rPr>
                        <a:t>a dog</a:t>
                      </a:r>
                    </a:p>
                  </a:txBody>
                  <a:tcPr>
                    <a:solidFill>
                      <a:srgbClr val="FFFFFF"/>
                    </a:solidFill>
                  </a:tcPr>
                </a:tc>
                <a:tc>
                  <a:txBody>
                    <a:bodyPr/>
                    <a:lstStyle/>
                    <a:p>
                      <a:pPr rtl="1" algn="r"/>
                      <a:r>
                        <a:rPr sz="1700" b="0" i="0" lang="ar-EG" altLang="en-US">
                          <a:solidFill>
                            <a:srgbClr val="1C2333"/>
                          </a:solidFill>
                          <a:latin typeface="Traditional Arabic"/>
                        </a:rPr>
                        <a:t>كلب</a:t>
                      </a:r>
                    </a:p>
                  </a:txBody>
                  <a:tcPr>
                    <a:solidFill>
                      <a:srgbClr val="FFFFFF"/>
                    </a:solidFill>
                  </a:tcPr>
                </a:tc>
                <a:tc>
                  <a:txBody>
                    <a:bodyPr/>
                    <a:lstStyle/>
                    <a:p>
                      <a:pPr rtl="0" algn="l"/>
                      <a:r>
                        <a:rPr sz="1500" b="1" i="0" lang="en-US">
                          <a:solidFill>
                            <a:srgbClr val="225B94"/>
                          </a:solidFill>
                          <a:latin typeface="Segoe UI"/>
                        </a:rPr>
                        <a:t>a goat</a:t>
                      </a:r>
                    </a:p>
                  </a:txBody>
                  <a:tcPr>
                    <a:solidFill>
                      <a:srgbClr val="FFFFFF"/>
                    </a:solidFill>
                  </a:tcPr>
                </a:tc>
                <a:tc>
                  <a:txBody>
                    <a:bodyPr/>
                    <a:lstStyle/>
                    <a:p>
                      <a:pPr rtl="1" algn="r"/>
                      <a:r>
                        <a:rPr sz="1700" b="0" i="0" lang="ar-EG" altLang="en-US">
                          <a:solidFill>
                            <a:srgbClr val="1C2333"/>
                          </a:solidFill>
                          <a:latin typeface="Traditional Arabic"/>
                        </a:rPr>
                        <a:t>عنزة</a:t>
                      </a:r>
                    </a:p>
                  </a:txBody>
                  <a:tcPr>
                    <a:solidFill>
                      <a:srgbClr val="FFFFFF"/>
                    </a:solidFill>
                  </a:tcPr>
                </a:tc>
                <a:tc>
                  <a:txBody>
                    <a:bodyPr/>
                    <a:lstStyle/>
                    <a:p>
                      <a:pPr rtl="0" algn="l"/>
                      <a:r>
                        <a:rPr sz="1500" b="1" i="0" lang="en-US">
                          <a:solidFill>
                            <a:srgbClr val="225B94"/>
                          </a:solidFill>
                          <a:latin typeface="Segoe UI"/>
                        </a:rPr>
                        <a:t>a carpenter</a:t>
                      </a:r>
                    </a:p>
                  </a:txBody>
                  <a:tcPr>
                    <a:solidFill>
                      <a:srgbClr val="FFFFFF"/>
                    </a:solidFill>
                  </a:tcPr>
                </a:tc>
                <a:tc>
                  <a:txBody>
                    <a:bodyPr/>
                    <a:lstStyle/>
                    <a:p>
                      <a:pPr rtl="1" algn="r"/>
                      <a:r>
                        <a:rPr sz="1700" b="0" i="0" lang="ar-EG" altLang="en-US">
                          <a:solidFill>
                            <a:srgbClr val="1C2333"/>
                          </a:solidFill>
                          <a:latin typeface="Traditional Arabic"/>
                        </a:rPr>
                        <a:t>نجار</a:t>
                      </a:r>
                    </a:p>
                  </a:txBody>
                  <a:tcPr>
                    <a:solidFill>
                      <a:srgbClr val="FFFFFF"/>
                    </a:solidFill>
                  </a:tcPr>
                </a:tc>
              </a:tr>
              <a:tr h="384048">
                <a:tc>
                  <a:txBody>
                    <a:bodyPr/>
                    <a:lstStyle/>
                    <a:p>
                      <a:pPr rtl="0" algn="l"/>
                      <a:r>
                        <a:rPr sz="1500" b="1" i="0" lang="en-US">
                          <a:solidFill>
                            <a:srgbClr val="225B94"/>
                          </a:solidFill>
                          <a:latin typeface="Segoe UI"/>
                        </a:rPr>
                        <a:t>an apple</a:t>
                      </a:r>
                    </a:p>
                  </a:txBody>
                  <a:tcPr>
                    <a:solidFill>
                      <a:srgbClr val="EEF3FA"/>
                    </a:solidFill>
                  </a:tcPr>
                </a:tc>
                <a:tc>
                  <a:txBody>
                    <a:bodyPr/>
                    <a:lstStyle/>
                    <a:p>
                      <a:pPr rtl="1" algn="r"/>
                      <a:r>
                        <a:rPr sz="1700" b="0" i="0" lang="ar-EG" altLang="en-US">
                          <a:solidFill>
                            <a:srgbClr val="1C2333"/>
                          </a:solidFill>
                          <a:latin typeface="Traditional Arabic"/>
                        </a:rPr>
                        <a:t>تفاحة</a:t>
                      </a:r>
                    </a:p>
                  </a:txBody>
                  <a:tcPr>
                    <a:solidFill>
                      <a:srgbClr val="EEF3FA"/>
                    </a:solidFill>
                  </a:tcPr>
                </a:tc>
                <a:tc>
                  <a:txBody>
                    <a:bodyPr/>
                    <a:lstStyle/>
                    <a:p>
                      <a:pPr rtl="0" algn="l"/>
                      <a:r>
                        <a:rPr sz="1500" b="1" i="0" lang="en-US">
                          <a:solidFill>
                            <a:srgbClr val="225B94"/>
                          </a:solidFill>
                          <a:latin typeface="Segoe UI"/>
                        </a:rPr>
                        <a:t>an insect</a:t>
                      </a:r>
                    </a:p>
                  </a:txBody>
                  <a:tcPr>
                    <a:solidFill>
                      <a:srgbClr val="EEF3FA"/>
                    </a:solidFill>
                  </a:tcPr>
                </a:tc>
                <a:tc>
                  <a:txBody>
                    <a:bodyPr/>
                    <a:lstStyle/>
                    <a:p>
                      <a:pPr rtl="1" algn="r"/>
                      <a:r>
                        <a:rPr sz="1700" b="0" i="0" lang="ar-EG" altLang="en-US">
                          <a:solidFill>
                            <a:srgbClr val="1C2333"/>
                          </a:solidFill>
                          <a:latin typeface="Traditional Arabic"/>
                        </a:rPr>
                        <a:t>حشرة</a:t>
                      </a:r>
                    </a:p>
                  </a:txBody>
                  <a:tcPr>
                    <a:solidFill>
                      <a:srgbClr val="EEF3FA"/>
                    </a:solidFill>
                  </a:tcPr>
                </a:tc>
                <a:tc>
                  <a:txBody>
                    <a:bodyPr/>
                    <a:lstStyle/>
                    <a:p>
                      <a:pPr rtl="0" algn="l"/>
                      <a:r>
                        <a:rPr sz="1500" b="1" i="0" lang="en-US">
                          <a:solidFill>
                            <a:srgbClr val="225B94"/>
                          </a:solidFill>
                          <a:latin typeface="Segoe UI"/>
                        </a:rPr>
                        <a:t>an ox</a:t>
                      </a:r>
                    </a:p>
                  </a:txBody>
                  <a:tcPr>
                    <a:solidFill>
                      <a:srgbClr val="EEF3FA"/>
                    </a:solidFill>
                  </a:tcPr>
                </a:tc>
                <a:tc>
                  <a:txBody>
                    <a:bodyPr/>
                    <a:lstStyle/>
                    <a:p>
                      <a:pPr rtl="1" algn="r"/>
                      <a:r>
                        <a:rPr sz="1700" b="0" i="0" lang="ar-EG" altLang="en-US">
                          <a:solidFill>
                            <a:srgbClr val="1C2333"/>
                          </a:solidFill>
                          <a:latin typeface="Traditional Arabic"/>
                        </a:rPr>
                        <a:t>ثور</a:t>
                      </a:r>
                    </a:p>
                  </a:txBody>
                  <a:tcPr>
                    <a:solidFill>
                      <a:srgbClr val="EEF3FA"/>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is …… arm.   (a – an)</a:t>
            </a:r>
          </a:p>
          <a:p>
            <a:pPr rtl="0" algn="l">
              <a:spcAft>
                <a:spcPts val="800"/>
              </a:spcAft>
            </a:pPr>
            <a:r>
              <a:rPr sz="1800" b="0" i="0" lang="en-US">
                <a:solidFill>
                  <a:srgbClr val="1C2333"/>
                </a:solidFill>
                <a:latin typeface="Segoe UI"/>
              </a:rPr>
              <a:t>2) I have …… camera.   (a – an)</a:t>
            </a:r>
          </a:p>
          <a:p>
            <a:pPr rtl="0" algn="l">
              <a:spcAft>
                <a:spcPts val="800"/>
              </a:spcAft>
            </a:pPr>
            <a:r>
              <a:rPr sz="1800" b="0" i="0" lang="en-US">
                <a:solidFill>
                  <a:srgbClr val="1C2333"/>
                </a:solidFill>
                <a:latin typeface="Segoe UI"/>
              </a:rPr>
              <a:t>3) She has …… cat.   (a – an)</a:t>
            </a:r>
          </a:p>
          <a:p>
            <a:pPr rtl="0" algn="l">
              <a:spcAft>
                <a:spcPts val="800"/>
              </a:spcAft>
            </a:pPr>
            <a:r>
              <a:rPr sz="1800" b="0" i="0" lang="en-US">
                <a:solidFill>
                  <a:srgbClr val="1C2333"/>
                </a:solidFill>
                <a:latin typeface="Segoe UI"/>
              </a:rPr>
              <a:t>4) It is …… elephant.   (a – an)</a:t>
            </a:r>
          </a:p>
          <a:p>
            <a:pPr rtl="0" algn="l">
              <a:spcAft>
                <a:spcPts val="800"/>
              </a:spcAft>
            </a:pPr>
            <a:r>
              <a:rPr sz="1800" b="0" i="0" lang="en-US">
                <a:solidFill>
                  <a:srgbClr val="1C2333"/>
                </a:solidFill>
                <a:latin typeface="Segoe UI"/>
              </a:rPr>
              <a:t>5) There is …… egg.   (a – an)</a:t>
            </a:r>
          </a:p>
          <a:p>
            <a:pPr rtl="0" algn="l">
              <a:spcAft>
                <a:spcPts val="800"/>
              </a:spcAft>
            </a:pPr>
            <a:r>
              <a:rPr sz="1800" b="0" i="0" lang="en-US">
                <a:solidFill>
                  <a:srgbClr val="1C2333"/>
                </a:solidFill>
                <a:latin typeface="Segoe UI"/>
              </a:rPr>
              <a:t>6) It is …… tree.   (a – an)</a:t>
            </a:r>
          </a:p>
          <a:p>
            <a:pPr rtl="0" algn="l">
              <a:spcAft>
                <a:spcPts val="800"/>
              </a:spcAft>
            </a:pPr>
            <a:r>
              <a:rPr sz="1800" b="0" i="0" lang="en-US">
                <a:solidFill>
                  <a:srgbClr val="1C2333"/>
                </a:solidFill>
                <a:latin typeface="Segoe UI"/>
              </a:rPr>
              <a:t>7) She has …… orange.   (a – 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is …… arm.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2) I have …… camera.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3) She has …… cat.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4) It is …… elephant.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5) There is …… egg.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6) It is …… tree.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7) She has …… orange.   (a – an)</a:t>
            </a:r>
          </a:p>
          <a:p>
            <a:pPr lvl="1" rtl="0" algn="l">
              <a:spcAft>
                <a:spcPts val="700"/>
              </a:spcAft>
            </a:pPr>
            <a:r>
              <a:rPr sz="1600" b="1" i="0" lang="en-US">
                <a:solidFill>
                  <a:srgbClr val="0F7A3D"/>
                </a:solidFill>
                <a:latin typeface="Segoe UI"/>
              </a:rPr>
              <a:t>✔ 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is …… umbrella.   (a – an)</a:t>
            </a:r>
          </a:p>
          <a:p>
            <a:pPr rtl="0" algn="l">
              <a:spcAft>
                <a:spcPts val="800"/>
              </a:spcAft>
            </a:pPr>
            <a:r>
              <a:rPr sz="1800" b="0" i="0" lang="en-US">
                <a:solidFill>
                  <a:srgbClr val="1C2333"/>
                </a:solidFill>
                <a:latin typeface="Segoe UI"/>
              </a:rPr>
              <a:t>9) I have …… book.   (a – an)</a:t>
            </a:r>
          </a:p>
          <a:p>
            <a:pPr rtl="0" algn="l">
              <a:spcAft>
                <a:spcPts val="800"/>
              </a:spcAft>
            </a:pPr>
            <a:r>
              <a:rPr sz="1800" b="0" i="0" lang="en-US">
                <a:solidFill>
                  <a:srgbClr val="1C2333"/>
                </a:solidFill>
                <a:latin typeface="Segoe UI"/>
              </a:rPr>
              <a:t>10) She bought …… bird.   (a – an)</a:t>
            </a:r>
          </a:p>
          <a:p>
            <a:pPr rtl="0" algn="l">
              <a:spcAft>
                <a:spcPts val="800"/>
              </a:spcAft>
            </a:pPr>
            <a:r>
              <a:rPr sz="1800" b="0" i="0" lang="en-US">
                <a:solidFill>
                  <a:srgbClr val="1C2333"/>
                </a:solidFill>
                <a:latin typeface="Segoe UI"/>
              </a:rPr>
              <a:t>11) It is …… ear.   (a – an)</a:t>
            </a:r>
          </a:p>
          <a:p>
            <a:pPr rtl="0" algn="l">
              <a:spcAft>
                <a:spcPts val="800"/>
              </a:spcAft>
            </a:pPr>
            <a:r>
              <a:rPr sz="1800" b="0" i="0" lang="en-US">
                <a:solidFill>
                  <a:srgbClr val="1C2333"/>
                </a:solidFill>
                <a:latin typeface="Segoe UI"/>
              </a:rPr>
              <a:t>12) It is …… phone.   (a – an)</a:t>
            </a:r>
          </a:p>
          <a:p>
            <a:pPr rtl="0" algn="l">
              <a:spcAft>
                <a:spcPts val="800"/>
              </a:spcAft>
            </a:pPr>
            <a:r>
              <a:rPr sz="1800" b="0" i="0" lang="en-US">
                <a:solidFill>
                  <a:srgbClr val="1C2333"/>
                </a:solidFill>
                <a:latin typeface="Segoe UI"/>
              </a:rPr>
              <a:t>13) He is …… doctor.   (a – an)</a:t>
            </a:r>
          </a:p>
          <a:p>
            <a:pPr rtl="0" algn="l">
              <a:spcAft>
                <a:spcPts val="800"/>
              </a:spcAft>
            </a:pPr>
            <a:r>
              <a:rPr sz="1800" b="0" i="0" lang="en-US">
                <a:solidFill>
                  <a:srgbClr val="1C2333"/>
                </a:solidFill>
                <a:latin typeface="Segoe UI"/>
              </a:rPr>
              <a:t>14) It is …… ox.   (a – 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is …… umbrella.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9) I have …… book.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10) She bought …… bird.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11) It is …… ear.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12) It is …… phone.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13) He is …… doctor.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14) It is …… ox.   (a – an)</a:t>
            </a:r>
          </a:p>
          <a:p>
            <a:pPr lvl="1" rtl="0" algn="l">
              <a:spcAft>
                <a:spcPts val="700"/>
              </a:spcAft>
            </a:pPr>
            <a:r>
              <a:rPr sz="1600" b="1" i="0" lang="en-US">
                <a:solidFill>
                  <a:srgbClr val="0F7A3D"/>
                </a:solidFill>
                <a:latin typeface="Segoe UI"/>
              </a:rPr>
              <a:t>✔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It is …… box.   (a – an)</a:t>
            </a:r>
          </a:p>
          <a:p>
            <a:pPr rtl="0" algn="l">
              <a:spcAft>
                <a:spcPts val="800"/>
              </a:spcAft>
            </a:pPr>
            <a:r>
              <a:rPr sz="1800" b="0" i="0" lang="en-US">
                <a:solidFill>
                  <a:srgbClr val="1C2333"/>
                </a:solidFill>
                <a:latin typeface="Segoe UI"/>
              </a:rPr>
              <a:t>16) I saw …… animal.   (a – an)</a:t>
            </a:r>
          </a:p>
          <a:p>
            <a:pPr rtl="0" algn="l">
              <a:spcAft>
                <a:spcPts val="800"/>
              </a:spcAft>
            </a:pPr>
            <a:r>
              <a:rPr sz="1800" b="0" i="0" lang="en-US">
                <a:solidFill>
                  <a:srgbClr val="1C2333"/>
                </a:solidFill>
                <a:latin typeface="Segoe UI"/>
              </a:rPr>
              <a:t>17) He is …… engineer.   (a – an)</a:t>
            </a:r>
          </a:p>
          <a:p>
            <a:pPr rtl="0" algn="l">
              <a:spcAft>
                <a:spcPts val="800"/>
              </a:spcAft>
            </a:pPr>
            <a:r>
              <a:rPr sz="1800" b="0" i="0" lang="en-US">
                <a:solidFill>
                  <a:srgbClr val="1C2333"/>
                </a:solidFill>
                <a:latin typeface="Segoe UI"/>
              </a:rPr>
              <a:t>18) It is …… dog.   (a –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Choose the correct answer (a / an)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It is …… box.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16) I saw …… animal.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17) He is …… engineer.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18) It is …… dog.   (a – an)</a:t>
            </a:r>
          </a:p>
          <a:p>
            <a:pPr lvl="1" rtl="0" algn="l">
              <a:spcAft>
                <a:spcPts val="700"/>
              </a:spcAft>
            </a:pPr>
            <a:r>
              <a:rPr sz="1600" b="1" i="0" lang="en-US">
                <a:solidFill>
                  <a:srgbClr val="0F7A3D"/>
                </a:solidFill>
                <a:latin typeface="Segoe UI"/>
              </a:rPr>
              <a:t>✔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Make a sentence with: horse</a:t>
            </a:r>
          </a:p>
          <a:p>
            <a:pPr rtl="0" algn="l">
              <a:spcAft>
                <a:spcPts val="800"/>
              </a:spcAft>
            </a:pPr>
            <a:r>
              <a:rPr sz="1800" b="0" i="0" lang="en-US">
                <a:solidFill>
                  <a:srgbClr val="1C2333"/>
                </a:solidFill>
                <a:latin typeface="Segoe UI"/>
              </a:rPr>
              <a:t>2) Make a sentence with: orange</a:t>
            </a:r>
          </a:p>
          <a:p>
            <a:pPr rtl="0" algn="l">
              <a:spcAft>
                <a:spcPts val="800"/>
              </a:spcAft>
            </a:pPr>
            <a:r>
              <a:rPr sz="1800" b="0" i="0" lang="en-US">
                <a:solidFill>
                  <a:srgbClr val="1C2333"/>
                </a:solidFill>
                <a:latin typeface="Segoe UI"/>
              </a:rPr>
              <a:t>3) Make a sentence with: engineer</a:t>
            </a:r>
          </a:p>
          <a:p>
            <a:pPr rtl="0" algn="l">
              <a:spcAft>
                <a:spcPts val="800"/>
              </a:spcAft>
            </a:pPr>
            <a:r>
              <a:rPr sz="1800" b="0" i="0" lang="en-US">
                <a:solidFill>
                  <a:srgbClr val="1C2333"/>
                </a:solidFill>
                <a:latin typeface="Segoe UI"/>
              </a:rPr>
              <a:t>4) Make a sentence with: table</a:t>
            </a:r>
          </a:p>
          <a:p>
            <a:pPr rtl="0" algn="l">
              <a:spcAft>
                <a:spcPts val="800"/>
              </a:spcAft>
            </a:pPr>
            <a:r>
              <a:rPr sz="1800" b="0" i="0" lang="en-US">
                <a:solidFill>
                  <a:srgbClr val="1C2333"/>
                </a:solidFill>
                <a:latin typeface="Segoe UI"/>
              </a:rPr>
              <a:t>5) Make a sentence with: umbrella</a:t>
            </a:r>
          </a:p>
          <a:p>
            <a:pPr rtl="0" algn="l">
              <a:spcAft>
                <a:spcPts val="800"/>
              </a:spcAft>
            </a:pPr>
            <a:r>
              <a:rPr sz="1800" b="0" i="0" lang="en-US">
                <a:solidFill>
                  <a:srgbClr val="1C2333"/>
                </a:solidFill>
                <a:latin typeface="Segoe UI"/>
              </a:rPr>
              <a:t>6) Make a sentence with: camel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Make a sentence with: horse</a:t>
            </a:r>
          </a:p>
          <a:p>
            <a:pPr lvl="1" rtl="0" algn="l">
              <a:spcAft>
                <a:spcPts val="700"/>
              </a:spcAft>
            </a:pPr>
            <a:r>
              <a:rPr sz="1600" b="1" i="0" lang="en-US">
                <a:solidFill>
                  <a:srgbClr val="0F7A3D"/>
                </a:solidFill>
                <a:latin typeface="Segoe UI"/>
              </a:rPr>
              <a:t>✔ I have a horse .</a:t>
            </a:r>
          </a:p>
          <a:p>
            <a:pPr rtl="0" algn="l">
              <a:spcAft>
                <a:spcPts val="300"/>
              </a:spcAft>
            </a:pPr>
            <a:r>
              <a:rPr sz="1700" b="0" i="0" lang="en-US">
                <a:solidFill>
                  <a:srgbClr val="1C2333"/>
                </a:solidFill>
                <a:latin typeface="Segoe UI"/>
              </a:rPr>
              <a:t>2) Make a sentence with: orange</a:t>
            </a:r>
          </a:p>
          <a:p>
            <a:pPr lvl="1" rtl="0" algn="l">
              <a:spcAft>
                <a:spcPts val="700"/>
              </a:spcAft>
            </a:pPr>
            <a:r>
              <a:rPr sz="1600" b="1" i="0" lang="en-US">
                <a:solidFill>
                  <a:srgbClr val="0F7A3D"/>
                </a:solidFill>
                <a:latin typeface="Segoe UI"/>
              </a:rPr>
              <a:t>✔ She is eating an orange .</a:t>
            </a:r>
          </a:p>
          <a:p>
            <a:pPr rtl="0" algn="l">
              <a:spcAft>
                <a:spcPts val="300"/>
              </a:spcAft>
            </a:pPr>
            <a:r>
              <a:rPr sz="1700" b="0" i="0" lang="en-US">
                <a:solidFill>
                  <a:srgbClr val="1C2333"/>
                </a:solidFill>
                <a:latin typeface="Segoe UI"/>
              </a:rPr>
              <a:t>3) Make a sentence with: engineer</a:t>
            </a:r>
          </a:p>
          <a:p>
            <a:pPr lvl="1" rtl="0" algn="l">
              <a:spcAft>
                <a:spcPts val="700"/>
              </a:spcAft>
            </a:pPr>
            <a:r>
              <a:rPr sz="1600" b="1" i="0" lang="en-US">
                <a:solidFill>
                  <a:srgbClr val="0F7A3D"/>
                </a:solidFill>
                <a:latin typeface="Segoe UI"/>
              </a:rPr>
              <a:t>✔ My father is an engineer .</a:t>
            </a:r>
          </a:p>
          <a:p>
            <a:pPr rtl="0" algn="l">
              <a:spcAft>
                <a:spcPts val="300"/>
              </a:spcAft>
            </a:pPr>
            <a:r>
              <a:rPr sz="1700" b="0" i="0" lang="en-US">
                <a:solidFill>
                  <a:srgbClr val="1C2333"/>
                </a:solidFill>
                <a:latin typeface="Segoe UI"/>
              </a:rPr>
              <a:t>4) Make a sentence with: table</a:t>
            </a:r>
          </a:p>
          <a:p>
            <a:pPr lvl="1" rtl="0" algn="l">
              <a:spcAft>
                <a:spcPts val="700"/>
              </a:spcAft>
            </a:pPr>
            <a:r>
              <a:rPr sz="1600" b="1" i="0" lang="en-US">
                <a:solidFill>
                  <a:srgbClr val="0F7A3D"/>
                </a:solidFill>
                <a:latin typeface="Segoe UI"/>
              </a:rPr>
              <a:t>✔ There is a table in the room.</a:t>
            </a:r>
          </a:p>
          <a:p>
            <a:pPr rtl="0" algn="l">
              <a:spcAft>
                <a:spcPts val="300"/>
              </a:spcAft>
            </a:pPr>
            <a:r>
              <a:rPr sz="1700" b="0" i="0" lang="en-US">
                <a:solidFill>
                  <a:srgbClr val="1C2333"/>
                </a:solidFill>
                <a:latin typeface="Segoe UI"/>
              </a:rPr>
              <a:t>5) Make a sentence with: umbrella</a:t>
            </a:r>
          </a:p>
          <a:p>
            <a:pPr lvl="1" rtl="0" algn="l">
              <a:spcAft>
                <a:spcPts val="700"/>
              </a:spcAft>
            </a:pPr>
            <a:r>
              <a:rPr sz="1600" b="1" i="0" lang="en-US">
                <a:solidFill>
                  <a:srgbClr val="0F7A3D"/>
                </a:solidFill>
                <a:latin typeface="Segoe UI"/>
              </a:rPr>
              <a:t>✔ I have an umbrella .</a:t>
            </a:r>
          </a:p>
          <a:p>
            <a:pPr rtl="0" algn="l">
              <a:spcAft>
                <a:spcPts val="300"/>
              </a:spcAft>
            </a:pPr>
            <a:r>
              <a:rPr sz="1700" b="0" i="0" lang="en-US">
                <a:solidFill>
                  <a:srgbClr val="1C2333"/>
                </a:solidFill>
                <a:latin typeface="Segoe UI"/>
              </a:rPr>
              <a:t>6) Make a sentence with: camel</a:t>
            </a:r>
          </a:p>
          <a:p>
            <a:pPr lvl="1" rtl="0" algn="l">
              <a:spcAft>
                <a:spcPts val="700"/>
              </a:spcAft>
            </a:pPr>
            <a:r>
              <a:rPr sz="1600" b="1" i="0" lang="en-US">
                <a:solidFill>
                  <a:srgbClr val="0F7A3D"/>
                </a:solidFill>
                <a:latin typeface="Segoe UI"/>
              </a:rPr>
              <a:t>✔ It is a camel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Make a sentence with: apple</a:t>
            </a:r>
          </a:p>
          <a:p>
            <a:pPr rtl="0" algn="l">
              <a:spcAft>
                <a:spcPts val="800"/>
              </a:spcAft>
            </a:pPr>
            <a:r>
              <a:rPr sz="1800" b="0" i="0" lang="en-US">
                <a:solidFill>
                  <a:srgbClr val="1C2333"/>
                </a:solidFill>
                <a:latin typeface="Segoe UI"/>
              </a:rPr>
              <a:t>8) Make a sentence with: nurse</a:t>
            </a:r>
          </a:p>
          <a:p>
            <a:pPr rtl="0" algn="l">
              <a:spcAft>
                <a:spcPts val="800"/>
              </a:spcAft>
            </a:pPr>
            <a:r>
              <a:rPr sz="1800" b="0" i="0" lang="en-US">
                <a:solidFill>
                  <a:srgbClr val="1C2333"/>
                </a:solidFill>
                <a:latin typeface="Segoe UI"/>
              </a:rPr>
              <a:t>9) Make a sentence with: insect</a:t>
            </a:r>
          </a:p>
          <a:p>
            <a:pPr rtl="0" algn="l">
              <a:spcAft>
                <a:spcPts val="800"/>
              </a:spcAft>
            </a:pPr>
            <a:r>
              <a:rPr sz="1800" b="0" i="0" lang="en-US">
                <a:solidFill>
                  <a:srgbClr val="1C2333"/>
                </a:solidFill>
                <a:latin typeface="Segoe UI"/>
              </a:rPr>
              <a:t>10) Make a sentence with: dog</a:t>
            </a:r>
          </a:p>
          <a:p>
            <a:pPr rtl="0" algn="l">
              <a:spcAft>
                <a:spcPts val="800"/>
              </a:spcAft>
            </a:pPr>
            <a:r>
              <a:rPr sz="1800" b="0" i="0" lang="en-US">
                <a:solidFill>
                  <a:srgbClr val="1C2333"/>
                </a:solidFill>
                <a:latin typeface="Segoe UI"/>
              </a:rPr>
              <a:t>11) Make a sentence with: egg</a:t>
            </a:r>
          </a:p>
          <a:p>
            <a:pPr rtl="0" algn="l">
              <a:spcAft>
                <a:spcPts val="800"/>
              </a:spcAft>
            </a:pPr>
            <a:r>
              <a:rPr sz="1800" b="0" i="0" lang="en-US">
                <a:solidFill>
                  <a:srgbClr val="1C2333"/>
                </a:solidFill>
                <a:latin typeface="Segoe UI"/>
              </a:rPr>
              <a:t>12) Make a sentence with: farmer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5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5B94"/>
                </a:solidFill>
                <a:latin typeface="Segoe UI"/>
              </a:rPr>
              <a:t>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 — The Articles: a / an</a:t>
            </a:r>
          </a:p>
          <a:p>
            <a:pPr rtl="0" algn="l"/>
            <a:r>
              <a:rPr sz="1400" b="0" i="0" lang="en-US">
                <a:solidFill>
                  <a:srgbClr val="DDE6F3"/>
                </a:solidFill>
                <a:latin typeface="Segoe UI"/>
              </a:rPr>
              <a:t>Make a sentence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Make a sentence with: apple</a:t>
            </a:r>
          </a:p>
          <a:p>
            <a:pPr lvl="1" rtl="0" algn="l">
              <a:spcAft>
                <a:spcPts val="700"/>
              </a:spcAft>
            </a:pPr>
            <a:r>
              <a:rPr sz="1600" b="1" i="0" lang="en-US">
                <a:solidFill>
                  <a:srgbClr val="0F7A3D"/>
                </a:solidFill>
                <a:latin typeface="Segoe UI"/>
              </a:rPr>
              <a:t>✔ This is an apple .</a:t>
            </a:r>
          </a:p>
          <a:p>
            <a:pPr rtl="0" algn="l">
              <a:spcAft>
                <a:spcPts val="300"/>
              </a:spcAft>
            </a:pPr>
            <a:r>
              <a:rPr sz="1700" b="0" i="0" lang="en-US">
                <a:solidFill>
                  <a:srgbClr val="1C2333"/>
                </a:solidFill>
                <a:latin typeface="Segoe UI"/>
              </a:rPr>
              <a:t>8) Make a sentence with: nurse</a:t>
            </a:r>
          </a:p>
          <a:p>
            <a:pPr lvl="1" rtl="0" algn="l">
              <a:spcAft>
                <a:spcPts val="700"/>
              </a:spcAft>
            </a:pPr>
            <a:r>
              <a:rPr sz="1600" b="1" i="0" lang="en-US">
                <a:solidFill>
                  <a:srgbClr val="0F7A3D"/>
                </a:solidFill>
                <a:latin typeface="Segoe UI"/>
              </a:rPr>
              <a:t>✔ My mother is a nurse .</a:t>
            </a:r>
          </a:p>
          <a:p>
            <a:pPr rtl="0" algn="l">
              <a:spcAft>
                <a:spcPts val="300"/>
              </a:spcAft>
            </a:pPr>
            <a:r>
              <a:rPr sz="1700" b="0" i="0" lang="en-US">
                <a:solidFill>
                  <a:srgbClr val="1C2333"/>
                </a:solidFill>
                <a:latin typeface="Segoe UI"/>
              </a:rPr>
              <a:t>9) Make a sentence with: insect</a:t>
            </a:r>
          </a:p>
          <a:p>
            <a:pPr lvl="1" rtl="0" algn="l">
              <a:spcAft>
                <a:spcPts val="700"/>
              </a:spcAft>
            </a:pPr>
            <a:r>
              <a:rPr sz="1600" b="1" i="0" lang="en-US">
                <a:solidFill>
                  <a:srgbClr val="0F7A3D"/>
                </a:solidFill>
                <a:latin typeface="Segoe UI"/>
              </a:rPr>
              <a:t>✔ An ant is an insect .</a:t>
            </a:r>
          </a:p>
          <a:p>
            <a:pPr rtl="0" algn="l">
              <a:spcAft>
                <a:spcPts val="300"/>
              </a:spcAft>
            </a:pPr>
            <a:r>
              <a:rPr sz="1700" b="0" i="0" lang="en-US">
                <a:solidFill>
                  <a:srgbClr val="1C2333"/>
                </a:solidFill>
                <a:latin typeface="Segoe UI"/>
              </a:rPr>
              <a:t>10) Make a sentence with: dog</a:t>
            </a:r>
          </a:p>
          <a:p>
            <a:pPr lvl="1" rtl="0" algn="l">
              <a:spcAft>
                <a:spcPts val="700"/>
              </a:spcAft>
            </a:pPr>
            <a:r>
              <a:rPr sz="1600" b="1" i="0" lang="en-US">
                <a:solidFill>
                  <a:srgbClr val="0F7A3D"/>
                </a:solidFill>
                <a:latin typeface="Segoe UI"/>
              </a:rPr>
              <a:t>✔ I have a dog .</a:t>
            </a:r>
          </a:p>
          <a:p>
            <a:pPr rtl="0" algn="l">
              <a:spcAft>
                <a:spcPts val="300"/>
              </a:spcAft>
            </a:pPr>
            <a:r>
              <a:rPr sz="1700" b="0" i="0" lang="en-US">
                <a:solidFill>
                  <a:srgbClr val="1C2333"/>
                </a:solidFill>
                <a:latin typeface="Segoe UI"/>
              </a:rPr>
              <a:t>11) Make a sentence with: egg</a:t>
            </a:r>
          </a:p>
          <a:p>
            <a:pPr lvl="1" rtl="0" algn="l">
              <a:spcAft>
                <a:spcPts val="700"/>
              </a:spcAft>
            </a:pPr>
            <a:r>
              <a:rPr sz="1600" b="1" i="0" lang="en-US">
                <a:solidFill>
                  <a:srgbClr val="0F7A3D"/>
                </a:solidFill>
                <a:latin typeface="Segoe UI"/>
              </a:rPr>
              <a:t>✔ There is an egg on the table.</a:t>
            </a:r>
          </a:p>
          <a:p>
            <a:pPr rtl="0" algn="l">
              <a:spcAft>
                <a:spcPts val="300"/>
              </a:spcAft>
            </a:pPr>
            <a:r>
              <a:rPr sz="1700" b="0" i="0" lang="en-US">
                <a:solidFill>
                  <a:srgbClr val="1C2333"/>
                </a:solidFill>
                <a:latin typeface="Segoe UI"/>
              </a:rPr>
              <a:t>12) Make a sentence with: farmer</a:t>
            </a:r>
          </a:p>
          <a:p>
            <a:pPr lvl="1" rtl="0" algn="l">
              <a:spcAft>
                <a:spcPts val="700"/>
              </a:spcAft>
            </a:pPr>
            <a:r>
              <a:rPr sz="1600" b="1" i="0" lang="en-US">
                <a:solidFill>
                  <a:srgbClr val="0F7A3D"/>
                </a:solidFill>
                <a:latin typeface="Segoe UI"/>
              </a:rPr>
              <a:t>✔ My uncle is a farmer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a:t>
            </a:r>
          </a:p>
          <a:p>
            <a:pPr algn="ctr" rtl="0"/>
            <a:r>
              <a:rPr sz="4600" b="1" i="0" lang="en-US">
                <a:solidFill>
                  <a:srgbClr val="FFFFFF"/>
                </a:solidFill>
                <a:latin typeface="Segoe UI"/>
              </a:rPr>
              <a:t>The Plural</a:t>
            </a:r>
          </a:p>
          <a:p>
            <a:pPr algn="ctr" rtl="1"/>
            <a:r>
              <a:rPr sz="2900" b="0" i="0" lang="ar-EG" altLang="en-US">
                <a:solidFill>
                  <a:srgbClr val="FFFFFF"/>
                </a:solidFill>
                <a:latin typeface="Traditional Arabic"/>
              </a:rPr>
              <a:t>الجمع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5B"/>
                </a:solidFill>
                <a:latin typeface="Segoe UI"/>
              </a:rPr>
              <a:t>▶ noun + s</a:t>
            </a:r>
          </a:p>
          <a:p>
            <a:pPr rtl="1" algn="r">
              <a:spcAft>
                <a:spcPts val="600"/>
              </a:spcAft>
            </a:pPr>
            <a:r>
              <a:rPr sz="2100" b="0" i="0" lang="ar-EG" altLang="en-US">
                <a:solidFill>
                  <a:srgbClr val="1C2333"/>
                </a:solidFill>
                <a:latin typeface="Traditional Arabic"/>
              </a:rPr>
              <a:t>معظم الأسماء يضاف لها (s) في حالة الجمع.</a:t>
            </a:r>
          </a:p>
          <a:p>
            <a:pPr rtl="0" algn="l">
              <a:spcAft>
                <a:spcPts val="600"/>
              </a:spcAft>
            </a:pPr>
            <a:r>
              <a:rPr sz="2000" b="1" i="0" lang="en-US">
                <a:solidFill>
                  <a:srgbClr val="22945B"/>
                </a:solidFill>
                <a:latin typeface="Segoe UI"/>
              </a:rPr>
              <a:t>▶ noun + es → o - s - sh - ch - x</a:t>
            </a:r>
          </a:p>
          <a:p>
            <a:pPr rtl="1" algn="r">
              <a:spcAft>
                <a:spcPts val="600"/>
              </a:spcAft>
            </a:pPr>
            <a:r>
              <a:rPr sz="2100" b="0" i="0" lang="ar-EG" altLang="en-US">
                <a:solidFill>
                  <a:srgbClr val="1C2333"/>
                </a:solidFill>
                <a:latin typeface="Traditional Arabic"/>
              </a:rPr>
              <a:t>    تضاف (es) إذا كان آخر الاسم: o - s - sh - ch - x</a:t>
            </a:r>
          </a:p>
          <a:p>
            <a:pPr rtl="0" algn="l">
              <a:spcAft>
                <a:spcPts val="600"/>
              </a:spcAft>
            </a:pPr>
            <a:r>
              <a:rPr sz="2000" b="1" i="0" lang="en-US">
                <a:solidFill>
                  <a:srgbClr val="22945B"/>
                </a:solidFill>
                <a:latin typeface="Segoe UI"/>
              </a:rPr>
              <a:t>▶ consonant + y → ies</a:t>
            </a:r>
          </a:p>
          <a:p>
            <a:pPr rtl="1" algn="r">
              <a:spcAft>
                <a:spcPts val="600"/>
              </a:spcAft>
            </a:pPr>
            <a:r>
              <a:rPr sz="2100" b="0" i="0" lang="ar-EG" altLang="en-US">
                <a:solidFill>
                  <a:srgbClr val="1C2333"/>
                </a:solidFill>
                <a:latin typeface="Traditional Arabic"/>
              </a:rPr>
              <a:t>    إذا انتهى الاسم بـ (y) وقبلها حرف ساكن، نحذف الـ (y) ونضيف (ies).</a:t>
            </a:r>
          </a:p>
          <a:p>
            <a:pPr rtl="0" algn="l">
              <a:spcAft>
                <a:spcPts val="600"/>
              </a:spcAft>
            </a:pPr>
            <a:r>
              <a:rPr sz="2000" b="1" i="0" lang="en-US">
                <a:solidFill>
                  <a:srgbClr val="22945B"/>
                </a:solidFill>
                <a:latin typeface="Segoe UI"/>
              </a:rPr>
              <a:t>▶ f / fe → ves</a:t>
            </a:r>
          </a:p>
          <a:p>
            <a:pPr rtl="1" algn="r">
              <a:spcAft>
                <a:spcPts val="600"/>
              </a:spcAft>
            </a:pPr>
            <a:r>
              <a:rPr sz="2100" b="0" i="0" lang="ar-EG" altLang="en-US">
                <a:solidFill>
                  <a:srgbClr val="1C2333"/>
                </a:solidFill>
                <a:latin typeface="Traditional Arabic"/>
              </a:rPr>
              <a:t>    إذا انتهى الاسم بـ (f) أو (fe) تُحذف ونضيف (ves).</a:t>
            </a:r>
          </a:p>
          <a:p>
            <a:pPr rtl="0" algn="l">
              <a:spcAft>
                <a:spcPts val="600"/>
              </a:spcAft>
            </a:pPr>
            <a:r>
              <a:rPr sz="2000" b="1" i="0" lang="en-US">
                <a:solidFill>
                  <a:srgbClr val="22945B"/>
                </a:solidFill>
                <a:latin typeface="Segoe UI"/>
              </a:rPr>
              <a:t>▶ irregular plurals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The Rule — القاعدة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هناك أسماء شاذة تُحفظ كما هي: man → men, child → children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 girl</a:t>
                      </a:r>
                    </a:p>
                  </a:txBody>
                  <a:tcPr>
                    <a:solidFill>
                      <a:srgbClr val="FFFFFF"/>
                    </a:solidFill>
                  </a:tcPr>
                </a:tc>
                <a:tc>
                  <a:txBody>
                    <a:bodyPr/>
                    <a:lstStyle/>
                    <a:p>
                      <a:pPr rtl="0" algn="l"/>
                      <a:r>
                        <a:rPr sz="1300" b="0" i="0" lang="en-US">
                          <a:solidFill>
                            <a:srgbClr val="1C2333"/>
                          </a:solidFill>
                          <a:latin typeface="Segoe UI"/>
                        </a:rPr>
                        <a:t>girls</a:t>
                      </a:r>
                    </a:p>
                  </a:txBody>
                  <a:tcPr>
                    <a:solidFill>
                      <a:srgbClr val="FFFFFF"/>
                    </a:solidFill>
                  </a:tcPr>
                </a:tc>
                <a:tc>
                  <a:txBody>
                    <a:bodyPr/>
                    <a:lstStyle/>
                    <a:p>
                      <a:pPr rtl="0" algn="l"/>
                      <a:r>
                        <a:rPr sz="1300" b="0" i="0" lang="en-US">
                          <a:solidFill>
                            <a:srgbClr val="1C2333"/>
                          </a:solidFill>
                          <a:latin typeface="Segoe UI"/>
                        </a:rPr>
                        <a:t>an apple</a:t>
                      </a:r>
                    </a:p>
                  </a:txBody>
                  <a:tcPr>
                    <a:solidFill>
                      <a:srgbClr val="FFFFFF"/>
                    </a:solidFill>
                  </a:tcPr>
                </a:tc>
                <a:tc>
                  <a:txBody>
                    <a:bodyPr/>
                    <a:lstStyle/>
                    <a:p>
                      <a:pPr rtl="0" algn="l"/>
                      <a:r>
                        <a:rPr sz="1300" b="0" i="0" lang="en-US">
                          <a:solidFill>
                            <a:srgbClr val="1C2333"/>
                          </a:solidFill>
                          <a:latin typeface="Segoe UI"/>
                        </a:rPr>
                        <a:t>apples</a:t>
                      </a:r>
                    </a:p>
                  </a:txBody>
                  <a:tcPr>
                    <a:solidFill>
                      <a:srgbClr val="FFFFFF"/>
                    </a:solidFill>
                  </a:tcPr>
                </a:tc>
              </a:tr>
              <a:tr h="347472">
                <a:tc>
                  <a:txBody>
                    <a:bodyPr/>
                    <a:lstStyle/>
                    <a:p>
                      <a:pPr rtl="0" algn="l"/>
                      <a:r>
                        <a:rPr sz="1300" b="0" i="0" lang="en-US">
                          <a:solidFill>
                            <a:srgbClr val="1C2333"/>
                          </a:solidFill>
                          <a:latin typeface="Segoe UI"/>
                        </a:rPr>
                        <a:t>a boy</a:t>
                      </a:r>
                    </a:p>
                  </a:txBody>
                  <a:tcPr>
                    <a:solidFill>
                      <a:srgbClr val="EEF3FA"/>
                    </a:solidFill>
                  </a:tcPr>
                </a:tc>
                <a:tc>
                  <a:txBody>
                    <a:bodyPr/>
                    <a:lstStyle/>
                    <a:p>
                      <a:pPr rtl="0" algn="l"/>
                      <a:r>
                        <a:rPr sz="1300" b="0" i="0" lang="en-US">
                          <a:solidFill>
                            <a:srgbClr val="1C2333"/>
                          </a:solidFill>
                          <a:latin typeface="Segoe UI"/>
                        </a:rPr>
                        <a:t>boys</a:t>
                      </a:r>
                    </a:p>
                  </a:txBody>
                  <a:tcPr>
                    <a:solidFill>
                      <a:srgbClr val="EEF3FA"/>
                    </a:solidFill>
                  </a:tcPr>
                </a:tc>
                <a:tc>
                  <a:txBody>
                    <a:bodyPr/>
                    <a:lstStyle/>
                    <a:p>
                      <a:pPr rtl="0" algn="l"/>
                      <a:r>
                        <a:rPr sz="1300" b="0" i="0" lang="en-US">
                          <a:solidFill>
                            <a:srgbClr val="1C2333"/>
                          </a:solidFill>
                          <a:latin typeface="Segoe UI"/>
                        </a:rPr>
                        <a:t>an orange</a:t>
                      </a:r>
                    </a:p>
                  </a:txBody>
                  <a:tcPr>
                    <a:solidFill>
                      <a:srgbClr val="EEF3FA"/>
                    </a:solidFill>
                  </a:tcPr>
                </a:tc>
                <a:tc>
                  <a:txBody>
                    <a:bodyPr/>
                    <a:lstStyle/>
                    <a:p>
                      <a:pPr rtl="0" algn="l"/>
                      <a:r>
                        <a:rPr sz="1300" b="0" i="0" lang="en-US">
                          <a:solidFill>
                            <a:srgbClr val="1C2333"/>
                          </a:solidFill>
                          <a:latin typeface="Segoe UI"/>
                        </a:rPr>
                        <a:t>oranges</a:t>
                      </a:r>
                    </a:p>
                  </a:txBody>
                  <a:tcPr>
                    <a:solidFill>
                      <a:srgbClr val="EEF3FA"/>
                    </a:solidFill>
                  </a:tcPr>
                </a:tc>
              </a:tr>
              <a:tr h="347472">
                <a:tc>
                  <a:txBody>
                    <a:bodyPr/>
                    <a:lstStyle/>
                    <a:p>
                      <a:pPr rtl="0" algn="l"/>
                      <a:r>
                        <a:rPr sz="1300" b="0" i="0" lang="en-US">
                          <a:solidFill>
                            <a:srgbClr val="1C2333"/>
                          </a:solidFill>
                          <a:latin typeface="Segoe UI"/>
                        </a:rPr>
                        <a:t>a bird</a:t>
                      </a:r>
                    </a:p>
                  </a:txBody>
                  <a:tcPr>
                    <a:solidFill>
                      <a:srgbClr val="FFFFFF"/>
                    </a:solidFill>
                  </a:tcPr>
                </a:tc>
                <a:tc>
                  <a:txBody>
                    <a:bodyPr/>
                    <a:lstStyle/>
                    <a:p>
                      <a:pPr rtl="0" algn="l"/>
                      <a:r>
                        <a:rPr sz="1300" b="0" i="0" lang="en-US">
                          <a:solidFill>
                            <a:srgbClr val="1C2333"/>
                          </a:solidFill>
                          <a:latin typeface="Segoe UI"/>
                        </a:rPr>
                        <a:t>birds</a:t>
                      </a:r>
                    </a:p>
                  </a:txBody>
                  <a:tcPr>
                    <a:solidFill>
                      <a:srgbClr val="FFFFFF"/>
                    </a:solidFill>
                  </a:tcPr>
                </a:tc>
                <a:tc>
                  <a:txBody>
                    <a:bodyPr/>
                    <a:lstStyle/>
                    <a:p>
                      <a:pPr rtl="0" algn="l"/>
                      <a:r>
                        <a:rPr sz="1300" b="0" i="0" lang="en-US">
                          <a:solidFill>
                            <a:srgbClr val="1C2333"/>
                          </a:solidFill>
                          <a:latin typeface="Segoe UI"/>
                        </a:rPr>
                        <a:t>a book</a:t>
                      </a:r>
                    </a:p>
                  </a:txBody>
                  <a:tcPr>
                    <a:solidFill>
                      <a:srgbClr val="FFFFFF"/>
                    </a:solidFill>
                  </a:tcPr>
                </a:tc>
                <a:tc>
                  <a:txBody>
                    <a:bodyPr/>
                    <a:lstStyle/>
                    <a:p>
                      <a:pPr rtl="0" algn="l"/>
                      <a:r>
                        <a:rPr sz="1300" b="0" i="0" lang="en-US">
                          <a:solidFill>
                            <a:srgbClr val="1C2333"/>
                          </a:solidFill>
                          <a:latin typeface="Segoe UI"/>
                        </a:rPr>
                        <a:t>books</a:t>
                      </a:r>
                    </a:p>
                  </a:txBody>
                  <a:tcPr>
                    <a:solidFill>
                      <a:srgbClr val="FFFFFF"/>
                    </a:solidFill>
                  </a:tcPr>
                </a:tc>
              </a:tr>
              <a:tr h="347472">
                <a:tc>
                  <a:txBody>
                    <a:bodyPr/>
                    <a:lstStyle/>
                    <a:p>
                      <a:pPr rtl="0" algn="l"/>
                      <a:r>
                        <a:rPr sz="1300" b="0" i="0" lang="en-US">
                          <a:solidFill>
                            <a:srgbClr val="1C2333"/>
                          </a:solidFill>
                          <a:latin typeface="Segoe UI"/>
                        </a:rPr>
                        <a:t>a cat</a:t>
                      </a:r>
                    </a:p>
                  </a:txBody>
                  <a:tcPr>
                    <a:solidFill>
                      <a:srgbClr val="EEF3FA"/>
                    </a:solidFill>
                  </a:tcPr>
                </a:tc>
                <a:tc>
                  <a:txBody>
                    <a:bodyPr/>
                    <a:lstStyle/>
                    <a:p>
                      <a:pPr rtl="0" algn="l"/>
                      <a:r>
                        <a:rPr sz="1300" b="0" i="0" lang="en-US">
                          <a:solidFill>
                            <a:srgbClr val="1C2333"/>
                          </a:solidFill>
                          <a:latin typeface="Segoe UI"/>
                        </a:rPr>
                        <a:t>cats</a:t>
                      </a:r>
                    </a:p>
                  </a:txBody>
                  <a:tcPr>
                    <a:solidFill>
                      <a:srgbClr val="EEF3FA"/>
                    </a:solidFill>
                  </a:tcPr>
                </a:tc>
                <a:tc>
                  <a:txBody>
                    <a:bodyPr/>
                    <a:lstStyle/>
                    <a:p>
                      <a:pPr rtl="0" algn="l"/>
                      <a:r>
                        <a:rPr sz="1300" b="0" i="0" lang="en-US">
                          <a:solidFill>
                            <a:srgbClr val="1C2333"/>
                          </a:solidFill>
                          <a:latin typeface="Segoe UI"/>
                        </a:rPr>
                        <a:t>an ant</a:t>
                      </a:r>
                    </a:p>
                  </a:txBody>
                  <a:tcPr>
                    <a:solidFill>
                      <a:srgbClr val="EEF3FA"/>
                    </a:solidFill>
                  </a:tcPr>
                </a:tc>
                <a:tc>
                  <a:txBody>
                    <a:bodyPr/>
                    <a:lstStyle/>
                    <a:p>
                      <a:pPr rtl="0" algn="l"/>
                      <a:r>
                        <a:rPr sz="1300" b="0" i="0" lang="en-US">
                          <a:solidFill>
                            <a:srgbClr val="1C2333"/>
                          </a:solidFill>
                          <a:latin typeface="Segoe UI"/>
                        </a:rPr>
                        <a:t>ants</a:t>
                      </a:r>
                    </a:p>
                  </a:txBody>
                  <a:tcPr>
                    <a:solidFill>
                      <a:srgbClr val="EEF3FA"/>
                    </a:solidFill>
                  </a:tcPr>
                </a:tc>
              </a:tr>
              <a:tr h="347472">
                <a:tc>
                  <a:txBody>
                    <a:bodyPr/>
                    <a:lstStyle/>
                    <a:p>
                      <a:pPr rtl="0" algn="l"/>
                      <a:r>
                        <a:rPr sz="1300" b="0" i="0" lang="en-US">
                          <a:solidFill>
                            <a:srgbClr val="1C2333"/>
                          </a:solidFill>
                          <a:latin typeface="Segoe UI"/>
                        </a:rPr>
                        <a:t>a bee</a:t>
                      </a:r>
                    </a:p>
                  </a:txBody>
                  <a:tcPr>
                    <a:solidFill>
                      <a:srgbClr val="FFFFFF"/>
                    </a:solidFill>
                  </a:tcPr>
                </a:tc>
                <a:tc>
                  <a:txBody>
                    <a:bodyPr/>
                    <a:lstStyle/>
                    <a:p>
                      <a:pPr rtl="0" algn="l"/>
                      <a:r>
                        <a:rPr sz="1300" b="0" i="0" lang="en-US">
                          <a:solidFill>
                            <a:srgbClr val="1C2333"/>
                          </a:solidFill>
                          <a:latin typeface="Segoe UI"/>
                        </a:rPr>
                        <a:t>bees</a:t>
                      </a:r>
                    </a:p>
                  </a:txBody>
                  <a:tcPr>
                    <a:solidFill>
                      <a:srgbClr val="FFFFFF"/>
                    </a:solidFill>
                  </a:tcPr>
                </a:tc>
                <a:tc>
                  <a:txBody>
                    <a:bodyPr/>
                    <a:lstStyle/>
                    <a:p>
                      <a:pPr rtl="0" algn="l"/>
                      <a:r>
                        <a:rPr sz="1300" b="0" i="0" lang="en-US">
                          <a:solidFill>
                            <a:srgbClr val="1C2333"/>
                          </a:solidFill>
                          <a:latin typeface="Segoe UI"/>
                        </a:rPr>
                        <a:t>a pen</a:t>
                      </a:r>
                    </a:p>
                  </a:txBody>
                  <a:tcPr>
                    <a:solidFill>
                      <a:srgbClr val="FFFFFF"/>
                    </a:solidFill>
                  </a:tcPr>
                </a:tc>
                <a:tc>
                  <a:txBody>
                    <a:bodyPr/>
                    <a:lstStyle/>
                    <a:p>
                      <a:pPr rtl="0" algn="l"/>
                      <a:r>
                        <a:rPr sz="1300" b="0" i="0" lang="en-US">
                          <a:solidFill>
                            <a:srgbClr val="1C2333"/>
                          </a:solidFill>
                          <a:latin typeface="Segoe UI"/>
                        </a:rPr>
                        <a:t>pens</a:t>
                      </a:r>
                    </a:p>
                  </a:txBody>
                  <a:tcPr>
                    <a:solidFill>
                      <a:srgbClr val="FFFFFF"/>
                    </a:solidFill>
                  </a:tcPr>
                </a:tc>
              </a:tr>
              <a:tr h="347472">
                <a:tc>
                  <a:txBody>
                    <a:bodyPr/>
                    <a:lstStyle/>
                    <a:p>
                      <a:pPr rtl="0" algn="l"/>
                      <a:r>
                        <a:rPr sz="1300" b="0" i="0" lang="en-US">
                          <a:solidFill>
                            <a:srgbClr val="1C2333"/>
                          </a:solidFill>
                          <a:latin typeface="Segoe UI"/>
                        </a:rPr>
                        <a:t>a fox</a:t>
                      </a:r>
                    </a:p>
                  </a:txBody>
                  <a:tcPr>
                    <a:solidFill>
                      <a:srgbClr val="EEF3FA"/>
                    </a:solidFill>
                  </a:tcPr>
                </a:tc>
                <a:tc>
                  <a:txBody>
                    <a:bodyPr/>
                    <a:lstStyle/>
                    <a:p>
                      <a:pPr rtl="0" algn="l"/>
                      <a:r>
                        <a:rPr sz="1300" b="0" i="0" lang="en-US">
                          <a:solidFill>
                            <a:srgbClr val="1C2333"/>
                          </a:solidFill>
                          <a:latin typeface="Segoe UI"/>
                        </a:rPr>
                        <a:t>fox es</a:t>
                      </a:r>
                    </a:p>
                  </a:txBody>
                  <a:tcPr>
                    <a:solidFill>
                      <a:srgbClr val="EEF3FA"/>
                    </a:solidFill>
                  </a:tcPr>
                </a:tc>
                <a:tc>
                  <a:txBody>
                    <a:bodyPr/>
                    <a:lstStyle/>
                    <a:p>
                      <a:pPr rtl="0" algn="l"/>
                      <a:r>
                        <a:rPr sz="1300" b="0" i="0" lang="en-US">
                          <a:solidFill>
                            <a:srgbClr val="1C2333"/>
                          </a:solidFill>
                          <a:latin typeface="Segoe UI"/>
                        </a:rPr>
                        <a:t>a tomato</a:t>
                      </a:r>
                    </a:p>
                  </a:txBody>
                  <a:tcPr>
                    <a:solidFill>
                      <a:srgbClr val="EEF3FA"/>
                    </a:solidFill>
                  </a:tcPr>
                </a:tc>
                <a:tc>
                  <a:txBody>
                    <a:bodyPr/>
                    <a:lstStyle/>
                    <a:p>
                      <a:pPr rtl="0" algn="l"/>
                      <a:r>
                        <a:rPr sz="1300" b="0" i="0" lang="en-US">
                          <a:solidFill>
                            <a:srgbClr val="1C2333"/>
                          </a:solidFill>
                          <a:latin typeface="Segoe UI"/>
                        </a:rPr>
                        <a:t>tomato es</a:t>
                      </a:r>
                    </a:p>
                  </a:txBody>
                  <a:tcPr>
                    <a:solidFill>
                      <a:srgbClr val="EEF3FA"/>
                    </a:solidFill>
                  </a:tcPr>
                </a:tc>
              </a:tr>
              <a:tr h="347472">
                <a:tc>
                  <a:txBody>
                    <a:bodyPr/>
                    <a:lstStyle/>
                    <a:p>
                      <a:pPr rtl="0" algn="l"/>
                      <a:r>
                        <a:rPr sz="1300" b="0" i="0" lang="en-US">
                          <a:solidFill>
                            <a:srgbClr val="1C2333"/>
                          </a:solidFill>
                          <a:latin typeface="Segoe UI"/>
                        </a:rPr>
                        <a:t>a dish</a:t>
                      </a:r>
                    </a:p>
                  </a:txBody>
                  <a:tcPr>
                    <a:solidFill>
                      <a:srgbClr val="FFFFFF"/>
                    </a:solidFill>
                  </a:tcPr>
                </a:tc>
                <a:tc>
                  <a:txBody>
                    <a:bodyPr/>
                    <a:lstStyle/>
                    <a:p>
                      <a:pPr rtl="0" algn="l"/>
                      <a:r>
                        <a:rPr sz="1300" b="0" i="0" lang="en-US">
                          <a:solidFill>
                            <a:srgbClr val="1C2333"/>
                          </a:solidFill>
                          <a:latin typeface="Segoe UI"/>
                        </a:rPr>
                        <a:t>dish es</a:t>
                      </a:r>
                    </a:p>
                  </a:txBody>
                  <a:tcPr>
                    <a:solidFill>
                      <a:srgbClr val="FFFFFF"/>
                    </a:solidFill>
                  </a:tcPr>
                </a:tc>
                <a:tc>
                  <a:txBody>
                    <a:bodyPr/>
                    <a:lstStyle/>
                    <a:p>
                      <a:pPr rtl="0" algn="l"/>
                      <a:r>
                        <a:rPr sz="1300" b="0" i="0" lang="en-US">
                          <a:solidFill>
                            <a:srgbClr val="1C2333"/>
                          </a:solidFill>
                          <a:latin typeface="Segoe UI"/>
                        </a:rPr>
                        <a:t>a box</a:t>
                      </a:r>
                    </a:p>
                  </a:txBody>
                  <a:tcPr>
                    <a:solidFill>
                      <a:srgbClr val="FFFFFF"/>
                    </a:solidFill>
                  </a:tcPr>
                </a:tc>
                <a:tc>
                  <a:txBody>
                    <a:bodyPr/>
                    <a:lstStyle/>
                    <a:p>
                      <a:pPr rtl="0" algn="l"/>
                      <a:r>
                        <a:rPr sz="1300" b="0" i="0" lang="en-US">
                          <a:solidFill>
                            <a:srgbClr val="1C2333"/>
                          </a:solidFill>
                          <a:latin typeface="Segoe UI"/>
                        </a:rPr>
                        <a:t>box es</a:t>
                      </a:r>
                    </a:p>
                  </a:txBody>
                  <a:tcPr>
                    <a:solidFill>
                      <a:srgbClr val="FFFFFF"/>
                    </a:solidFill>
                  </a:tcPr>
                </a:tc>
              </a:tr>
              <a:tr h="347472">
                <a:tc>
                  <a:txBody>
                    <a:bodyPr/>
                    <a:lstStyle/>
                    <a:p>
                      <a:pPr rtl="0" algn="l"/>
                      <a:r>
                        <a:rPr sz="1300" b="0" i="0" lang="en-US">
                          <a:solidFill>
                            <a:srgbClr val="1C2333"/>
                          </a:solidFill>
                          <a:latin typeface="Segoe UI"/>
                        </a:rPr>
                        <a:t>a watch</a:t>
                      </a:r>
                    </a:p>
                  </a:txBody>
                  <a:tcPr>
                    <a:solidFill>
                      <a:srgbClr val="EEF3FA"/>
                    </a:solidFill>
                  </a:tcPr>
                </a:tc>
                <a:tc>
                  <a:txBody>
                    <a:bodyPr/>
                    <a:lstStyle/>
                    <a:p>
                      <a:pPr rtl="0" algn="l"/>
                      <a:r>
                        <a:rPr sz="1300" b="0" i="0" lang="en-US">
                          <a:solidFill>
                            <a:srgbClr val="1C2333"/>
                          </a:solidFill>
                          <a:latin typeface="Segoe UI"/>
                        </a:rPr>
                        <a:t>watch es</a:t>
                      </a:r>
                    </a:p>
                  </a:txBody>
                  <a:tcPr>
                    <a:solidFill>
                      <a:srgbClr val="EEF3FA"/>
                    </a:solidFill>
                  </a:tcPr>
                </a:tc>
                <a:tc>
                  <a:txBody>
                    <a:bodyPr/>
                    <a:lstStyle/>
                    <a:p>
                      <a:pPr rtl="0" algn="l"/>
                      <a:r>
                        <a:rPr sz="1300" b="0" i="0" lang="en-US">
                          <a:solidFill>
                            <a:srgbClr val="1C2333"/>
                          </a:solidFill>
                          <a:latin typeface="Segoe UI"/>
                        </a:rPr>
                        <a:t>a bus</a:t>
                      </a:r>
                    </a:p>
                  </a:txBody>
                  <a:tcPr>
                    <a:solidFill>
                      <a:srgbClr val="EEF3FA"/>
                    </a:solidFill>
                  </a:tcPr>
                </a:tc>
                <a:tc>
                  <a:txBody>
                    <a:bodyPr/>
                    <a:lstStyle/>
                    <a:p>
                      <a:pPr rtl="0" algn="l"/>
                      <a:r>
                        <a:rPr sz="1300" b="0" i="0" lang="en-US">
                          <a:solidFill>
                            <a:srgbClr val="1C2333"/>
                          </a:solidFill>
                          <a:latin typeface="Segoe UI"/>
                        </a:rPr>
                        <a:t>bus es</a:t>
                      </a:r>
                    </a:p>
                  </a:txBody>
                  <a:tcPr>
                    <a:solidFill>
                      <a:srgbClr val="EEF3FA"/>
                    </a:solidFill>
                  </a:tcPr>
                </a:tc>
              </a:tr>
              <a:tr h="347472">
                <a:tc>
                  <a:txBody>
                    <a:bodyPr/>
                    <a:lstStyle/>
                    <a:p>
                      <a:pPr rtl="0" algn="l"/>
                      <a:r>
                        <a:rPr sz="1300" b="0" i="0" lang="en-US">
                          <a:solidFill>
                            <a:srgbClr val="1C2333"/>
                          </a:solidFill>
                          <a:latin typeface="Segoe UI"/>
                        </a:rPr>
                        <a:t>a baby</a:t>
                      </a:r>
                    </a:p>
                  </a:txBody>
                  <a:tcPr>
                    <a:solidFill>
                      <a:srgbClr val="FFFFFF"/>
                    </a:solidFill>
                  </a:tcPr>
                </a:tc>
                <a:tc>
                  <a:txBody>
                    <a:bodyPr/>
                    <a:lstStyle/>
                    <a:p>
                      <a:pPr rtl="0" algn="l"/>
                      <a:r>
                        <a:rPr sz="1300" b="0" i="0" lang="en-US">
                          <a:solidFill>
                            <a:srgbClr val="1C2333"/>
                          </a:solidFill>
                          <a:latin typeface="Segoe UI"/>
                        </a:rPr>
                        <a:t>bab ies</a:t>
                      </a:r>
                    </a:p>
                  </a:txBody>
                  <a:tcPr>
                    <a:solidFill>
                      <a:srgbClr val="FFFFFF"/>
                    </a:solidFill>
                  </a:tcPr>
                </a:tc>
                <a:tc>
                  <a:txBody>
                    <a:bodyPr/>
                    <a:lstStyle/>
                    <a:p>
                      <a:pPr rtl="0" algn="l"/>
                      <a:r>
                        <a:rPr sz="1300" b="0" i="0" lang="en-US">
                          <a:solidFill>
                            <a:srgbClr val="1C2333"/>
                          </a:solidFill>
                          <a:latin typeface="Segoe UI"/>
                        </a:rPr>
                        <a:t>a city</a:t>
                      </a:r>
                    </a:p>
                  </a:txBody>
                  <a:tcPr>
                    <a:solidFill>
                      <a:srgbClr val="FFFFFF"/>
                    </a:solidFill>
                  </a:tcPr>
                </a:tc>
                <a:tc>
                  <a:txBody>
                    <a:bodyPr/>
                    <a:lstStyle/>
                    <a:p>
                      <a:pPr rtl="0" algn="l"/>
                      <a:r>
                        <a:rPr sz="1300" b="0" i="0" lang="en-US">
                          <a:solidFill>
                            <a:srgbClr val="1C2333"/>
                          </a:solidFill>
                          <a:latin typeface="Segoe UI"/>
                        </a:rPr>
                        <a:t>cit ies</a:t>
                      </a:r>
                    </a:p>
                  </a:txBody>
                  <a:tcPr>
                    <a:solidFill>
                      <a:srgbClr val="FFFFFF"/>
                    </a:solidFill>
                  </a:tcPr>
                </a:tc>
              </a:tr>
              <a:tr h="347472">
                <a:tc>
                  <a:txBody>
                    <a:bodyPr/>
                    <a:lstStyle/>
                    <a:p>
                      <a:pPr rtl="0" algn="l"/>
                      <a:r>
                        <a:rPr sz="1300" b="0" i="0" lang="en-US">
                          <a:solidFill>
                            <a:srgbClr val="1C2333"/>
                          </a:solidFill>
                          <a:latin typeface="Segoe UI"/>
                        </a:rPr>
                        <a:t>a lorry</a:t>
                      </a:r>
                    </a:p>
                  </a:txBody>
                  <a:tcPr>
                    <a:solidFill>
                      <a:srgbClr val="EEF3FA"/>
                    </a:solidFill>
                  </a:tcPr>
                </a:tc>
                <a:tc>
                  <a:txBody>
                    <a:bodyPr/>
                    <a:lstStyle/>
                    <a:p>
                      <a:pPr rtl="0" algn="l"/>
                      <a:r>
                        <a:rPr sz="1300" b="0" i="0" lang="en-US">
                          <a:solidFill>
                            <a:srgbClr val="1C2333"/>
                          </a:solidFill>
                          <a:latin typeface="Segoe UI"/>
                        </a:rPr>
                        <a:t>lorr ies</a:t>
                      </a:r>
                    </a:p>
                  </a:txBody>
                  <a:tcPr>
                    <a:solidFill>
                      <a:srgbClr val="EEF3FA"/>
                    </a:solidFill>
                  </a:tcPr>
                </a:tc>
                <a:tc>
                  <a:txBody>
                    <a:bodyPr/>
                    <a:lstStyle/>
                    <a:p>
                      <a:pPr rtl="0" algn="l"/>
                      <a:r>
                        <a:rPr sz="1300" b="0" i="0" lang="en-US">
                          <a:solidFill>
                            <a:srgbClr val="1C2333"/>
                          </a:solidFill>
                          <a:latin typeface="Segoe UI"/>
                        </a:rPr>
                        <a:t>a family</a:t>
                      </a:r>
                    </a:p>
                  </a:txBody>
                  <a:tcPr>
                    <a:solidFill>
                      <a:srgbClr val="EEF3FA"/>
                    </a:solidFill>
                  </a:tcPr>
                </a:tc>
                <a:tc>
                  <a:txBody>
                    <a:bodyPr/>
                    <a:lstStyle/>
                    <a:p>
                      <a:pPr rtl="0" algn="l"/>
                      <a:r>
                        <a:rPr sz="1300" b="0" i="0" lang="en-US">
                          <a:solidFill>
                            <a:srgbClr val="1C2333"/>
                          </a:solidFill>
                          <a:latin typeface="Segoe UI"/>
                        </a:rPr>
                        <a:t>famil ies</a:t>
                      </a:r>
                    </a:p>
                  </a:txBody>
                  <a:tcPr>
                    <a:solidFill>
                      <a:srgbClr val="EEF3FA"/>
                    </a:solidFill>
                  </a:tcPr>
                </a:tc>
              </a:tr>
              <a:tr h="347472">
                <a:tc>
                  <a:txBody>
                    <a:bodyPr/>
                    <a:lstStyle/>
                    <a:p>
                      <a:pPr rtl="0" algn="l"/>
                      <a:r>
                        <a:rPr sz="1300" b="0" i="0" lang="en-US">
                          <a:solidFill>
                            <a:srgbClr val="1C2333"/>
                          </a:solidFill>
                          <a:latin typeface="Segoe UI"/>
                        </a:rPr>
                        <a:t>a wife</a:t>
                      </a:r>
                    </a:p>
                  </a:txBody>
                  <a:tcPr>
                    <a:solidFill>
                      <a:srgbClr val="FFFFFF"/>
                    </a:solidFill>
                  </a:tcPr>
                </a:tc>
                <a:tc>
                  <a:txBody>
                    <a:bodyPr/>
                    <a:lstStyle/>
                    <a:p>
                      <a:pPr rtl="0" algn="l"/>
                      <a:r>
                        <a:rPr sz="1300" b="0" i="0" lang="en-US">
                          <a:solidFill>
                            <a:srgbClr val="1C2333"/>
                          </a:solidFill>
                          <a:latin typeface="Segoe UI"/>
                        </a:rPr>
                        <a:t>wi ves</a:t>
                      </a:r>
                    </a:p>
                  </a:txBody>
                  <a:tcPr>
                    <a:solidFill>
                      <a:srgbClr val="FFFFFF"/>
                    </a:solidFill>
                  </a:tcPr>
                </a:tc>
                <a:tc>
                  <a:txBody>
                    <a:bodyPr/>
                    <a:lstStyle/>
                    <a:p>
                      <a:pPr rtl="0" algn="l"/>
                      <a:r>
                        <a:rPr sz="1300" b="0" i="0" lang="en-US">
                          <a:solidFill>
                            <a:srgbClr val="1C2333"/>
                          </a:solidFill>
                          <a:latin typeface="Segoe UI"/>
                        </a:rPr>
                        <a:t>a knife</a:t>
                      </a:r>
                    </a:p>
                  </a:txBody>
                  <a:tcPr>
                    <a:solidFill>
                      <a:srgbClr val="FFFFFF"/>
                    </a:solidFill>
                  </a:tcPr>
                </a:tc>
                <a:tc>
                  <a:txBody>
                    <a:bodyPr/>
                    <a:lstStyle/>
                    <a:p>
                      <a:pPr rtl="0" algn="l"/>
                      <a:r>
                        <a:rPr sz="1300" b="0" i="0" lang="en-US">
                          <a:solidFill>
                            <a:srgbClr val="1C2333"/>
                          </a:solidFill>
                          <a:latin typeface="Segoe UI"/>
                        </a:rPr>
                        <a:t>kni ves</a:t>
                      </a:r>
                    </a:p>
                  </a:txBody>
                  <a:tcPr>
                    <a:solidFill>
                      <a:srgbClr val="FFFFFF"/>
                    </a:solidFill>
                  </a:tcPr>
                </a:tc>
              </a:tr>
              <a:tr h="347472">
                <a:tc>
                  <a:txBody>
                    <a:bodyPr/>
                    <a:lstStyle/>
                    <a:p>
                      <a:pPr rtl="0" algn="l"/>
                      <a:r>
                        <a:rPr sz="1300" b="0" i="0" lang="en-US">
                          <a:solidFill>
                            <a:srgbClr val="1C2333"/>
                          </a:solidFill>
                          <a:latin typeface="Segoe UI"/>
                        </a:rPr>
                        <a:t>a self</a:t>
                      </a:r>
                    </a:p>
                  </a:txBody>
                  <a:tcPr>
                    <a:solidFill>
                      <a:srgbClr val="EEF3FA"/>
                    </a:solidFill>
                  </a:tcPr>
                </a:tc>
                <a:tc>
                  <a:txBody>
                    <a:bodyPr/>
                    <a:lstStyle/>
                    <a:p>
                      <a:pPr rtl="0" algn="l"/>
                      <a:r>
                        <a:rPr sz="1300" b="0" i="0" lang="en-US">
                          <a:solidFill>
                            <a:srgbClr val="1C2333"/>
                          </a:solidFill>
                          <a:latin typeface="Segoe UI"/>
                        </a:rPr>
                        <a:t>sel ves</a:t>
                      </a:r>
                    </a:p>
                  </a:txBody>
                  <a:tcPr>
                    <a:solidFill>
                      <a:srgbClr val="EEF3FA"/>
                    </a:solidFill>
                  </a:tcPr>
                </a:tc>
                <a:tc>
                  <a:txBody>
                    <a:bodyPr/>
                    <a:lstStyle/>
                    <a:p>
                      <a:pPr rtl="0" algn="l"/>
                      <a:r>
                        <a:rPr sz="1300" b="0" i="0" lang="en-US">
                          <a:solidFill>
                            <a:srgbClr val="1C2333"/>
                          </a:solidFill>
                          <a:latin typeface="Segoe UI"/>
                        </a:rPr>
                        <a:t>a leaf</a:t>
                      </a:r>
                    </a:p>
                  </a:txBody>
                  <a:tcPr>
                    <a:solidFill>
                      <a:srgbClr val="EEF3FA"/>
                    </a:solidFill>
                  </a:tcPr>
                </a:tc>
                <a:tc>
                  <a:txBody>
                    <a:bodyPr/>
                    <a:lstStyle/>
                    <a:p>
                      <a:pPr rtl="0" algn="l"/>
                      <a:r>
                        <a:rPr sz="1300" b="0" i="0" lang="en-US">
                          <a:solidFill>
                            <a:srgbClr val="1C2333"/>
                          </a:solidFill>
                          <a:latin typeface="Segoe UI"/>
                        </a:rPr>
                        <a:t>lea ves</a:t>
                      </a:r>
                    </a:p>
                  </a:txBody>
                  <a:tcPr>
                    <a:solidFill>
                      <a:srgbClr val="EEF3FA"/>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389888"/>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c>
                  <a:txBody>
                    <a:bodyPr/>
                    <a:lstStyle/>
                    <a:p>
                      <a:pPr rtl="1" algn="r"/>
                      <a:r>
                        <a:rPr sz="1700" b="1" i="0" lang="ar-EG" altLang="en-US">
                          <a:solidFill>
                            <a:srgbClr val="FFFFFF"/>
                          </a:solidFill>
                          <a:latin typeface="Traditional Arabic"/>
                        </a:rPr>
                        <a:t>المفرد</a:t>
                      </a:r>
                    </a:p>
                  </a:txBody>
                  <a:tcPr>
                    <a:solidFill>
                      <a:srgbClr val="22945B"/>
                    </a:solidFill>
                  </a:tcPr>
                </a:tc>
                <a:tc>
                  <a:txBody>
                    <a:bodyPr/>
                    <a:lstStyle/>
                    <a:p>
                      <a:pPr rtl="1" algn="r"/>
                      <a:r>
                        <a:rPr sz="1700" b="1" i="0" lang="ar-EG" altLang="en-US">
                          <a:solidFill>
                            <a:srgbClr val="FFFFFF"/>
                          </a:solidFill>
                          <a:latin typeface="Traditional Arabic"/>
                        </a:rPr>
                        <a:t>الجمع</a:t>
                      </a:r>
                    </a:p>
                  </a:txBody>
                  <a:tcPr>
                    <a:solidFill>
                      <a:srgbClr val="22945B"/>
                    </a:solidFill>
                  </a:tcPr>
                </a:tc>
              </a:tr>
              <a:tr h="347472">
                <a:tc>
                  <a:txBody>
                    <a:bodyPr/>
                    <a:lstStyle/>
                    <a:p>
                      <a:pPr rtl="0" algn="l"/>
                      <a:r>
                        <a:rPr sz="1300" b="0" i="0" lang="en-US">
                          <a:solidFill>
                            <a:srgbClr val="1C2333"/>
                          </a:solidFill>
                          <a:latin typeface="Segoe UI"/>
                        </a:rPr>
                        <a:t>an ox</a:t>
                      </a:r>
                    </a:p>
                  </a:txBody>
                  <a:tcPr>
                    <a:solidFill>
                      <a:srgbClr val="FFFFFF"/>
                    </a:solidFill>
                  </a:tcPr>
                </a:tc>
                <a:tc>
                  <a:txBody>
                    <a:bodyPr/>
                    <a:lstStyle/>
                    <a:p>
                      <a:pPr rtl="0" algn="l"/>
                      <a:r>
                        <a:rPr sz="1300" b="0" i="0" lang="en-US">
                          <a:solidFill>
                            <a:srgbClr val="1C2333"/>
                          </a:solidFill>
                          <a:latin typeface="Segoe UI"/>
                        </a:rPr>
                        <a:t>oxen</a:t>
                      </a:r>
                    </a:p>
                  </a:txBody>
                  <a:tcPr>
                    <a:solidFill>
                      <a:srgbClr val="FFFFFF"/>
                    </a:solidFill>
                  </a:tcPr>
                </a:tc>
                <a:tc>
                  <a:txBody>
                    <a:bodyPr/>
                    <a:lstStyle/>
                    <a:p>
                      <a:pPr rtl="0" algn="l"/>
                      <a:r>
                        <a:rPr sz="1300" b="0" i="0" lang="en-US">
                          <a:solidFill>
                            <a:srgbClr val="1C2333"/>
                          </a:solidFill>
                          <a:latin typeface="Segoe UI"/>
                        </a:rPr>
                        <a:t>a child</a:t>
                      </a:r>
                    </a:p>
                  </a:txBody>
                  <a:tcPr>
                    <a:solidFill>
                      <a:srgbClr val="FFFFFF"/>
                    </a:solidFill>
                  </a:tcPr>
                </a:tc>
                <a:tc>
                  <a:txBody>
                    <a:bodyPr/>
                    <a:lstStyle/>
                    <a:p>
                      <a:pPr rtl="0" algn="l"/>
                      <a:r>
                        <a:rPr sz="1300" b="0" i="0" lang="en-US">
                          <a:solidFill>
                            <a:srgbClr val="1C2333"/>
                          </a:solidFill>
                          <a:latin typeface="Segoe UI"/>
                        </a:rPr>
                        <a:t>children</a:t>
                      </a:r>
                    </a:p>
                  </a:txBody>
                  <a:tcPr>
                    <a:solidFill>
                      <a:srgbClr val="FFFFFF"/>
                    </a:solidFill>
                  </a:tcPr>
                </a:tc>
              </a:tr>
              <a:tr h="347472">
                <a:tc>
                  <a:txBody>
                    <a:bodyPr/>
                    <a:lstStyle/>
                    <a:p>
                      <a:pPr rtl="0" algn="l"/>
                      <a:r>
                        <a:rPr sz="1300" b="0" i="0" lang="en-US">
                          <a:solidFill>
                            <a:srgbClr val="1C2333"/>
                          </a:solidFill>
                          <a:latin typeface="Segoe UI"/>
                        </a:rPr>
                        <a:t>a man</a:t>
                      </a:r>
                    </a:p>
                  </a:txBody>
                  <a:tcPr>
                    <a:solidFill>
                      <a:srgbClr val="EEF3FA"/>
                    </a:solidFill>
                  </a:tcPr>
                </a:tc>
                <a:tc>
                  <a:txBody>
                    <a:bodyPr/>
                    <a:lstStyle/>
                    <a:p>
                      <a:pPr rtl="0" algn="l"/>
                      <a:r>
                        <a:rPr sz="1300" b="0" i="0" lang="en-US">
                          <a:solidFill>
                            <a:srgbClr val="1C2333"/>
                          </a:solidFill>
                          <a:latin typeface="Segoe UI"/>
                        </a:rPr>
                        <a:t>men</a:t>
                      </a:r>
                    </a:p>
                  </a:txBody>
                  <a:tcPr>
                    <a:solidFill>
                      <a:srgbClr val="EEF3FA"/>
                    </a:solidFill>
                  </a:tcPr>
                </a:tc>
                <a:tc>
                  <a:txBody>
                    <a:bodyPr/>
                    <a:lstStyle/>
                    <a:p>
                      <a:pPr rtl="0" algn="l"/>
                      <a:r>
                        <a:rPr sz="1300" b="0" i="0" lang="en-US">
                          <a:solidFill>
                            <a:srgbClr val="1C2333"/>
                          </a:solidFill>
                          <a:latin typeface="Segoe UI"/>
                        </a:rPr>
                        <a:t>a woman</a:t>
                      </a:r>
                    </a:p>
                  </a:txBody>
                  <a:tcPr>
                    <a:solidFill>
                      <a:srgbClr val="EEF3FA"/>
                    </a:solidFill>
                  </a:tcPr>
                </a:tc>
                <a:tc>
                  <a:txBody>
                    <a:bodyPr/>
                    <a:lstStyle/>
                    <a:p>
                      <a:pPr rtl="0" algn="l"/>
                      <a:r>
                        <a:rPr sz="1300" b="0" i="0" lang="en-US">
                          <a:solidFill>
                            <a:srgbClr val="1C2333"/>
                          </a:solidFill>
                          <a:latin typeface="Segoe UI"/>
                        </a:rPr>
                        <a:t>women</a:t>
                      </a:r>
                    </a:p>
                  </a:txBody>
                  <a:tcPr>
                    <a:solidFill>
                      <a:srgbClr val="EEF3FA"/>
                    </a:solidFill>
                  </a:tcPr>
                </a:tc>
              </a:tr>
              <a:tr h="347472">
                <a:tc>
                  <a:txBody>
                    <a:bodyPr/>
                    <a:lstStyle/>
                    <a:p>
                      <a:pPr rtl="0" algn="l"/>
                      <a:r>
                        <a:rPr sz="1300" b="0" i="0" lang="en-US">
                          <a:solidFill>
                            <a:srgbClr val="1C2333"/>
                          </a:solidFill>
                          <a:latin typeface="Segoe UI"/>
                        </a:rPr>
                        <a:t>a foot</a:t>
                      </a:r>
                    </a:p>
                  </a:txBody>
                  <a:tcPr>
                    <a:solidFill>
                      <a:srgbClr val="FFFFFF"/>
                    </a:solidFill>
                  </a:tcPr>
                </a:tc>
                <a:tc>
                  <a:txBody>
                    <a:bodyPr/>
                    <a:lstStyle/>
                    <a:p>
                      <a:pPr rtl="0" algn="l"/>
                      <a:r>
                        <a:rPr sz="1300" b="0" i="0" lang="en-US">
                          <a:solidFill>
                            <a:srgbClr val="1C2333"/>
                          </a:solidFill>
                          <a:latin typeface="Segoe UI"/>
                        </a:rPr>
                        <a:t>feet</a:t>
                      </a:r>
                    </a:p>
                  </a:txBody>
                  <a:tcPr>
                    <a:solidFill>
                      <a:srgbClr val="FFFFFF"/>
                    </a:solidFill>
                  </a:tcPr>
                </a:tc>
                <a:tc>
                  <a:txBody>
                    <a:bodyPr/>
                    <a:lstStyle/>
                    <a:p>
                      <a:pPr rtl="0" algn="l"/>
                      <a:r>
                        <a:rPr sz="1300" b="0" i="0" lang="en-US">
                          <a:solidFill>
                            <a:srgbClr val="1C2333"/>
                          </a:solidFill>
                          <a:latin typeface="Segoe UI"/>
                        </a:rPr>
                        <a:t>a tooth</a:t>
                      </a:r>
                    </a:p>
                  </a:txBody>
                  <a:tcPr>
                    <a:solidFill>
                      <a:srgbClr val="FFFFFF"/>
                    </a:solidFill>
                  </a:tcPr>
                </a:tc>
                <a:tc>
                  <a:txBody>
                    <a:bodyPr/>
                    <a:lstStyle/>
                    <a:p>
                      <a:pPr rtl="0" algn="l"/>
                      <a:r>
                        <a:rPr sz="1300" b="0" i="0" lang="en-US">
                          <a:solidFill>
                            <a:srgbClr val="1C2333"/>
                          </a:solidFill>
                          <a:latin typeface="Segoe UI"/>
                        </a:rPr>
                        <a:t>teeth</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door → ……</a:t>
            </a:r>
          </a:p>
          <a:p>
            <a:pPr rtl="0" algn="l">
              <a:spcAft>
                <a:spcPts val="800"/>
              </a:spcAft>
            </a:pPr>
            <a:r>
              <a:rPr sz="1800" b="0" i="0" lang="en-US">
                <a:solidFill>
                  <a:srgbClr val="1C2333"/>
                </a:solidFill>
                <a:latin typeface="Segoe UI"/>
              </a:rPr>
              <a:t>2) wall → ……</a:t>
            </a:r>
          </a:p>
          <a:p>
            <a:pPr rtl="0" algn="l">
              <a:spcAft>
                <a:spcPts val="800"/>
              </a:spcAft>
            </a:pPr>
            <a:r>
              <a:rPr sz="1800" b="0" i="0" lang="en-US">
                <a:solidFill>
                  <a:srgbClr val="1C2333"/>
                </a:solidFill>
                <a:latin typeface="Segoe UI"/>
              </a:rPr>
              <a:t>3) tree → ……</a:t>
            </a:r>
          </a:p>
          <a:p>
            <a:pPr rtl="0" algn="l">
              <a:spcAft>
                <a:spcPts val="800"/>
              </a:spcAft>
            </a:pPr>
            <a:r>
              <a:rPr sz="1800" b="0" i="0" lang="en-US">
                <a:solidFill>
                  <a:srgbClr val="1C2333"/>
                </a:solidFill>
                <a:latin typeface="Segoe UI"/>
              </a:rPr>
              <a:t>4) toy → ……</a:t>
            </a:r>
          </a:p>
          <a:p>
            <a:pPr rtl="0" algn="l">
              <a:spcAft>
                <a:spcPts val="800"/>
              </a:spcAft>
            </a:pPr>
            <a:r>
              <a:rPr sz="1800" b="0" i="0" lang="en-US">
                <a:solidFill>
                  <a:srgbClr val="1C2333"/>
                </a:solidFill>
                <a:latin typeface="Segoe UI"/>
              </a:rPr>
              <a:t>5) dog → ……</a:t>
            </a:r>
          </a:p>
          <a:p>
            <a:pPr rtl="0" algn="l">
              <a:spcAft>
                <a:spcPts val="800"/>
              </a:spcAft>
            </a:pPr>
            <a:r>
              <a:rPr sz="1800" b="0" i="0" lang="en-US">
                <a:solidFill>
                  <a:srgbClr val="1C2333"/>
                </a:solidFill>
                <a:latin typeface="Segoe UI"/>
              </a:rPr>
              <a:t>6) bird → ……</a:t>
            </a:r>
          </a:p>
          <a:p>
            <a:pPr rtl="0" algn="l">
              <a:spcAft>
                <a:spcPts val="800"/>
              </a:spcAft>
            </a:pPr>
            <a:r>
              <a:rPr sz="1800" b="0" i="0" lang="en-US">
                <a:solidFill>
                  <a:srgbClr val="1C2333"/>
                </a:solidFill>
                <a:latin typeface="Segoe UI"/>
              </a:rPr>
              <a:t>7) plant →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door → ……</a:t>
            </a:r>
          </a:p>
          <a:p>
            <a:pPr lvl="1" rtl="0" algn="l">
              <a:spcAft>
                <a:spcPts val="700"/>
              </a:spcAft>
            </a:pPr>
            <a:r>
              <a:rPr sz="1600" b="1" i="0" lang="en-US">
                <a:solidFill>
                  <a:srgbClr val="0F7A3D"/>
                </a:solidFill>
                <a:latin typeface="Segoe UI"/>
              </a:rPr>
              <a:t>✔ doors</a:t>
            </a:r>
          </a:p>
          <a:p>
            <a:pPr rtl="0" algn="l">
              <a:spcAft>
                <a:spcPts val="300"/>
              </a:spcAft>
            </a:pPr>
            <a:r>
              <a:rPr sz="1700" b="0" i="0" lang="en-US">
                <a:solidFill>
                  <a:srgbClr val="1C2333"/>
                </a:solidFill>
                <a:latin typeface="Segoe UI"/>
              </a:rPr>
              <a:t>2) wall → ……</a:t>
            </a:r>
          </a:p>
          <a:p>
            <a:pPr lvl="1" rtl="0" algn="l">
              <a:spcAft>
                <a:spcPts val="700"/>
              </a:spcAft>
            </a:pPr>
            <a:r>
              <a:rPr sz="1600" b="1" i="0" lang="en-US">
                <a:solidFill>
                  <a:srgbClr val="0F7A3D"/>
                </a:solidFill>
                <a:latin typeface="Segoe UI"/>
              </a:rPr>
              <a:t>✔ walls</a:t>
            </a:r>
          </a:p>
          <a:p>
            <a:pPr rtl="0" algn="l">
              <a:spcAft>
                <a:spcPts val="300"/>
              </a:spcAft>
            </a:pPr>
            <a:r>
              <a:rPr sz="1700" b="0" i="0" lang="en-US">
                <a:solidFill>
                  <a:srgbClr val="1C2333"/>
                </a:solidFill>
                <a:latin typeface="Segoe UI"/>
              </a:rPr>
              <a:t>3) tree → ……</a:t>
            </a:r>
          </a:p>
          <a:p>
            <a:pPr lvl="1" rtl="0" algn="l">
              <a:spcAft>
                <a:spcPts val="700"/>
              </a:spcAft>
            </a:pPr>
            <a:r>
              <a:rPr sz="1600" b="1" i="0" lang="en-US">
                <a:solidFill>
                  <a:srgbClr val="0F7A3D"/>
                </a:solidFill>
                <a:latin typeface="Segoe UI"/>
              </a:rPr>
              <a:t>✔ trees</a:t>
            </a:r>
          </a:p>
          <a:p>
            <a:pPr rtl="0" algn="l">
              <a:spcAft>
                <a:spcPts val="300"/>
              </a:spcAft>
            </a:pPr>
            <a:r>
              <a:rPr sz="1700" b="0" i="0" lang="en-US">
                <a:solidFill>
                  <a:srgbClr val="1C2333"/>
                </a:solidFill>
                <a:latin typeface="Segoe UI"/>
              </a:rPr>
              <a:t>4) toy → ……</a:t>
            </a:r>
          </a:p>
          <a:p>
            <a:pPr lvl="1" rtl="0" algn="l">
              <a:spcAft>
                <a:spcPts val="700"/>
              </a:spcAft>
            </a:pPr>
            <a:r>
              <a:rPr sz="1600" b="1" i="0" lang="en-US">
                <a:solidFill>
                  <a:srgbClr val="0F7A3D"/>
                </a:solidFill>
                <a:latin typeface="Segoe UI"/>
              </a:rPr>
              <a:t>✔ toys</a:t>
            </a:r>
          </a:p>
          <a:p>
            <a:pPr rtl="0" algn="l">
              <a:spcAft>
                <a:spcPts val="300"/>
              </a:spcAft>
            </a:pPr>
            <a:r>
              <a:rPr sz="1700" b="0" i="0" lang="en-US">
                <a:solidFill>
                  <a:srgbClr val="1C2333"/>
                </a:solidFill>
                <a:latin typeface="Segoe UI"/>
              </a:rPr>
              <a:t>5) dog → ……</a:t>
            </a:r>
          </a:p>
          <a:p>
            <a:pPr lvl="1" rtl="0" algn="l">
              <a:spcAft>
                <a:spcPts val="700"/>
              </a:spcAft>
            </a:pPr>
            <a:r>
              <a:rPr sz="1600" b="1" i="0" lang="en-US">
                <a:solidFill>
                  <a:srgbClr val="0F7A3D"/>
                </a:solidFill>
                <a:latin typeface="Segoe UI"/>
              </a:rPr>
              <a:t>✔ dogs</a:t>
            </a:r>
          </a:p>
          <a:p>
            <a:pPr rtl="0" algn="l">
              <a:spcAft>
                <a:spcPts val="300"/>
              </a:spcAft>
            </a:pPr>
            <a:r>
              <a:rPr sz="1700" b="0" i="0" lang="en-US">
                <a:solidFill>
                  <a:srgbClr val="1C2333"/>
                </a:solidFill>
                <a:latin typeface="Segoe UI"/>
              </a:rPr>
              <a:t>6) bird → ……</a:t>
            </a:r>
          </a:p>
          <a:p>
            <a:pPr lvl="1" rtl="0" algn="l">
              <a:spcAft>
                <a:spcPts val="700"/>
              </a:spcAft>
            </a:pPr>
            <a:r>
              <a:rPr sz="1600" b="1" i="0" lang="en-US">
                <a:solidFill>
                  <a:srgbClr val="0F7A3D"/>
                </a:solidFill>
                <a:latin typeface="Segoe UI"/>
              </a:rPr>
              <a:t>✔ birds</a:t>
            </a:r>
          </a:p>
          <a:p>
            <a:pPr rtl="0" algn="l">
              <a:spcAft>
                <a:spcPts val="300"/>
              </a:spcAft>
            </a:pPr>
            <a:r>
              <a:rPr sz="1700" b="0" i="0" lang="en-US">
                <a:solidFill>
                  <a:srgbClr val="1C2333"/>
                </a:solidFill>
                <a:latin typeface="Segoe UI"/>
              </a:rPr>
              <a:t>7) plant → ……</a:t>
            </a:r>
          </a:p>
          <a:p>
            <a:pPr lvl="1" rtl="0" algn="l">
              <a:spcAft>
                <a:spcPts val="700"/>
              </a:spcAft>
            </a:pPr>
            <a:r>
              <a:rPr sz="1600" b="1" i="0" lang="en-US">
                <a:solidFill>
                  <a:srgbClr val="0F7A3D"/>
                </a:solidFill>
                <a:latin typeface="Segoe UI"/>
              </a:rPr>
              <a:t>✔ plants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car → ……</a:t>
            </a:r>
          </a:p>
          <a:p>
            <a:pPr rtl="0" algn="l">
              <a:spcAft>
                <a:spcPts val="800"/>
              </a:spcAft>
            </a:pPr>
            <a:r>
              <a:rPr sz="1800" b="0" i="0" lang="en-US">
                <a:solidFill>
                  <a:srgbClr val="1C2333"/>
                </a:solidFill>
                <a:latin typeface="Segoe UI"/>
              </a:rPr>
              <a:t>9) lion → ……</a:t>
            </a:r>
          </a:p>
          <a:p>
            <a:pPr rtl="0" algn="l">
              <a:spcAft>
                <a:spcPts val="800"/>
              </a:spcAft>
            </a:pPr>
            <a:r>
              <a:rPr sz="1800" b="0" i="0" lang="en-US">
                <a:solidFill>
                  <a:srgbClr val="1C2333"/>
                </a:solidFill>
                <a:latin typeface="Segoe UI"/>
              </a:rPr>
              <a:t>10) flower → ……</a:t>
            </a:r>
          </a:p>
          <a:p>
            <a:pPr rtl="0" algn="l">
              <a:spcAft>
                <a:spcPts val="800"/>
              </a:spcAft>
            </a:pPr>
            <a:r>
              <a:rPr sz="1800" b="0" i="0" lang="en-US">
                <a:solidFill>
                  <a:srgbClr val="1C2333"/>
                </a:solidFill>
                <a:latin typeface="Segoe UI"/>
              </a:rPr>
              <a:t>11) animal → ……</a:t>
            </a:r>
          </a:p>
          <a:p>
            <a:pPr rtl="0" algn="l">
              <a:spcAft>
                <a:spcPts val="800"/>
              </a:spcAft>
            </a:pPr>
            <a:r>
              <a:rPr sz="1800" b="0" i="0" lang="en-US">
                <a:solidFill>
                  <a:srgbClr val="1C2333"/>
                </a:solidFill>
                <a:latin typeface="Segoe UI"/>
              </a:rPr>
              <a:t>12) pencil →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Give the plural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car → ……</a:t>
            </a:r>
          </a:p>
          <a:p>
            <a:pPr lvl="1" rtl="0" algn="l">
              <a:spcAft>
                <a:spcPts val="700"/>
              </a:spcAft>
            </a:pPr>
            <a:r>
              <a:rPr sz="1600" b="1" i="0" lang="en-US">
                <a:solidFill>
                  <a:srgbClr val="0F7A3D"/>
                </a:solidFill>
                <a:latin typeface="Segoe UI"/>
              </a:rPr>
              <a:t>✔ cars</a:t>
            </a:r>
          </a:p>
          <a:p>
            <a:pPr rtl="0" algn="l">
              <a:spcAft>
                <a:spcPts val="300"/>
              </a:spcAft>
            </a:pPr>
            <a:r>
              <a:rPr sz="1700" b="0" i="0" lang="en-US">
                <a:solidFill>
                  <a:srgbClr val="1C2333"/>
                </a:solidFill>
                <a:latin typeface="Segoe UI"/>
              </a:rPr>
              <a:t>9) lion → ……</a:t>
            </a:r>
          </a:p>
          <a:p>
            <a:pPr lvl="1" rtl="0" algn="l">
              <a:spcAft>
                <a:spcPts val="700"/>
              </a:spcAft>
            </a:pPr>
            <a:r>
              <a:rPr sz="1600" b="1" i="0" lang="en-US">
                <a:solidFill>
                  <a:srgbClr val="0F7A3D"/>
                </a:solidFill>
                <a:latin typeface="Segoe UI"/>
              </a:rPr>
              <a:t>✔ lions</a:t>
            </a:r>
          </a:p>
          <a:p>
            <a:pPr rtl="0" algn="l">
              <a:spcAft>
                <a:spcPts val="300"/>
              </a:spcAft>
            </a:pPr>
            <a:r>
              <a:rPr sz="1700" b="0" i="0" lang="en-US">
                <a:solidFill>
                  <a:srgbClr val="1C2333"/>
                </a:solidFill>
                <a:latin typeface="Segoe UI"/>
              </a:rPr>
              <a:t>10) flower → ……</a:t>
            </a:r>
          </a:p>
          <a:p>
            <a:pPr lvl="1" rtl="0" algn="l">
              <a:spcAft>
                <a:spcPts val="700"/>
              </a:spcAft>
            </a:pPr>
            <a:r>
              <a:rPr sz="1600" b="1" i="0" lang="en-US">
                <a:solidFill>
                  <a:srgbClr val="0F7A3D"/>
                </a:solidFill>
                <a:latin typeface="Segoe UI"/>
              </a:rPr>
              <a:t>✔ flowers</a:t>
            </a:r>
          </a:p>
          <a:p>
            <a:pPr rtl="0" algn="l">
              <a:spcAft>
                <a:spcPts val="300"/>
              </a:spcAft>
            </a:pPr>
            <a:r>
              <a:rPr sz="1700" b="0" i="0" lang="en-US">
                <a:solidFill>
                  <a:srgbClr val="1C2333"/>
                </a:solidFill>
                <a:latin typeface="Segoe UI"/>
              </a:rPr>
              <a:t>11) animal → ……</a:t>
            </a:r>
          </a:p>
          <a:p>
            <a:pPr lvl="1" rtl="0" algn="l">
              <a:spcAft>
                <a:spcPts val="700"/>
              </a:spcAft>
            </a:pPr>
            <a:r>
              <a:rPr sz="1600" b="1" i="0" lang="en-US">
                <a:solidFill>
                  <a:srgbClr val="0F7A3D"/>
                </a:solidFill>
                <a:latin typeface="Segoe UI"/>
              </a:rPr>
              <a:t>✔ animals</a:t>
            </a:r>
          </a:p>
          <a:p>
            <a:pPr rtl="0" algn="l">
              <a:spcAft>
                <a:spcPts val="300"/>
              </a:spcAft>
            </a:pPr>
            <a:r>
              <a:rPr sz="1700" b="0" i="0" lang="en-US">
                <a:solidFill>
                  <a:srgbClr val="1C2333"/>
                </a:solidFill>
                <a:latin typeface="Segoe UI"/>
              </a:rPr>
              <a:t>12) pencil → ……</a:t>
            </a:r>
          </a:p>
          <a:p>
            <a:pPr lvl="1" rtl="0" algn="l">
              <a:spcAft>
                <a:spcPts val="700"/>
              </a:spcAft>
            </a:pPr>
            <a:r>
              <a:rPr sz="1600" b="1" i="0" lang="en-US">
                <a:solidFill>
                  <a:srgbClr val="0F7A3D"/>
                </a:solidFill>
                <a:latin typeface="Segoe UI"/>
              </a:rPr>
              <a:t>✔ pencils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She is a …… (nurse – nurses).   (nurse – nurses)</a:t>
            </a:r>
          </a:p>
          <a:p>
            <a:pPr rtl="0" algn="l">
              <a:spcAft>
                <a:spcPts val="800"/>
              </a:spcAft>
            </a:pPr>
            <a:r>
              <a:rPr sz="1800" b="0" i="0" lang="en-US">
                <a:solidFill>
                  <a:srgbClr val="1C2333"/>
                </a:solidFill>
                <a:latin typeface="Segoe UI"/>
              </a:rPr>
              <a:t>2) I am a …… (man – men).   (man – men)</a:t>
            </a:r>
          </a:p>
          <a:p>
            <a:pPr rtl="0" algn="l">
              <a:spcAft>
                <a:spcPts val="800"/>
              </a:spcAft>
            </a:pPr>
            <a:r>
              <a:rPr sz="1800" b="0" i="0" lang="en-US">
                <a:solidFill>
                  <a:srgbClr val="1C2333"/>
                </a:solidFill>
                <a:latin typeface="Segoe UI"/>
              </a:rPr>
              <a:t>3) We are …… (doctor – doctors).   (doctor – doctors)</a:t>
            </a:r>
          </a:p>
          <a:p>
            <a:pPr rtl="0" algn="l">
              <a:spcAft>
                <a:spcPts val="800"/>
              </a:spcAft>
            </a:pPr>
            <a:r>
              <a:rPr sz="1800" b="0" i="0" lang="en-US">
                <a:solidFill>
                  <a:srgbClr val="1C2333"/>
                </a:solidFill>
                <a:latin typeface="Segoe UI"/>
              </a:rPr>
              <a:t>4) You are a …… (boys – boy).   (boys – boy)</a:t>
            </a:r>
          </a:p>
          <a:p>
            <a:pPr rtl="0" algn="l">
              <a:spcAft>
                <a:spcPts val="800"/>
              </a:spcAft>
            </a:pPr>
            <a:r>
              <a:rPr sz="1800" b="0" i="0" lang="en-US">
                <a:solidFill>
                  <a:srgbClr val="1C2333"/>
                </a:solidFill>
                <a:latin typeface="Segoe UI"/>
              </a:rPr>
              <a:t>5) She is a …… (girl – girls).   (girl – girls)</a:t>
            </a:r>
          </a:p>
          <a:p>
            <a:pPr rtl="0" algn="l">
              <a:spcAft>
                <a:spcPts val="800"/>
              </a:spcAft>
            </a:pPr>
            <a:r>
              <a:rPr sz="1800" b="0" i="0" lang="en-US">
                <a:solidFill>
                  <a:srgbClr val="1C2333"/>
                </a:solidFill>
                <a:latin typeface="Segoe UI"/>
              </a:rPr>
              <a:t>6) It is an …… (elephant – elephants).   (elephant – elephants)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She is a …… (nurse – nurses).   (nurse – nurses)</a:t>
            </a:r>
          </a:p>
          <a:p>
            <a:pPr lvl="1" rtl="0" algn="l">
              <a:spcAft>
                <a:spcPts val="700"/>
              </a:spcAft>
            </a:pPr>
            <a:r>
              <a:rPr sz="1600" b="1" i="0" lang="en-US">
                <a:solidFill>
                  <a:srgbClr val="0F7A3D"/>
                </a:solidFill>
                <a:latin typeface="Segoe UI"/>
              </a:rPr>
              <a:t>✔ nurse</a:t>
            </a:r>
          </a:p>
          <a:p>
            <a:pPr rtl="0" algn="l">
              <a:spcAft>
                <a:spcPts val="300"/>
              </a:spcAft>
            </a:pPr>
            <a:r>
              <a:rPr sz="1700" b="0" i="0" lang="en-US">
                <a:solidFill>
                  <a:srgbClr val="1C2333"/>
                </a:solidFill>
                <a:latin typeface="Segoe UI"/>
              </a:rPr>
              <a:t>2) I am a …… (man – men).   (man – men)</a:t>
            </a:r>
          </a:p>
          <a:p>
            <a:pPr lvl="1" rtl="0" algn="l">
              <a:spcAft>
                <a:spcPts val="700"/>
              </a:spcAft>
            </a:pPr>
            <a:r>
              <a:rPr sz="1600" b="1" i="0" lang="en-US">
                <a:solidFill>
                  <a:srgbClr val="0F7A3D"/>
                </a:solidFill>
                <a:latin typeface="Segoe UI"/>
              </a:rPr>
              <a:t>✔ man</a:t>
            </a:r>
          </a:p>
          <a:p>
            <a:pPr rtl="0" algn="l">
              <a:spcAft>
                <a:spcPts val="300"/>
              </a:spcAft>
            </a:pPr>
            <a:r>
              <a:rPr sz="1700" b="0" i="0" lang="en-US">
                <a:solidFill>
                  <a:srgbClr val="1C2333"/>
                </a:solidFill>
                <a:latin typeface="Segoe UI"/>
              </a:rPr>
              <a:t>3) We are …… (doctor – doctors).   (doctor – doctors)</a:t>
            </a:r>
          </a:p>
          <a:p>
            <a:pPr lvl="1" rtl="0" algn="l">
              <a:spcAft>
                <a:spcPts val="700"/>
              </a:spcAft>
            </a:pPr>
            <a:r>
              <a:rPr sz="1600" b="1" i="0" lang="en-US">
                <a:solidFill>
                  <a:srgbClr val="0F7A3D"/>
                </a:solidFill>
                <a:latin typeface="Segoe UI"/>
              </a:rPr>
              <a:t>✔ doctors</a:t>
            </a:r>
          </a:p>
          <a:p>
            <a:pPr rtl="0" algn="l">
              <a:spcAft>
                <a:spcPts val="300"/>
              </a:spcAft>
            </a:pPr>
            <a:r>
              <a:rPr sz="1700" b="0" i="0" lang="en-US">
                <a:solidFill>
                  <a:srgbClr val="1C2333"/>
                </a:solidFill>
                <a:latin typeface="Segoe UI"/>
              </a:rPr>
              <a:t>4) You are a …… (boys – boy).   (boys – boy)</a:t>
            </a:r>
          </a:p>
          <a:p>
            <a:pPr lvl="1" rtl="0" algn="l">
              <a:spcAft>
                <a:spcPts val="700"/>
              </a:spcAft>
            </a:pPr>
            <a:r>
              <a:rPr sz="1600" b="1" i="0" lang="en-US">
                <a:solidFill>
                  <a:srgbClr val="0F7A3D"/>
                </a:solidFill>
                <a:latin typeface="Segoe UI"/>
              </a:rPr>
              <a:t>✔ boy</a:t>
            </a:r>
          </a:p>
          <a:p>
            <a:pPr rtl="0" algn="l">
              <a:spcAft>
                <a:spcPts val="300"/>
              </a:spcAft>
            </a:pPr>
            <a:r>
              <a:rPr sz="1700" b="0" i="0" lang="en-US">
                <a:solidFill>
                  <a:srgbClr val="1C2333"/>
                </a:solidFill>
                <a:latin typeface="Segoe UI"/>
              </a:rPr>
              <a:t>5) She is a …… (girl – girls).   (girl – girls)</a:t>
            </a:r>
          </a:p>
          <a:p>
            <a:pPr lvl="1" rtl="0" algn="l">
              <a:spcAft>
                <a:spcPts val="700"/>
              </a:spcAft>
            </a:pPr>
            <a:r>
              <a:rPr sz="1600" b="1" i="0" lang="en-US">
                <a:solidFill>
                  <a:srgbClr val="0F7A3D"/>
                </a:solidFill>
                <a:latin typeface="Segoe UI"/>
              </a:rPr>
              <a:t>✔ girl</a:t>
            </a:r>
          </a:p>
          <a:p>
            <a:pPr rtl="0" algn="l">
              <a:spcAft>
                <a:spcPts val="300"/>
              </a:spcAft>
            </a:pPr>
            <a:r>
              <a:rPr sz="1700" b="0" i="0" lang="en-US">
                <a:solidFill>
                  <a:srgbClr val="1C2333"/>
                </a:solidFill>
                <a:latin typeface="Segoe UI"/>
              </a:rPr>
              <a:t>6) It is an …… (elephant – elephants).   (elephant – elephants)</a:t>
            </a:r>
          </a:p>
          <a:p>
            <a:pPr lvl="1" rtl="0" algn="l">
              <a:spcAft>
                <a:spcPts val="700"/>
              </a:spcAft>
            </a:pPr>
            <a:r>
              <a:rPr sz="1600" b="1" i="0" lang="en-US">
                <a:solidFill>
                  <a:srgbClr val="0F7A3D"/>
                </a:solidFill>
                <a:latin typeface="Segoe UI"/>
              </a:rPr>
              <a:t>✔ elephant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He is a …… (child – children).   (child – children)</a:t>
            </a:r>
          </a:p>
          <a:p>
            <a:pPr rtl="0" algn="l">
              <a:spcAft>
                <a:spcPts val="800"/>
              </a:spcAft>
            </a:pPr>
            <a:r>
              <a:rPr sz="1800" b="0" i="0" lang="en-US">
                <a:solidFill>
                  <a:srgbClr val="1C2333"/>
                </a:solidFill>
                <a:latin typeface="Segoe UI"/>
              </a:rPr>
              <a:t>8) They are …… (ants – ant).   (ants – ant)</a:t>
            </a:r>
          </a:p>
          <a:p>
            <a:pPr rtl="0" algn="l">
              <a:spcAft>
                <a:spcPts val="800"/>
              </a:spcAft>
            </a:pPr>
            <a:r>
              <a:rPr sz="1800" b="0" i="0" lang="en-US">
                <a:solidFill>
                  <a:srgbClr val="1C2333"/>
                </a:solidFill>
                <a:latin typeface="Segoe UI"/>
              </a:rPr>
              <a:t>9) He is a …… (doctor – doctors).   (doctor – doctors)</a:t>
            </a:r>
          </a:p>
          <a:p>
            <a:pPr rtl="0" algn="l">
              <a:spcAft>
                <a:spcPts val="800"/>
              </a:spcAft>
            </a:pPr>
            <a:r>
              <a:rPr sz="1800" b="0" i="0" lang="en-US">
                <a:solidFill>
                  <a:srgbClr val="1C2333"/>
                </a:solidFill>
                <a:latin typeface="Segoe UI"/>
              </a:rPr>
              <a:t>10) They are …… (dogs – dog).   (dogs – dog)</a:t>
            </a:r>
          </a:p>
          <a:p>
            <a:pPr rtl="0" algn="l">
              <a:spcAft>
                <a:spcPts val="800"/>
              </a:spcAft>
            </a:pPr>
            <a:r>
              <a:rPr sz="1800" b="0" i="0" lang="en-US">
                <a:solidFill>
                  <a:srgbClr val="1C2333"/>
                </a:solidFill>
                <a:latin typeface="Segoe UI"/>
              </a:rPr>
              <a:t>11) I am an …… (engineer – engineers).   (engineer – engineers)</a:t>
            </a:r>
          </a:p>
          <a:p>
            <a:pPr rtl="0" algn="l">
              <a:spcAft>
                <a:spcPts val="800"/>
              </a:spcAft>
            </a:pPr>
            <a:r>
              <a:rPr sz="1800" b="0" i="0" lang="en-US">
                <a:solidFill>
                  <a:srgbClr val="1C2333"/>
                </a:solidFill>
                <a:latin typeface="Segoe UI"/>
              </a:rPr>
              <a:t>12) It is an …… (apples – apple).   (apples – apple)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He is a …… (child – children).   (child – children)</a:t>
            </a:r>
          </a:p>
          <a:p>
            <a:pPr lvl="1" rtl="0" algn="l">
              <a:spcAft>
                <a:spcPts val="700"/>
              </a:spcAft>
            </a:pPr>
            <a:r>
              <a:rPr sz="1600" b="1" i="0" lang="en-US">
                <a:solidFill>
                  <a:srgbClr val="0F7A3D"/>
                </a:solidFill>
                <a:latin typeface="Segoe UI"/>
              </a:rPr>
              <a:t>✔ child</a:t>
            </a:r>
          </a:p>
          <a:p>
            <a:pPr rtl="0" algn="l">
              <a:spcAft>
                <a:spcPts val="300"/>
              </a:spcAft>
            </a:pPr>
            <a:r>
              <a:rPr sz="1700" b="0" i="0" lang="en-US">
                <a:solidFill>
                  <a:srgbClr val="1C2333"/>
                </a:solidFill>
                <a:latin typeface="Segoe UI"/>
              </a:rPr>
              <a:t>8) They are …… (ants – ant).   (ants – ant)</a:t>
            </a:r>
          </a:p>
          <a:p>
            <a:pPr lvl="1" rtl="0" algn="l">
              <a:spcAft>
                <a:spcPts val="700"/>
              </a:spcAft>
            </a:pPr>
            <a:r>
              <a:rPr sz="1600" b="1" i="0" lang="en-US">
                <a:solidFill>
                  <a:srgbClr val="0F7A3D"/>
                </a:solidFill>
                <a:latin typeface="Segoe UI"/>
              </a:rPr>
              <a:t>✔ ants</a:t>
            </a:r>
          </a:p>
          <a:p>
            <a:pPr rtl="0" algn="l">
              <a:spcAft>
                <a:spcPts val="300"/>
              </a:spcAft>
            </a:pPr>
            <a:r>
              <a:rPr sz="1700" b="0" i="0" lang="en-US">
                <a:solidFill>
                  <a:srgbClr val="1C2333"/>
                </a:solidFill>
                <a:latin typeface="Segoe UI"/>
              </a:rPr>
              <a:t>9) He is a …… (doctor – doctors).   (doctor – doctors)</a:t>
            </a:r>
          </a:p>
          <a:p>
            <a:pPr lvl="1" rtl="0" algn="l">
              <a:spcAft>
                <a:spcPts val="700"/>
              </a:spcAft>
            </a:pPr>
            <a:r>
              <a:rPr sz="1600" b="1" i="0" lang="en-US">
                <a:solidFill>
                  <a:srgbClr val="0F7A3D"/>
                </a:solidFill>
                <a:latin typeface="Segoe UI"/>
              </a:rPr>
              <a:t>✔ doctor</a:t>
            </a:r>
          </a:p>
          <a:p>
            <a:pPr rtl="0" algn="l">
              <a:spcAft>
                <a:spcPts val="300"/>
              </a:spcAft>
            </a:pPr>
            <a:r>
              <a:rPr sz="1700" b="0" i="0" lang="en-US">
                <a:solidFill>
                  <a:srgbClr val="1C2333"/>
                </a:solidFill>
                <a:latin typeface="Segoe UI"/>
              </a:rPr>
              <a:t>10) They are …… (dogs – dog).   (dogs – dog)</a:t>
            </a:r>
          </a:p>
          <a:p>
            <a:pPr lvl="1" rtl="0" algn="l">
              <a:spcAft>
                <a:spcPts val="700"/>
              </a:spcAft>
            </a:pPr>
            <a:r>
              <a:rPr sz="1600" b="1" i="0" lang="en-US">
                <a:solidFill>
                  <a:srgbClr val="0F7A3D"/>
                </a:solidFill>
                <a:latin typeface="Segoe UI"/>
              </a:rPr>
              <a:t>✔ dogs</a:t>
            </a:r>
          </a:p>
          <a:p>
            <a:pPr rtl="0" algn="l">
              <a:spcAft>
                <a:spcPts val="300"/>
              </a:spcAft>
            </a:pPr>
            <a:r>
              <a:rPr sz="1700" b="0" i="0" lang="en-US">
                <a:solidFill>
                  <a:srgbClr val="1C2333"/>
                </a:solidFill>
                <a:latin typeface="Segoe UI"/>
              </a:rPr>
              <a:t>11) I am an …… (engineer – engineers).   (engineer – engineers)</a:t>
            </a:r>
          </a:p>
          <a:p>
            <a:pPr lvl="1" rtl="0" algn="l">
              <a:spcAft>
                <a:spcPts val="700"/>
              </a:spcAft>
            </a:pPr>
            <a:r>
              <a:rPr sz="1600" b="1" i="0" lang="en-US">
                <a:solidFill>
                  <a:srgbClr val="0F7A3D"/>
                </a:solidFill>
                <a:latin typeface="Segoe UI"/>
              </a:rPr>
              <a:t>✔ engineer</a:t>
            </a:r>
          </a:p>
          <a:p>
            <a:pPr rtl="0" algn="l">
              <a:spcAft>
                <a:spcPts val="300"/>
              </a:spcAft>
            </a:pPr>
            <a:r>
              <a:rPr sz="1700" b="0" i="0" lang="en-US">
                <a:solidFill>
                  <a:srgbClr val="1C2333"/>
                </a:solidFill>
                <a:latin typeface="Segoe UI"/>
              </a:rPr>
              <a:t>12) It is an …… (apples – apple).   (apples – apple)</a:t>
            </a:r>
          </a:p>
          <a:p>
            <a:pPr lvl="1" rtl="0" algn="l">
              <a:spcAft>
                <a:spcPts val="700"/>
              </a:spcAft>
            </a:pPr>
            <a:r>
              <a:rPr sz="1600" b="1" i="0" lang="en-US">
                <a:solidFill>
                  <a:srgbClr val="0F7A3D"/>
                </a:solidFill>
                <a:latin typeface="Segoe UI"/>
              </a:rPr>
              <a:t>✔ apple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We are …… (vets – vet).   (vets – vet)</a:t>
            </a:r>
          </a:p>
          <a:p>
            <a:pPr rtl="0" algn="l">
              <a:spcAft>
                <a:spcPts val="800"/>
              </a:spcAft>
            </a:pPr>
            <a:r>
              <a:rPr sz="1800" b="0" i="0" lang="en-US">
                <a:solidFill>
                  <a:srgbClr val="1C2333"/>
                </a:solidFill>
                <a:latin typeface="Segoe UI"/>
              </a:rPr>
              <a:t>14) I am a …… (dentist – dentists).   (dentist – dentists)</a:t>
            </a:r>
          </a:p>
          <a:p>
            <a:pPr rtl="0" algn="l">
              <a:spcAft>
                <a:spcPts val="800"/>
              </a:spcAft>
            </a:pPr>
            <a:r>
              <a:rPr sz="1800" b="0" i="0" lang="en-US">
                <a:solidFill>
                  <a:srgbClr val="1C2333"/>
                </a:solidFill>
                <a:latin typeface="Segoe UI"/>
              </a:rPr>
              <a:t>15) It is an …… (eggs – egg).   (eggs – egg)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5B"/>
                </a:solidFill>
                <a:latin typeface="Segoe UI"/>
              </a:rPr>
              <a:t>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 — The Plural</a:t>
            </a:r>
          </a:p>
          <a:p>
            <a:pPr rtl="0" algn="l"/>
            <a:r>
              <a:rPr sz="1400" b="0" i="0" lang="en-US">
                <a:solidFill>
                  <a:srgbClr val="DDE6F3"/>
                </a:solidFill>
                <a:latin typeface="Segoe UI"/>
              </a:rPr>
              <a:t>Choose the correct answer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We are …… (vets – vet).   (vets – vet)</a:t>
            </a:r>
          </a:p>
          <a:p>
            <a:pPr lvl="1" rtl="0" algn="l">
              <a:spcAft>
                <a:spcPts val="700"/>
              </a:spcAft>
            </a:pPr>
            <a:r>
              <a:rPr sz="1600" b="1" i="0" lang="en-US">
                <a:solidFill>
                  <a:srgbClr val="0F7A3D"/>
                </a:solidFill>
                <a:latin typeface="Segoe UI"/>
              </a:rPr>
              <a:t>✔ vets</a:t>
            </a:r>
          </a:p>
          <a:p>
            <a:pPr rtl="0" algn="l">
              <a:spcAft>
                <a:spcPts val="300"/>
              </a:spcAft>
            </a:pPr>
            <a:r>
              <a:rPr sz="1700" b="0" i="0" lang="en-US">
                <a:solidFill>
                  <a:srgbClr val="1C2333"/>
                </a:solidFill>
                <a:latin typeface="Segoe UI"/>
              </a:rPr>
              <a:t>14) I am a …… (dentist – dentists).   (dentist – dentists)</a:t>
            </a:r>
          </a:p>
          <a:p>
            <a:pPr lvl="1" rtl="0" algn="l">
              <a:spcAft>
                <a:spcPts val="700"/>
              </a:spcAft>
            </a:pPr>
            <a:r>
              <a:rPr sz="1600" b="1" i="0" lang="en-US">
                <a:solidFill>
                  <a:srgbClr val="0F7A3D"/>
                </a:solidFill>
                <a:latin typeface="Segoe UI"/>
              </a:rPr>
              <a:t>✔ dentist</a:t>
            </a:r>
          </a:p>
          <a:p>
            <a:pPr rtl="0" algn="l">
              <a:spcAft>
                <a:spcPts val="300"/>
              </a:spcAft>
            </a:pPr>
            <a:r>
              <a:rPr sz="1700" b="0" i="0" lang="en-US">
                <a:solidFill>
                  <a:srgbClr val="1C2333"/>
                </a:solidFill>
                <a:latin typeface="Segoe UI"/>
              </a:rPr>
              <a:t>15) It is an …… (eggs – egg).   (eggs – egg)</a:t>
            </a:r>
          </a:p>
          <a:p>
            <a:pPr lvl="1" rtl="0" algn="l">
              <a:spcAft>
                <a:spcPts val="700"/>
              </a:spcAft>
            </a:pPr>
            <a:r>
              <a:rPr sz="1600" b="1" i="0" lang="en-US">
                <a:solidFill>
                  <a:srgbClr val="0F7A3D"/>
                </a:solidFill>
                <a:latin typeface="Segoe UI"/>
              </a:rPr>
              <a:t>✔ egg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3</a:t>
            </a:r>
          </a:p>
          <a:p>
            <a:pPr algn="ctr" rtl="0"/>
            <a:r>
              <a:rPr sz="4600" b="1" i="0" lang="en-US">
                <a:solidFill>
                  <a:srgbClr val="FFFFFF"/>
                </a:solidFill>
                <a:latin typeface="Segoe UI"/>
              </a:rPr>
              <a:t>Punctuation Marks</a:t>
            </a:r>
          </a:p>
          <a:p>
            <a:pPr algn="ctr" rtl="1"/>
            <a:r>
              <a:rPr sz="2900" b="0" i="0" lang="ar-EG" altLang="en-US">
                <a:solidFill>
                  <a:srgbClr val="FFFFFF"/>
                </a:solidFill>
                <a:latin typeface="Traditional Arabic"/>
              </a:rPr>
              <a:t>علامات الترقيم</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 H e is a boy. ← تأتي في بداية الجملة.</a:t>
            </a:r>
          </a:p>
          <a:p>
            <a:pPr rtl="1" algn="r">
              <a:spcAft>
                <a:spcPts val="600"/>
              </a:spcAft>
            </a:pPr>
            <a:r>
              <a:rPr sz="2100" b="0" i="0" lang="ar-EG" altLang="en-US">
                <a:solidFill>
                  <a:srgbClr val="1C2333"/>
                </a:solidFill>
                <a:latin typeface="Traditional Arabic"/>
              </a:rPr>
              <a:t>• A re you ok? ← تأتي في بداية السؤال.</a:t>
            </a:r>
          </a:p>
          <a:p>
            <a:pPr rtl="1" algn="r">
              <a:spcAft>
                <a:spcPts val="600"/>
              </a:spcAft>
            </a:pPr>
            <a:r>
              <a:rPr sz="2100" b="0" i="0" lang="ar-EG" altLang="en-US">
                <a:solidFill>
                  <a:srgbClr val="1C2333"/>
                </a:solidFill>
                <a:latin typeface="Traditional Arabic"/>
              </a:rPr>
              <a:t>• Mona and I are happy. ← كلمة (I) في أي مكان في الجملة أو السؤال.</a:t>
            </a:r>
          </a:p>
          <a:p>
            <a:pPr rtl="0" algn="l">
              <a:spcAft>
                <a:spcPts val="600"/>
              </a:spcAft>
            </a:pPr>
            <a:r>
              <a:rPr sz="1800" b="0" i="0" lang="en-US">
                <a:solidFill>
                  <a:srgbClr val="1C2333"/>
                </a:solidFill>
                <a:latin typeface="Segoe UI"/>
              </a:rPr>
              <a:t>• Today is F riday. ← أيام الأسبوع.</a:t>
            </a:r>
          </a:p>
          <a:p>
            <a:pPr rtl="0" algn="l">
              <a:spcAft>
                <a:spcPts val="600"/>
              </a:spcAft>
            </a:pPr>
            <a:r>
              <a:rPr sz="1800" b="0" i="0" lang="en-US">
                <a:solidFill>
                  <a:srgbClr val="1C2333"/>
                </a:solidFill>
                <a:latin typeface="Segoe UI"/>
              </a:rPr>
              <a:t>• I was born in M ay. ← الشهور.</a:t>
            </a:r>
          </a:p>
          <a:p>
            <a:pPr rtl="0" algn="l">
              <a:spcAft>
                <a:spcPts val="600"/>
              </a:spcAft>
            </a:pPr>
            <a:r>
              <a:rPr sz="1800" b="0" i="0" lang="en-US">
                <a:solidFill>
                  <a:srgbClr val="1C2333"/>
                </a:solidFill>
                <a:latin typeface="Segoe UI"/>
              </a:rPr>
              <a:t>• A hmed and A li are tall. ← أسماء الناس.</a:t>
            </a:r>
          </a:p>
          <a:p>
            <a:pPr rtl="0" algn="l">
              <a:spcAft>
                <a:spcPts val="600"/>
              </a:spcAft>
            </a:pPr>
            <a:r>
              <a:rPr sz="1800" b="0" i="0" lang="en-US">
                <a:solidFill>
                  <a:srgbClr val="1C2333"/>
                </a:solidFill>
                <a:latin typeface="Segoe UI"/>
              </a:rPr>
              <a:t>• I live in E gypt. ← البلاد.</a:t>
            </a:r>
          </a:p>
          <a:p>
            <a:pPr rtl="0" algn="l">
              <a:spcAft>
                <a:spcPts val="600"/>
              </a:spcAft>
            </a:pPr>
            <a:r>
              <a:rPr sz="1800" b="0" i="0" lang="en-US">
                <a:solidFill>
                  <a:srgbClr val="1C2333"/>
                </a:solidFill>
                <a:latin typeface="Segoe UI"/>
              </a:rPr>
              <a:t>• I like E nglish. ← اللغات.</a:t>
            </a:r>
          </a:p>
          <a:p>
            <a:pPr rtl="0" algn="l">
              <a:spcAft>
                <a:spcPts val="600"/>
              </a:spcAft>
            </a:pPr>
            <a:r>
              <a:rPr sz="1800" b="0" i="0" lang="en-US">
                <a:solidFill>
                  <a:srgbClr val="1C2333"/>
                </a:solidFill>
                <a:latin typeface="Segoe UI"/>
              </a:rPr>
              <a:t>• I am E gyptian. ← الجنسيات.</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Capital letters — الحروف الكبيرة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I visited the C airo T ower. ← الأماكن المشهورة.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Period ( . ) — النقطة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 like English. / It is a lion. / We are friends.</a:t>
            </a:r>
          </a:p>
          <a:p>
            <a:pPr rtl="1" algn="r">
              <a:spcAft>
                <a:spcPts val="600"/>
              </a:spcAft>
            </a:pPr>
            <a:r>
              <a:rPr sz="2100" b="0" i="0" lang="ar-EG" altLang="en-US">
                <a:solidFill>
                  <a:srgbClr val="1C2333"/>
                </a:solidFill>
                <a:latin typeface="Traditional Arabic"/>
              </a:rPr>
              <a:t>تأتي في نهاية الجملة الخبرية.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Question mark ( ? ) — علامة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 you have a car? / Where is he from? / How old are you?</a:t>
            </a:r>
          </a:p>
          <a:p>
            <a:pPr rtl="1" algn="r">
              <a:spcAft>
                <a:spcPts val="600"/>
              </a:spcAft>
            </a:pPr>
            <a:r>
              <a:rPr sz="2100" b="0" i="0" lang="ar-EG" altLang="en-US">
                <a:solidFill>
                  <a:srgbClr val="1C2333"/>
                </a:solidFill>
                <a:latin typeface="Traditional Arabic"/>
              </a:rPr>
              <a:t>تأتي في نهاية السؤال.</a:t>
            </a:r>
          </a:p>
          <a:p>
            <a:pPr rtl="0" algn="l">
              <a:spcAft>
                <a:spcPts val="600"/>
              </a:spcAft>
            </a:pPr>
            <a:r>
              <a:rPr sz="1800" b="0" i="0" lang="en-US">
                <a:solidFill>
                  <a:srgbClr val="1C2333"/>
                </a:solidFill>
                <a:latin typeface="Segoe UI"/>
              </a:rPr>
              <a:t>   Am – Is – Are – Was – Were – Do – Does – Did – Has – Have – Had – Can – Will – Should – Must – Who – Where – When – What – How</a:t>
            </a:r>
          </a:p>
          <a:p>
            <a:pPr rtl="1" algn="r">
              <a:spcAft>
                <a:spcPts val="600"/>
              </a:spcAft>
            </a:pPr>
            <a:r>
              <a:rPr sz="2100" b="0" i="0" lang="ar-EG" altLang="en-US">
                <a:solidFill>
                  <a:srgbClr val="1C2333"/>
                </a:solidFill>
                <a:latin typeface="Traditional Arabic"/>
              </a:rPr>
              <a:t>الكلمات التي يبدأ بها السؤال.</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Apostrophe ( ' ) — الفاصلة العليا</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don't – doesn't – didn't – won't – hasn't – isn't – can't</a:t>
            </a:r>
          </a:p>
          <a:p>
            <a:pPr rtl="1" algn="r">
              <a:spcAft>
                <a:spcPts val="600"/>
              </a:spcAft>
            </a:pPr>
            <a:r>
              <a:rPr sz="2100" b="0" i="0" lang="ar-EG" altLang="en-US">
                <a:solidFill>
                  <a:srgbClr val="1C2333"/>
                </a:solidFill>
                <a:latin typeface="Traditional Arabic"/>
              </a:rPr>
              <a:t>تأتي مع الاختصارات.</a:t>
            </a:r>
          </a:p>
          <a:p>
            <a:pPr rtl="0" algn="l">
              <a:spcAft>
                <a:spcPts val="600"/>
              </a:spcAft>
            </a:pPr>
            <a:r>
              <a:rPr sz="1700" b="0" i="1" lang="en-US">
                <a:solidFill>
                  <a:srgbClr val="5B6478"/>
                </a:solidFill>
                <a:latin typeface="Segoe UI"/>
              </a:rPr>
              <a:t>   e.g. I'm a doctor. / She's a nurse. / I can't help you.</a:t>
            </a:r>
          </a:p>
          <a:p>
            <a:pPr rtl="1" algn="r">
              <a:spcAft>
                <a:spcPts val="600"/>
              </a:spcAft>
            </a:pPr>
            <a:r>
              <a:rPr sz="2100" b="0" i="0" lang="ar-EG" altLang="en-US">
                <a:solidFill>
                  <a:srgbClr val="1C2333"/>
                </a:solidFill>
                <a:latin typeface="Traditional Arabic"/>
              </a:rPr>
              <a:t>    وتأتي أيضاً مع: 'm – 's – 're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1" algn="r"/>
            <a:r>
              <a:rPr sz="1700" b="0" i="0" lang="ar-EG" altLang="en-US">
                <a:solidFill>
                  <a:srgbClr val="DDE6F3"/>
                </a:solidFill>
                <a:latin typeface="Traditional Arabic"/>
              </a:rPr>
              <a:t>Comma ( , ) — الفاصلة السفلية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Yes, he is a boy. / No, she isn't tall.</a:t>
            </a:r>
          </a:p>
          <a:p>
            <a:pPr rtl="1" algn="r">
              <a:spcAft>
                <a:spcPts val="600"/>
              </a:spcAft>
            </a:pPr>
            <a:r>
              <a:rPr sz="2100" b="0" i="0" lang="ar-EG" altLang="en-US">
                <a:solidFill>
                  <a:srgbClr val="1C2333"/>
                </a:solidFill>
                <a:latin typeface="Traditional Arabic"/>
              </a:rPr>
              <a:t>    تأتي بعد Yes و No.</a:t>
            </a:r>
          </a:p>
          <a:p>
            <a:pPr rtl="0" algn="l">
              <a:spcAft>
                <a:spcPts val="600"/>
              </a:spcAft>
            </a:pPr>
            <a:r>
              <a:rPr sz="1700" b="0" i="1" lang="en-US">
                <a:solidFill>
                  <a:srgbClr val="5B6478"/>
                </a:solidFill>
                <a:latin typeface="Segoe UI"/>
              </a:rPr>
              <a:t>   e.g. I like meat, rice and fish.</a:t>
            </a:r>
          </a:p>
          <a:p>
            <a:pPr rtl="1" algn="r">
              <a:spcAft>
                <a:spcPts val="600"/>
              </a:spcAft>
            </a:pPr>
            <a:r>
              <a:rPr sz="2100" b="0" i="0" lang="ar-EG" altLang="en-US">
                <a:solidFill>
                  <a:srgbClr val="1C2333"/>
                </a:solidFill>
                <a:latin typeface="Traditional Arabic"/>
              </a:rPr>
              <a:t>تأتي كأداة عطف للفصل بين الكلمات أو الصفات أو الأسماء المتشابهة.</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he a doctor</a:t>
            </a:r>
          </a:p>
          <a:p>
            <a:pPr rtl="0" algn="l">
              <a:spcAft>
                <a:spcPts val="800"/>
              </a:spcAft>
            </a:pPr>
            <a:r>
              <a:rPr sz="1800" b="0" i="0" lang="en-US">
                <a:solidFill>
                  <a:srgbClr val="1C2333"/>
                </a:solidFill>
                <a:latin typeface="Segoe UI"/>
              </a:rPr>
              <a:t>2) i am a farmer</a:t>
            </a:r>
          </a:p>
          <a:p>
            <a:pPr rtl="0" algn="l">
              <a:spcAft>
                <a:spcPts val="800"/>
              </a:spcAft>
            </a:pPr>
            <a:r>
              <a:rPr sz="1800" b="0" i="0" lang="en-US">
                <a:solidFill>
                  <a:srgbClr val="1C2333"/>
                </a:solidFill>
                <a:latin typeface="Segoe UI"/>
              </a:rPr>
              <a:t>3) are they Egyptian</a:t>
            </a:r>
          </a:p>
          <a:p>
            <a:pPr rtl="0" algn="l">
              <a:spcAft>
                <a:spcPts val="800"/>
              </a:spcAft>
            </a:pPr>
            <a:r>
              <a:rPr sz="1800" b="0" i="0" lang="en-US">
                <a:solidFill>
                  <a:srgbClr val="1C2333"/>
                </a:solidFill>
                <a:latin typeface="Segoe UI"/>
              </a:rPr>
              <a:t>4) She is a nurse</a:t>
            </a:r>
          </a:p>
          <a:p>
            <a:pPr rtl="0" algn="l">
              <a:spcAft>
                <a:spcPts val="800"/>
              </a:spcAft>
            </a:pPr>
            <a:r>
              <a:rPr sz="1800" b="0" i="0" lang="en-US">
                <a:solidFill>
                  <a:srgbClr val="1C2333"/>
                </a:solidFill>
                <a:latin typeface="Segoe UI"/>
              </a:rPr>
              <a:t>5) was she at home</a:t>
            </a:r>
          </a:p>
          <a:p>
            <a:pPr rtl="0" algn="l">
              <a:spcAft>
                <a:spcPts val="800"/>
              </a:spcAft>
            </a:pPr>
            <a:r>
              <a:rPr sz="1800" b="0" i="0" lang="en-US">
                <a:solidFill>
                  <a:srgbClr val="1C2333"/>
                </a:solidFill>
                <a:latin typeface="Segoe UI"/>
              </a:rPr>
              <a:t>6) they are American</a:t>
            </a:r>
          </a:p>
          <a:p>
            <a:pPr rtl="0" algn="l">
              <a:spcAft>
                <a:spcPts val="800"/>
              </a:spcAft>
            </a:pPr>
            <a:r>
              <a:rPr sz="1800" b="0" i="0" lang="en-US">
                <a:solidFill>
                  <a:srgbClr val="1C2333"/>
                </a:solidFill>
                <a:latin typeface="Segoe UI"/>
              </a:rPr>
              <a:t>7) do you like reading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he a doctor</a:t>
            </a:r>
          </a:p>
          <a:p>
            <a:pPr lvl="1" rtl="0" algn="l">
              <a:spcAft>
                <a:spcPts val="700"/>
              </a:spcAft>
            </a:pPr>
            <a:r>
              <a:rPr sz="1600" b="1" i="0" lang="en-US">
                <a:solidFill>
                  <a:srgbClr val="0F7A3D"/>
                </a:solidFill>
                <a:latin typeface="Segoe UI"/>
              </a:rPr>
              <a:t>✔ Is he a doctor?</a:t>
            </a:r>
          </a:p>
          <a:p>
            <a:pPr rtl="0" algn="l">
              <a:spcAft>
                <a:spcPts val="300"/>
              </a:spcAft>
            </a:pPr>
            <a:r>
              <a:rPr sz="1700" b="0" i="0" lang="en-US">
                <a:solidFill>
                  <a:srgbClr val="1C2333"/>
                </a:solidFill>
                <a:latin typeface="Segoe UI"/>
              </a:rPr>
              <a:t>2) i am a farmer</a:t>
            </a:r>
          </a:p>
          <a:p>
            <a:pPr lvl="1" rtl="0" algn="l">
              <a:spcAft>
                <a:spcPts val="700"/>
              </a:spcAft>
            </a:pPr>
            <a:r>
              <a:rPr sz="1600" b="1" i="0" lang="en-US">
                <a:solidFill>
                  <a:srgbClr val="0F7A3D"/>
                </a:solidFill>
                <a:latin typeface="Segoe UI"/>
              </a:rPr>
              <a:t>✔ I am a farmer.</a:t>
            </a:r>
          </a:p>
          <a:p>
            <a:pPr rtl="0" algn="l">
              <a:spcAft>
                <a:spcPts val="300"/>
              </a:spcAft>
            </a:pPr>
            <a:r>
              <a:rPr sz="1700" b="0" i="0" lang="en-US">
                <a:solidFill>
                  <a:srgbClr val="1C2333"/>
                </a:solidFill>
                <a:latin typeface="Segoe UI"/>
              </a:rPr>
              <a:t>3) are they Egyptian</a:t>
            </a:r>
          </a:p>
          <a:p>
            <a:pPr lvl="1" rtl="0" algn="l">
              <a:spcAft>
                <a:spcPts val="700"/>
              </a:spcAft>
            </a:pPr>
            <a:r>
              <a:rPr sz="1600" b="1" i="0" lang="en-US">
                <a:solidFill>
                  <a:srgbClr val="0F7A3D"/>
                </a:solidFill>
                <a:latin typeface="Segoe UI"/>
              </a:rPr>
              <a:t>✔ Are they Egyptian?</a:t>
            </a:r>
          </a:p>
          <a:p>
            <a:pPr rtl="0" algn="l">
              <a:spcAft>
                <a:spcPts val="300"/>
              </a:spcAft>
            </a:pPr>
            <a:r>
              <a:rPr sz="1700" b="0" i="0" lang="en-US">
                <a:solidFill>
                  <a:srgbClr val="1C2333"/>
                </a:solidFill>
                <a:latin typeface="Segoe UI"/>
              </a:rPr>
              <a:t>4) She is a nurse</a:t>
            </a:r>
          </a:p>
          <a:p>
            <a:pPr lvl="1" rtl="0" algn="l">
              <a:spcAft>
                <a:spcPts val="700"/>
              </a:spcAft>
            </a:pPr>
            <a:r>
              <a:rPr sz="1600" b="1" i="0" lang="en-US">
                <a:solidFill>
                  <a:srgbClr val="0F7A3D"/>
                </a:solidFill>
                <a:latin typeface="Segoe UI"/>
              </a:rPr>
              <a:t>✔ She is a nurse.</a:t>
            </a:r>
          </a:p>
          <a:p>
            <a:pPr rtl="0" algn="l">
              <a:spcAft>
                <a:spcPts val="300"/>
              </a:spcAft>
            </a:pPr>
            <a:r>
              <a:rPr sz="1700" b="0" i="0" lang="en-US">
                <a:solidFill>
                  <a:srgbClr val="1C2333"/>
                </a:solidFill>
                <a:latin typeface="Segoe UI"/>
              </a:rPr>
              <a:t>5) was she at home</a:t>
            </a:r>
          </a:p>
          <a:p>
            <a:pPr lvl="1" rtl="0" algn="l">
              <a:spcAft>
                <a:spcPts val="700"/>
              </a:spcAft>
            </a:pPr>
            <a:r>
              <a:rPr sz="1600" b="1" i="0" lang="en-US">
                <a:solidFill>
                  <a:srgbClr val="0F7A3D"/>
                </a:solidFill>
                <a:latin typeface="Segoe UI"/>
              </a:rPr>
              <a:t>✔ Was she at home?</a:t>
            </a:r>
          </a:p>
          <a:p>
            <a:pPr rtl="0" algn="l">
              <a:spcAft>
                <a:spcPts val="300"/>
              </a:spcAft>
            </a:pPr>
            <a:r>
              <a:rPr sz="1700" b="0" i="0" lang="en-US">
                <a:solidFill>
                  <a:srgbClr val="1C2333"/>
                </a:solidFill>
                <a:latin typeface="Segoe UI"/>
              </a:rPr>
              <a:t>6) they are American</a:t>
            </a:r>
          </a:p>
          <a:p>
            <a:pPr lvl="1" rtl="0" algn="l">
              <a:spcAft>
                <a:spcPts val="700"/>
              </a:spcAft>
            </a:pPr>
            <a:r>
              <a:rPr sz="1600" b="1" i="0" lang="en-US">
                <a:solidFill>
                  <a:srgbClr val="0F7A3D"/>
                </a:solidFill>
                <a:latin typeface="Segoe UI"/>
              </a:rPr>
              <a:t>✔ They are American.</a:t>
            </a:r>
          </a:p>
          <a:p>
            <a:pPr rtl="0" algn="l">
              <a:spcAft>
                <a:spcPts val="300"/>
              </a:spcAft>
            </a:pPr>
            <a:r>
              <a:rPr sz="1700" b="0" i="0" lang="en-US">
                <a:solidFill>
                  <a:srgbClr val="1C2333"/>
                </a:solidFill>
                <a:latin typeface="Segoe UI"/>
              </a:rPr>
              <a:t>7) do you like reading</a:t>
            </a:r>
          </a:p>
          <a:p>
            <a:pPr lvl="1" rtl="0" algn="l">
              <a:spcAft>
                <a:spcPts val="700"/>
              </a:spcAft>
            </a:pPr>
            <a:r>
              <a:rPr sz="1600" b="1" i="0" lang="en-US">
                <a:solidFill>
                  <a:srgbClr val="0F7A3D"/>
                </a:solidFill>
                <a:latin typeface="Segoe UI"/>
              </a:rPr>
              <a:t>✔ Do you like reading?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he is from Egypt.</a:t>
            </a:r>
          </a:p>
          <a:p>
            <a:pPr rtl="0" algn="l">
              <a:spcAft>
                <a:spcPts val="800"/>
              </a:spcAft>
            </a:pPr>
            <a:r>
              <a:rPr sz="1800" b="0" i="0" lang="en-US">
                <a:solidFill>
                  <a:srgbClr val="1C2333"/>
                </a:solidFill>
                <a:latin typeface="Segoe UI"/>
              </a:rPr>
              <a:t>9) did mona like swimming</a:t>
            </a:r>
          </a:p>
          <a:p>
            <a:pPr rtl="0" algn="l">
              <a:spcAft>
                <a:spcPts val="800"/>
              </a:spcAft>
            </a:pPr>
            <a:r>
              <a:rPr sz="1800" b="0" i="0" lang="en-US">
                <a:solidFill>
                  <a:srgbClr val="1C2333"/>
                </a:solidFill>
                <a:latin typeface="Segoe UI"/>
              </a:rPr>
              <a:t>10) can you run fast</a:t>
            </a:r>
          </a:p>
          <a:p>
            <a:pPr rtl="0" algn="l">
              <a:spcAft>
                <a:spcPts val="800"/>
              </a:spcAft>
            </a:pPr>
            <a:r>
              <a:rPr sz="1800" b="0" i="0" lang="en-US">
                <a:solidFill>
                  <a:srgbClr val="1C2333"/>
                </a:solidFill>
                <a:latin typeface="Segoe UI"/>
              </a:rPr>
              <a:t>11) this is my family</a:t>
            </a:r>
          </a:p>
          <a:p>
            <a:pPr rtl="0" algn="l">
              <a:spcAft>
                <a:spcPts val="800"/>
              </a:spcAft>
            </a:pPr>
            <a:r>
              <a:rPr sz="1800" b="0" i="0" lang="en-US">
                <a:solidFill>
                  <a:srgbClr val="1C2333"/>
                </a:solidFill>
                <a:latin typeface="Segoe UI"/>
              </a:rPr>
              <a:t>12) where do you live</a:t>
            </a:r>
          </a:p>
          <a:p>
            <a:pPr rtl="0" algn="l">
              <a:spcAft>
                <a:spcPts val="800"/>
              </a:spcAft>
            </a:pPr>
            <a:r>
              <a:rPr sz="1800" b="0" i="0" lang="en-US">
                <a:solidFill>
                  <a:srgbClr val="1C2333"/>
                </a:solidFill>
                <a:latin typeface="Segoe UI"/>
              </a:rPr>
              <a:t>13) does ali play football on Fridays</a:t>
            </a:r>
          </a:p>
          <a:p>
            <a:pPr rtl="0" algn="l">
              <a:spcAft>
                <a:spcPts val="800"/>
              </a:spcAft>
            </a:pPr>
            <a:r>
              <a:rPr sz="1800" b="0" i="0" lang="en-US">
                <a:solidFill>
                  <a:srgbClr val="1C2333"/>
                </a:solidFill>
                <a:latin typeface="Segoe UI"/>
              </a:rPr>
              <a:t>14) I don t like fish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he is from Egypt.</a:t>
            </a:r>
          </a:p>
          <a:p>
            <a:pPr lvl="1" rtl="0" algn="l">
              <a:spcAft>
                <a:spcPts val="700"/>
              </a:spcAft>
            </a:pPr>
            <a:r>
              <a:rPr sz="1600" b="1" i="0" lang="en-US">
                <a:solidFill>
                  <a:srgbClr val="0F7A3D"/>
                </a:solidFill>
                <a:latin typeface="Segoe UI"/>
              </a:rPr>
              <a:t>✔ He is from Egypt.</a:t>
            </a:r>
          </a:p>
          <a:p>
            <a:pPr rtl="0" algn="l">
              <a:spcAft>
                <a:spcPts val="300"/>
              </a:spcAft>
            </a:pPr>
            <a:r>
              <a:rPr sz="1700" b="0" i="0" lang="en-US">
                <a:solidFill>
                  <a:srgbClr val="1C2333"/>
                </a:solidFill>
                <a:latin typeface="Segoe UI"/>
              </a:rPr>
              <a:t>9) did mona like swimming</a:t>
            </a:r>
          </a:p>
          <a:p>
            <a:pPr lvl="1" rtl="0" algn="l">
              <a:spcAft>
                <a:spcPts val="700"/>
              </a:spcAft>
            </a:pPr>
            <a:r>
              <a:rPr sz="1600" b="1" i="0" lang="en-US">
                <a:solidFill>
                  <a:srgbClr val="0F7A3D"/>
                </a:solidFill>
                <a:latin typeface="Segoe UI"/>
              </a:rPr>
              <a:t>✔ Did Mona like swimming?</a:t>
            </a:r>
          </a:p>
          <a:p>
            <a:pPr rtl="0" algn="l">
              <a:spcAft>
                <a:spcPts val="300"/>
              </a:spcAft>
            </a:pPr>
            <a:r>
              <a:rPr sz="1700" b="0" i="0" lang="en-US">
                <a:solidFill>
                  <a:srgbClr val="1C2333"/>
                </a:solidFill>
                <a:latin typeface="Segoe UI"/>
              </a:rPr>
              <a:t>10) can you run fast</a:t>
            </a:r>
          </a:p>
          <a:p>
            <a:pPr lvl="1" rtl="0" algn="l">
              <a:spcAft>
                <a:spcPts val="700"/>
              </a:spcAft>
            </a:pPr>
            <a:r>
              <a:rPr sz="1600" b="1" i="0" lang="en-US">
                <a:solidFill>
                  <a:srgbClr val="0F7A3D"/>
                </a:solidFill>
                <a:latin typeface="Segoe UI"/>
              </a:rPr>
              <a:t>✔ Can you run fast?</a:t>
            </a:r>
          </a:p>
          <a:p>
            <a:pPr rtl="0" algn="l">
              <a:spcAft>
                <a:spcPts val="300"/>
              </a:spcAft>
            </a:pPr>
            <a:r>
              <a:rPr sz="1700" b="0" i="0" lang="en-US">
                <a:solidFill>
                  <a:srgbClr val="1C2333"/>
                </a:solidFill>
                <a:latin typeface="Segoe UI"/>
              </a:rPr>
              <a:t>11) this is my family</a:t>
            </a:r>
          </a:p>
          <a:p>
            <a:pPr lvl="1" rtl="0" algn="l">
              <a:spcAft>
                <a:spcPts val="700"/>
              </a:spcAft>
            </a:pPr>
            <a:r>
              <a:rPr sz="1600" b="1" i="0" lang="en-US">
                <a:solidFill>
                  <a:srgbClr val="0F7A3D"/>
                </a:solidFill>
                <a:latin typeface="Segoe UI"/>
              </a:rPr>
              <a:t>✔ This is my family.</a:t>
            </a:r>
          </a:p>
          <a:p>
            <a:pPr rtl="0" algn="l">
              <a:spcAft>
                <a:spcPts val="300"/>
              </a:spcAft>
            </a:pPr>
            <a:r>
              <a:rPr sz="1700" b="0" i="0" lang="en-US">
                <a:solidFill>
                  <a:srgbClr val="1C2333"/>
                </a:solidFill>
                <a:latin typeface="Segoe UI"/>
              </a:rPr>
              <a:t>12) where do you live</a:t>
            </a:r>
          </a:p>
          <a:p>
            <a:pPr lvl="1" rtl="0" algn="l">
              <a:spcAft>
                <a:spcPts val="700"/>
              </a:spcAft>
            </a:pPr>
            <a:r>
              <a:rPr sz="1600" b="1" i="0" lang="en-US">
                <a:solidFill>
                  <a:srgbClr val="0F7A3D"/>
                </a:solidFill>
                <a:latin typeface="Segoe UI"/>
              </a:rPr>
              <a:t>✔ Where do you live?</a:t>
            </a:r>
          </a:p>
          <a:p>
            <a:pPr rtl="0" algn="l">
              <a:spcAft>
                <a:spcPts val="300"/>
              </a:spcAft>
            </a:pPr>
            <a:r>
              <a:rPr sz="1700" b="0" i="0" lang="en-US">
                <a:solidFill>
                  <a:srgbClr val="1C2333"/>
                </a:solidFill>
                <a:latin typeface="Segoe UI"/>
              </a:rPr>
              <a:t>13) does ali play football on Fridays</a:t>
            </a:r>
          </a:p>
          <a:p>
            <a:pPr lvl="1" rtl="0" algn="l">
              <a:spcAft>
                <a:spcPts val="700"/>
              </a:spcAft>
            </a:pPr>
            <a:r>
              <a:rPr sz="1600" b="1" i="0" lang="en-US">
                <a:solidFill>
                  <a:srgbClr val="0F7A3D"/>
                </a:solidFill>
                <a:latin typeface="Segoe UI"/>
              </a:rPr>
              <a:t>✔ Does Ali play football on Fridays?</a:t>
            </a:r>
          </a:p>
          <a:p>
            <a:pPr rtl="0" algn="l">
              <a:spcAft>
                <a:spcPts val="300"/>
              </a:spcAft>
            </a:pPr>
            <a:r>
              <a:rPr sz="1700" b="0" i="0" lang="en-US">
                <a:solidFill>
                  <a:srgbClr val="1C2333"/>
                </a:solidFill>
                <a:latin typeface="Segoe UI"/>
              </a:rPr>
              <a:t>14) I don t like fish</a:t>
            </a:r>
          </a:p>
          <a:p>
            <a:pPr lvl="1" rtl="0" algn="l">
              <a:spcAft>
                <a:spcPts val="700"/>
              </a:spcAft>
            </a:pPr>
            <a:r>
              <a:rPr sz="1600" b="1" i="0" lang="en-US">
                <a:solidFill>
                  <a:srgbClr val="0F7A3D"/>
                </a:solidFill>
                <a:latin typeface="Segoe UI"/>
              </a:rPr>
              <a:t>✔ I don't like fish.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I can t help you</a:t>
            </a:r>
          </a:p>
          <a:p>
            <a:pPr rtl="0" algn="l">
              <a:spcAft>
                <a:spcPts val="800"/>
              </a:spcAft>
            </a:pPr>
            <a:r>
              <a:rPr sz="1800" b="0" i="0" lang="en-US">
                <a:solidFill>
                  <a:srgbClr val="1C2333"/>
                </a:solidFill>
                <a:latin typeface="Segoe UI"/>
              </a:rPr>
              <a:t>16) She s a nurse</a:t>
            </a:r>
          </a:p>
          <a:p>
            <a:pPr rtl="0" algn="l">
              <a:spcAft>
                <a:spcPts val="800"/>
              </a:spcAft>
            </a:pPr>
            <a:r>
              <a:rPr sz="1800" b="0" i="0" lang="en-US">
                <a:solidFill>
                  <a:srgbClr val="1C2333"/>
                </a:solidFill>
                <a:latin typeface="Segoe UI"/>
              </a:rPr>
              <a:t>17) I m a doctor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A) Punctuate the following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I can t help you</a:t>
            </a:r>
          </a:p>
          <a:p>
            <a:pPr lvl="1" rtl="0" algn="l">
              <a:spcAft>
                <a:spcPts val="700"/>
              </a:spcAft>
            </a:pPr>
            <a:r>
              <a:rPr sz="1600" b="1" i="0" lang="en-US">
                <a:solidFill>
                  <a:srgbClr val="0F7A3D"/>
                </a:solidFill>
                <a:latin typeface="Segoe UI"/>
              </a:rPr>
              <a:t>✔ I can't help you.</a:t>
            </a:r>
          </a:p>
          <a:p>
            <a:pPr rtl="0" algn="l">
              <a:spcAft>
                <a:spcPts val="300"/>
              </a:spcAft>
            </a:pPr>
            <a:r>
              <a:rPr sz="1700" b="0" i="0" lang="en-US">
                <a:solidFill>
                  <a:srgbClr val="1C2333"/>
                </a:solidFill>
                <a:latin typeface="Segoe UI"/>
              </a:rPr>
              <a:t>16) She s a nurse</a:t>
            </a:r>
          </a:p>
          <a:p>
            <a:pPr lvl="1" rtl="0" algn="l">
              <a:spcAft>
                <a:spcPts val="700"/>
              </a:spcAft>
            </a:pPr>
            <a:r>
              <a:rPr sz="1600" b="1" i="0" lang="en-US">
                <a:solidFill>
                  <a:srgbClr val="0F7A3D"/>
                </a:solidFill>
                <a:latin typeface="Segoe UI"/>
              </a:rPr>
              <a:t>✔ She's a nurse.</a:t>
            </a:r>
          </a:p>
          <a:p>
            <a:pPr rtl="0" algn="l">
              <a:spcAft>
                <a:spcPts val="300"/>
              </a:spcAft>
            </a:pPr>
            <a:r>
              <a:rPr sz="1700" b="0" i="0" lang="en-US">
                <a:solidFill>
                  <a:srgbClr val="1C2333"/>
                </a:solidFill>
                <a:latin typeface="Segoe UI"/>
              </a:rPr>
              <a:t>17) I m a doctor</a:t>
            </a:r>
          </a:p>
          <a:p>
            <a:pPr lvl="1" rtl="0" algn="l">
              <a:spcAft>
                <a:spcPts val="700"/>
              </a:spcAft>
            </a:pPr>
            <a:r>
              <a:rPr sz="1600" b="1" i="0" lang="en-US">
                <a:solidFill>
                  <a:srgbClr val="0F7A3D"/>
                </a:solidFill>
                <a:latin typeface="Segoe UI"/>
              </a:rPr>
              <a:t>✔ I'm a doctor.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my father</a:t>
            </a:r>
          </a:p>
          <a:p>
            <a:pPr rtl="0" algn="l">
              <a:spcAft>
                <a:spcPts val="800"/>
              </a:spcAft>
            </a:pPr>
            <a:r>
              <a:rPr sz="1800" b="0" i="0" lang="en-US">
                <a:solidFill>
                  <a:srgbClr val="1C2333"/>
                </a:solidFill>
                <a:latin typeface="Segoe UI"/>
              </a:rPr>
              <a:t>2) is she mona</a:t>
            </a:r>
          </a:p>
          <a:p>
            <a:pPr rtl="0" algn="l">
              <a:spcAft>
                <a:spcPts val="800"/>
              </a:spcAft>
            </a:pPr>
            <a:r>
              <a:rPr sz="1800" b="0" i="0" lang="en-US">
                <a:solidFill>
                  <a:srgbClr val="1C2333"/>
                </a:solidFill>
                <a:latin typeface="Segoe UI"/>
              </a:rPr>
              <a:t>3) there isn t any water</a:t>
            </a:r>
          </a:p>
          <a:p>
            <a:pPr rtl="0" algn="l">
              <a:spcAft>
                <a:spcPts val="800"/>
              </a:spcAft>
            </a:pPr>
            <a:r>
              <a:rPr sz="1800" b="0" i="0" lang="en-US">
                <a:solidFill>
                  <a:srgbClr val="1C2333"/>
                </a:solidFill>
                <a:latin typeface="Segoe UI"/>
              </a:rPr>
              <a:t>4) where do you live</a:t>
            </a:r>
          </a:p>
          <a:p>
            <a:pPr rtl="0" algn="l">
              <a:spcAft>
                <a:spcPts val="800"/>
              </a:spcAft>
            </a:pPr>
            <a:r>
              <a:rPr sz="1800" b="0" i="0" lang="en-US">
                <a:solidFill>
                  <a:srgbClr val="1C2333"/>
                </a:solidFill>
                <a:latin typeface="Segoe UI"/>
              </a:rPr>
              <a:t>5) how old are you</a:t>
            </a:r>
          </a:p>
          <a:p>
            <a:pPr rtl="0" algn="l">
              <a:spcAft>
                <a:spcPts val="800"/>
              </a:spcAft>
            </a:pPr>
            <a:r>
              <a:rPr sz="1800" b="0" i="0" lang="en-US">
                <a:solidFill>
                  <a:srgbClr val="1C2333"/>
                </a:solidFill>
                <a:latin typeface="Segoe UI"/>
              </a:rPr>
              <a:t>6) ali and I are friends</a:t>
            </a:r>
          </a:p>
          <a:p>
            <a:pPr rtl="0" algn="l">
              <a:spcAft>
                <a:spcPts val="800"/>
              </a:spcAft>
            </a:pPr>
            <a:r>
              <a:rPr sz="1800" b="0" i="0" lang="en-US">
                <a:solidFill>
                  <a:srgbClr val="1C2333"/>
                </a:solidFill>
                <a:latin typeface="Segoe UI"/>
              </a:rPr>
              <a:t>7) i live in cairo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my father</a:t>
            </a:r>
          </a:p>
          <a:p>
            <a:pPr lvl="1" rtl="0" algn="l">
              <a:spcAft>
                <a:spcPts val="700"/>
              </a:spcAft>
            </a:pPr>
            <a:r>
              <a:rPr sz="1600" b="1" i="0" lang="en-US">
                <a:solidFill>
                  <a:srgbClr val="0F7A3D"/>
                </a:solidFill>
                <a:latin typeface="Segoe UI"/>
              </a:rPr>
              <a:t>✔ He is my father.</a:t>
            </a:r>
          </a:p>
          <a:p>
            <a:pPr rtl="0" algn="l">
              <a:spcAft>
                <a:spcPts val="300"/>
              </a:spcAft>
            </a:pPr>
            <a:r>
              <a:rPr sz="1700" b="0" i="0" lang="en-US">
                <a:solidFill>
                  <a:srgbClr val="1C2333"/>
                </a:solidFill>
                <a:latin typeface="Segoe UI"/>
              </a:rPr>
              <a:t>2) is she mona</a:t>
            </a:r>
          </a:p>
          <a:p>
            <a:pPr lvl="1" rtl="0" algn="l">
              <a:spcAft>
                <a:spcPts val="700"/>
              </a:spcAft>
            </a:pPr>
            <a:r>
              <a:rPr sz="1600" b="1" i="0" lang="en-US">
                <a:solidFill>
                  <a:srgbClr val="0F7A3D"/>
                </a:solidFill>
                <a:latin typeface="Segoe UI"/>
              </a:rPr>
              <a:t>✔ Is she Mona?</a:t>
            </a:r>
          </a:p>
          <a:p>
            <a:pPr rtl="0" algn="l">
              <a:spcAft>
                <a:spcPts val="300"/>
              </a:spcAft>
            </a:pPr>
            <a:r>
              <a:rPr sz="1700" b="0" i="0" lang="en-US">
                <a:solidFill>
                  <a:srgbClr val="1C2333"/>
                </a:solidFill>
                <a:latin typeface="Segoe UI"/>
              </a:rPr>
              <a:t>3) there isn t any water</a:t>
            </a:r>
          </a:p>
          <a:p>
            <a:pPr lvl="1" rtl="0" algn="l">
              <a:spcAft>
                <a:spcPts val="700"/>
              </a:spcAft>
            </a:pPr>
            <a:r>
              <a:rPr sz="1600" b="1" i="0" lang="en-US">
                <a:solidFill>
                  <a:srgbClr val="0F7A3D"/>
                </a:solidFill>
                <a:latin typeface="Segoe UI"/>
              </a:rPr>
              <a:t>✔ There isn't any water.</a:t>
            </a:r>
          </a:p>
          <a:p>
            <a:pPr rtl="0" algn="l">
              <a:spcAft>
                <a:spcPts val="300"/>
              </a:spcAft>
            </a:pPr>
            <a:r>
              <a:rPr sz="1700" b="0" i="0" lang="en-US">
                <a:solidFill>
                  <a:srgbClr val="1C2333"/>
                </a:solidFill>
                <a:latin typeface="Segoe UI"/>
              </a:rPr>
              <a:t>4) where do you live</a:t>
            </a:r>
          </a:p>
          <a:p>
            <a:pPr lvl="1" rtl="0" algn="l">
              <a:spcAft>
                <a:spcPts val="700"/>
              </a:spcAft>
            </a:pPr>
            <a:r>
              <a:rPr sz="1600" b="1" i="0" lang="en-US">
                <a:solidFill>
                  <a:srgbClr val="0F7A3D"/>
                </a:solidFill>
                <a:latin typeface="Segoe UI"/>
              </a:rPr>
              <a:t>✔ Where do you live?</a:t>
            </a:r>
          </a:p>
          <a:p>
            <a:pPr rtl="0" algn="l">
              <a:spcAft>
                <a:spcPts val="300"/>
              </a:spcAft>
            </a:pPr>
            <a:r>
              <a:rPr sz="1700" b="0" i="0" lang="en-US">
                <a:solidFill>
                  <a:srgbClr val="1C2333"/>
                </a:solidFill>
                <a:latin typeface="Segoe UI"/>
              </a:rPr>
              <a:t>5) how old are you</a:t>
            </a:r>
          </a:p>
          <a:p>
            <a:pPr lvl="1" rtl="0" algn="l">
              <a:spcAft>
                <a:spcPts val="700"/>
              </a:spcAft>
            </a:pPr>
            <a:r>
              <a:rPr sz="1600" b="1" i="0" lang="en-US">
                <a:solidFill>
                  <a:srgbClr val="0F7A3D"/>
                </a:solidFill>
                <a:latin typeface="Segoe UI"/>
              </a:rPr>
              <a:t>✔ How old are you?</a:t>
            </a:r>
          </a:p>
          <a:p>
            <a:pPr rtl="0" algn="l">
              <a:spcAft>
                <a:spcPts val="300"/>
              </a:spcAft>
            </a:pPr>
            <a:r>
              <a:rPr sz="1700" b="0" i="0" lang="en-US">
                <a:solidFill>
                  <a:srgbClr val="1C2333"/>
                </a:solidFill>
                <a:latin typeface="Segoe UI"/>
              </a:rPr>
              <a:t>6) ali and I are friends</a:t>
            </a:r>
          </a:p>
          <a:p>
            <a:pPr lvl="1" rtl="0" algn="l">
              <a:spcAft>
                <a:spcPts val="700"/>
              </a:spcAft>
            </a:pPr>
            <a:r>
              <a:rPr sz="1600" b="1" i="0" lang="en-US">
                <a:solidFill>
                  <a:srgbClr val="0F7A3D"/>
                </a:solidFill>
                <a:latin typeface="Segoe UI"/>
              </a:rPr>
              <a:t>✔ Ali and I are friends.</a:t>
            </a:r>
          </a:p>
          <a:p>
            <a:pPr rtl="0" algn="l">
              <a:spcAft>
                <a:spcPts val="300"/>
              </a:spcAft>
            </a:pPr>
            <a:r>
              <a:rPr sz="1700" b="0" i="0" lang="en-US">
                <a:solidFill>
                  <a:srgbClr val="1C2333"/>
                </a:solidFill>
                <a:latin typeface="Segoe UI"/>
              </a:rPr>
              <a:t>7) i live in cairo</a:t>
            </a:r>
          </a:p>
          <a:p>
            <a:pPr lvl="1" rtl="0" algn="l">
              <a:spcAft>
                <a:spcPts val="700"/>
              </a:spcAft>
            </a:pPr>
            <a:r>
              <a:rPr sz="1600" b="1" i="0" lang="en-US">
                <a:solidFill>
                  <a:srgbClr val="0F7A3D"/>
                </a:solidFill>
                <a:latin typeface="Segoe UI"/>
              </a:rPr>
              <a:t>✔ I live in Cairo.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i m egyptian</a:t>
            </a:r>
          </a:p>
          <a:p>
            <a:pPr rtl="0" algn="l">
              <a:spcAft>
                <a:spcPts val="800"/>
              </a:spcAft>
            </a:pPr>
            <a:r>
              <a:rPr sz="1800" b="0" i="0" lang="en-US">
                <a:solidFill>
                  <a:srgbClr val="1C2333"/>
                </a:solidFill>
                <a:latin typeface="Segoe UI"/>
              </a:rPr>
              <a:t>9) ahmed was born in may</a:t>
            </a:r>
          </a:p>
          <a:p>
            <a:pPr rtl="0" algn="l">
              <a:spcAft>
                <a:spcPts val="800"/>
              </a:spcAft>
            </a:pPr>
            <a:r>
              <a:rPr sz="1800" b="0" i="0" lang="en-US">
                <a:solidFill>
                  <a:srgbClr val="1C2333"/>
                </a:solidFill>
                <a:latin typeface="Segoe UI"/>
              </a:rPr>
              <a:t>10) i play football on fridays</a:t>
            </a:r>
          </a:p>
          <a:p>
            <a:pPr rtl="0" algn="l">
              <a:spcAft>
                <a:spcPts val="800"/>
              </a:spcAft>
            </a:pPr>
            <a:r>
              <a:rPr sz="1800" b="0" i="0" lang="en-US">
                <a:solidFill>
                  <a:srgbClr val="1C2333"/>
                </a:solidFill>
                <a:latin typeface="Segoe UI"/>
              </a:rPr>
              <a:t>11) no they didn t come</a:t>
            </a:r>
          </a:p>
          <a:p>
            <a:pPr rtl="0" algn="l">
              <a:spcAft>
                <a:spcPts val="800"/>
              </a:spcAft>
            </a:pPr>
            <a:r>
              <a:rPr sz="1800" b="0" i="0" lang="en-US">
                <a:solidFill>
                  <a:srgbClr val="1C2333"/>
                </a:solidFill>
                <a:latin typeface="Segoe UI"/>
              </a:rPr>
              <a:t>12) yes mohamed is a doctor</a:t>
            </a:r>
          </a:p>
          <a:p>
            <a:pPr rtl="0" algn="l">
              <a:spcAft>
                <a:spcPts val="800"/>
              </a:spcAft>
            </a:pPr>
            <a:r>
              <a:rPr sz="1800" b="0" i="0" lang="en-US">
                <a:solidFill>
                  <a:srgbClr val="1C2333"/>
                </a:solidFill>
                <a:latin typeface="Segoe UI"/>
              </a:rPr>
              <a:t>13) how old are you</a:t>
            </a:r>
          </a:p>
          <a:p>
            <a:pPr rtl="0" algn="l">
              <a:spcAft>
                <a:spcPts val="800"/>
              </a:spcAft>
            </a:pPr>
            <a:r>
              <a:rPr sz="1800" b="0" i="0" lang="en-US">
                <a:solidFill>
                  <a:srgbClr val="1C2333"/>
                </a:solidFill>
                <a:latin typeface="Segoe UI"/>
              </a:rPr>
              <a:t>14) he likes english</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65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652294"/>
                </a:solidFill>
                <a:latin typeface="Segoe UI"/>
              </a:rPr>
              <a:t>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3 — Punctuation Marks</a:t>
            </a:r>
          </a:p>
          <a:p>
            <a:pPr rtl="0" algn="l"/>
            <a:r>
              <a:rPr sz="1400" b="0" i="0" lang="en-US">
                <a:solidFill>
                  <a:srgbClr val="DDE6F3"/>
                </a:solidFill>
                <a:latin typeface="Segoe UI"/>
              </a:rPr>
              <a:t>B) Punctuate the following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i m egyptian</a:t>
            </a:r>
          </a:p>
          <a:p>
            <a:pPr lvl="1" rtl="0" algn="l">
              <a:spcAft>
                <a:spcPts val="700"/>
              </a:spcAft>
            </a:pPr>
            <a:r>
              <a:rPr sz="1600" b="1" i="0" lang="en-US">
                <a:solidFill>
                  <a:srgbClr val="0F7A3D"/>
                </a:solidFill>
                <a:latin typeface="Segoe UI"/>
              </a:rPr>
              <a:t>✔ I'm Egyptian.</a:t>
            </a:r>
          </a:p>
          <a:p>
            <a:pPr rtl="0" algn="l">
              <a:spcAft>
                <a:spcPts val="300"/>
              </a:spcAft>
            </a:pPr>
            <a:r>
              <a:rPr sz="1700" b="0" i="0" lang="en-US">
                <a:solidFill>
                  <a:srgbClr val="1C2333"/>
                </a:solidFill>
                <a:latin typeface="Segoe UI"/>
              </a:rPr>
              <a:t>9) ahmed was born in may</a:t>
            </a:r>
          </a:p>
          <a:p>
            <a:pPr lvl="1" rtl="0" algn="l">
              <a:spcAft>
                <a:spcPts val="700"/>
              </a:spcAft>
            </a:pPr>
            <a:r>
              <a:rPr sz="1600" b="1" i="0" lang="en-US">
                <a:solidFill>
                  <a:srgbClr val="0F7A3D"/>
                </a:solidFill>
                <a:latin typeface="Segoe UI"/>
              </a:rPr>
              <a:t>✔ Ahmed was born in May.</a:t>
            </a:r>
          </a:p>
          <a:p>
            <a:pPr rtl="0" algn="l">
              <a:spcAft>
                <a:spcPts val="300"/>
              </a:spcAft>
            </a:pPr>
            <a:r>
              <a:rPr sz="1700" b="0" i="0" lang="en-US">
                <a:solidFill>
                  <a:srgbClr val="1C2333"/>
                </a:solidFill>
                <a:latin typeface="Segoe UI"/>
              </a:rPr>
              <a:t>10) i play football on fridays</a:t>
            </a:r>
          </a:p>
          <a:p>
            <a:pPr lvl="1" rtl="0" algn="l">
              <a:spcAft>
                <a:spcPts val="700"/>
              </a:spcAft>
            </a:pPr>
            <a:r>
              <a:rPr sz="1600" b="1" i="0" lang="en-US">
                <a:solidFill>
                  <a:srgbClr val="0F7A3D"/>
                </a:solidFill>
                <a:latin typeface="Segoe UI"/>
              </a:rPr>
              <a:t>✔ I play football on Fridays.</a:t>
            </a:r>
          </a:p>
          <a:p>
            <a:pPr rtl="0" algn="l">
              <a:spcAft>
                <a:spcPts val="300"/>
              </a:spcAft>
            </a:pPr>
            <a:r>
              <a:rPr sz="1700" b="0" i="0" lang="en-US">
                <a:solidFill>
                  <a:srgbClr val="1C2333"/>
                </a:solidFill>
                <a:latin typeface="Segoe UI"/>
              </a:rPr>
              <a:t>11) no they didn t come</a:t>
            </a:r>
          </a:p>
          <a:p>
            <a:pPr lvl="1" rtl="0" algn="l">
              <a:spcAft>
                <a:spcPts val="700"/>
              </a:spcAft>
            </a:pPr>
            <a:r>
              <a:rPr sz="1600" b="1" i="0" lang="en-US">
                <a:solidFill>
                  <a:srgbClr val="0F7A3D"/>
                </a:solidFill>
                <a:latin typeface="Segoe UI"/>
              </a:rPr>
              <a:t>✔ No, they didn't come.</a:t>
            </a:r>
          </a:p>
          <a:p>
            <a:pPr rtl="0" algn="l">
              <a:spcAft>
                <a:spcPts val="300"/>
              </a:spcAft>
            </a:pPr>
            <a:r>
              <a:rPr sz="1700" b="0" i="0" lang="en-US">
                <a:solidFill>
                  <a:srgbClr val="1C2333"/>
                </a:solidFill>
                <a:latin typeface="Segoe UI"/>
              </a:rPr>
              <a:t>12) yes mohamed is a doctor</a:t>
            </a:r>
          </a:p>
          <a:p>
            <a:pPr lvl="1" rtl="0" algn="l">
              <a:spcAft>
                <a:spcPts val="700"/>
              </a:spcAft>
            </a:pPr>
            <a:r>
              <a:rPr sz="1600" b="1" i="0" lang="en-US">
                <a:solidFill>
                  <a:srgbClr val="0F7A3D"/>
                </a:solidFill>
                <a:latin typeface="Segoe UI"/>
              </a:rPr>
              <a:t>✔ Yes, Mohamed is a doctor.</a:t>
            </a:r>
          </a:p>
          <a:p>
            <a:pPr rtl="0" algn="l">
              <a:spcAft>
                <a:spcPts val="300"/>
              </a:spcAft>
            </a:pPr>
            <a:r>
              <a:rPr sz="1700" b="0" i="0" lang="en-US">
                <a:solidFill>
                  <a:srgbClr val="1C2333"/>
                </a:solidFill>
                <a:latin typeface="Segoe UI"/>
              </a:rPr>
              <a:t>13) how old are you</a:t>
            </a:r>
          </a:p>
          <a:p>
            <a:pPr lvl="1" rtl="0" algn="l">
              <a:spcAft>
                <a:spcPts val="700"/>
              </a:spcAft>
            </a:pPr>
            <a:r>
              <a:rPr sz="1600" b="1" i="0" lang="en-US">
                <a:solidFill>
                  <a:srgbClr val="0F7A3D"/>
                </a:solidFill>
                <a:latin typeface="Segoe UI"/>
              </a:rPr>
              <a:t>✔ How old are you?</a:t>
            </a:r>
          </a:p>
          <a:p>
            <a:pPr rtl="0" algn="l">
              <a:spcAft>
                <a:spcPts val="300"/>
              </a:spcAft>
            </a:pPr>
            <a:r>
              <a:rPr sz="1700" b="0" i="0" lang="en-US">
                <a:solidFill>
                  <a:srgbClr val="1C2333"/>
                </a:solidFill>
                <a:latin typeface="Segoe UI"/>
              </a:rPr>
              <a:t>14) he likes english</a:t>
            </a:r>
          </a:p>
          <a:p>
            <a:pPr lvl="1" rtl="0" algn="l">
              <a:spcAft>
                <a:spcPts val="700"/>
              </a:spcAft>
            </a:pPr>
            <a:r>
              <a:rPr sz="1600" b="1" i="0" lang="en-US">
                <a:solidFill>
                  <a:srgbClr val="0F7A3D"/>
                </a:solidFill>
                <a:latin typeface="Segoe UI"/>
              </a:rPr>
              <a:t>✔ He likes English.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4</a:t>
            </a:r>
          </a:p>
          <a:p>
            <a:pPr algn="ctr" rtl="0"/>
            <a:r>
              <a:rPr sz="4600" b="1" i="0" lang="en-US">
                <a:solidFill>
                  <a:srgbClr val="FFFFFF"/>
                </a:solidFill>
                <a:latin typeface="Segoe UI"/>
              </a:rPr>
              <a:t>Subject Pronouns &amp; Verb to be</a:t>
            </a:r>
          </a:p>
          <a:p>
            <a:pPr algn="ctr" rtl="1"/>
            <a:r>
              <a:rPr sz="2900" b="0" i="0" lang="ar-EG" altLang="en-US">
                <a:solidFill>
                  <a:srgbClr val="FFFFFF"/>
                </a:solidFill>
                <a:latin typeface="Traditional Arabic"/>
              </a:rPr>
              <a:t>ضمائر الفاعل وفعل الكون</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Contractions — الاختصارات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is = 's | am = 'm | are = 're</a:t>
            </a:r>
          </a:p>
          <a:p>
            <a:pPr rtl="0" algn="l">
              <a:spcAft>
                <a:spcPts val="600"/>
              </a:spcAft>
            </a:pPr>
            <a:r>
              <a:rPr sz="1700" b="0" i="1" lang="en-US">
                <a:solidFill>
                  <a:srgbClr val="5B6478"/>
                </a:solidFill>
                <a:latin typeface="Segoe UI"/>
              </a:rPr>
              <a:t>   e.g. He's a boy. – I'm happy. – They're friends.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48"/>
                </a:solidFill>
                <a:latin typeface="Segoe UI"/>
              </a:rPr>
              <a:t>▶ Subject + am / is / are + not + باقي الجملة .</a:t>
            </a:r>
          </a:p>
          <a:p>
            <a:pPr rtl="1" algn="r">
              <a:spcAft>
                <a:spcPts val="600"/>
              </a:spcAft>
            </a:pPr>
            <a:r>
              <a:rPr sz="2100" b="0" i="0" lang="ar-EG" altLang="en-US">
                <a:solidFill>
                  <a:srgbClr val="1C2333"/>
                </a:solidFill>
                <a:latin typeface="Traditional Arabic"/>
              </a:rPr>
              <a:t>    ننفي بوضع not بعد فعل الكون.</a:t>
            </a:r>
          </a:p>
          <a:p>
            <a:pPr rtl="0" algn="l">
              <a:spcAft>
                <a:spcPts val="600"/>
              </a:spcAft>
            </a:pPr>
            <a:r>
              <a:rPr sz="1700" b="0" i="1" lang="en-US">
                <a:solidFill>
                  <a:srgbClr val="5B6478"/>
                </a:solidFill>
                <a:latin typeface="Segoe UI"/>
              </a:rPr>
              <a:t>   e.g. He is a carpenter. → He isn't a carpenter. (is not = isn't)</a:t>
            </a:r>
          </a:p>
          <a:p>
            <a:pPr rtl="0" algn="l">
              <a:spcAft>
                <a:spcPts val="600"/>
              </a:spcAft>
            </a:pPr>
            <a:r>
              <a:rPr sz="1700" b="0" i="1" lang="en-US">
                <a:solidFill>
                  <a:srgbClr val="5B6478"/>
                </a:solidFill>
                <a:latin typeface="Segoe UI"/>
              </a:rPr>
              <a:t>   e.g. They are vets. → They aren't vets. (are not = aren't)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1" algn="r"/>
            <a:r>
              <a:rPr sz="1700" b="0" i="0" lang="ar-EG" altLang="en-US">
                <a:solidFill>
                  <a:srgbClr val="DDE6F3"/>
                </a:solidFill>
                <a:latin typeface="Traditional Arabic"/>
              </a:rPr>
              <a:t>Question — السؤال بـ (هل)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48"/>
                </a:solidFill>
                <a:latin typeface="Traditional Arabic"/>
              </a:rPr>
              <a:t>▶ Am / Is / Are + فاعل + باقي الجملة ?</a:t>
            </a:r>
          </a:p>
          <a:p>
            <a:pPr rtl="1" algn="r">
              <a:spcAft>
                <a:spcPts val="600"/>
              </a:spcAft>
            </a:pPr>
            <a:r>
              <a:rPr sz="2100" b="0" i="0" lang="ar-EG" altLang="en-US">
                <a:solidFill>
                  <a:srgbClr val="1C2333"/>
                </a:solidFill>
                <a:latin typeface="Traditional Arabic"/>
              </a:rPr>
              <a:t>نقدّم فعل الكون على الفاعل لتكوين السؤال.</a:t>
            </a:r>
          </a:p>
          <a:p>
            <a:pPr rtl="0" algn="l">
              <a:spcAft>
                <a:spcPts val="600"/>
              </a:spcAft>
            </a:pPr>
            <a:r>
              <a:rPr sz="1700" b="0" i="1" lang="en-US">
                <a:solidFill>
                  <a:srgbClr val="5B6478"/>
                </a:solidFill>
                <a:latin typeface="Segoe UI"/>
              </a:rPr>
              <a:t>   e.g. I am → Are you …? | We are → Are you …? | My → Your</a:t>
            </a:r>
          </a:p>
          <a:p>
            <a:pPr rtl="1" algn="r">
              <a:spcAft>
                <a:spcPts val="600"/>
              </a:spcAft>
            </a:pPr>
            <a:r>
              <a:rPr sz="2100" b="0" i="0" lang="ar-EG" altLang="en-US">
                <a:solidFill>
                  <a:srgbClr val="1C2333"/>
                </a:solidFill>
                <a:latin typeface="Traditional Arabic"/>
              </a:rPr>
              <a:t>لاحظ تغيّر الضمائر عند تكوين السؤال.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474720"/>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0" algn="l"/>
                      <a:r>
                        <a:rPr sz="1400" b="1" i="0" lang="en-US">
                          <a:solidFill>
                            <a:srgbClr val="FFFFFF"/>
                          </a:solidFill>
                          <a:latin typeface="Segoe UI"/>
                        </a:rPr>
                        <a:t>Pronoun</a:t>
                      </a:r>
                    </a:p>
                  </a:txBody>
                  <a:tcPr>
                    <a:solidFill>
                      <a:srgbClr val="942248"/>
                    </a:solidFill>
                  </a:tcPr>
                </a:tc>
                <a:tc>
                  <a:txBody>
                    <a:bodyPr/>
                    <a:lstStyle/>
                    <a:p>
                      <a:pPr rtl="1" algn="r"/>
                      <a:r>
                        <a:rPr sz="1700" b="1" i="0" lang="ar-EG" altLang="en-US">
                          <a:solidFill>
                            <a:srgbClr val="FFFFFF"/>
                          </a:solidFill>
                          <a:latin typeface="Traditional Arabic"/>
                        </a:rPr>
                        <a:t>المعنى</a:t>
                      </a:r>
                    </a:p>
                  </a:txBody>
                  <a:tcPr>
                    <a:solidFill>
                      <a:srgbClr val="942248"/>
                    </a:solidFill>
                  </a:tcPr>
                </a:tc>
                <a:tc>
                  <a:txBody>
                    <a:bodyPr/>
                    <a:lstStyle/>
                    <a:p>
                      <a:pPr rtl="0" algn="l"/>
                      <a:r>
                        <a:rPr sz="1400" b="1" i="0" lang="en-US">
                          <a:solidFill>
                            <a:srgbClr val="FFFFFF"/>
                          </a:solidFill>
                          <a:latin typeface="Segoe UI"/>
                        </a:rPr>
                        <a:t>Verb to be</a:t>
                      </a:r>
                    </a:p>
                  </a:txBody>
                  <a:tcPr>
                    <a:solidFill>
                      <a:srgbClr val="942248"/>
                    </a:solidFill>
                  </a:tcPr>
                </a:tc>
                <a:tc>
                  <a:txBody>
                    <a:bodyPr/>
                    <a:lstStyle/>
                    <a:p>
                      <a:pPr rtl="0" algn="l"/>
                      <a:r>
                        <a:rPr sz="1400" b="1" i="0" lang="en-US">
                          <a:solidFill>
                            <a:srgbClr val="FFFFFF"/>
                          </a:solidFill>
                          <a:latin typeface="Segoe UI"/>
                        </a:rPr>
                        <a:t>Example</a:t>
                      </a:r>
                    </a:p>
                  </a:txBody>
                  <a:tcPr>
                    <a:solidFill>
                      <a:srgbClr val="942248"/>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1" algn="r"/>
                      <a:r>
                        <a:rPr sz="1600" b="0" i="0" lang="ar-EG" altLang="en-US">
                          <a:solidFill>
                            <a:srgbClr val="1C2333"/>
                          </a:solidFill>
                          <a:latin typeface="Traditional Arabic"/>
                        </a:rPr>
                        <a:t>أنا</a:t>
                      </a:r>
                    </a:p>
                  </a:txBody>
                  <a:tcPr>
                    <a:solidFill>
                      <a:srgbClr val="FFFFFF"/>
                    </a:solidFill>
                  </a:tcPr>
                </a:tc>
                <a:tc>
                  <a:txBody>
                    <a:bodyPr/>
                    <a:lstStyle/>
                    <a:p>
                      <a:pPr rtl="0" algn="l"/>
                      <a:r>
                        <a:rPr sz="1300" b="0" i="0" lang="en-US">
                          <a:solidFill>
                            <a:srgbClr val="1C2333"/>
                          </a:solidFill>
                          <a:latin typeface="Segoe UI"/>
                        </a:rPr>
                        <a:t>am</a:t>
                      </a:r>
                    </a:p>
                  </a:txBody>
                  <a:tcPr>
                    <a:solidFill>
                      <a:srgbClr val="FFFFFF"/>
                    </a:solidFill>
                  </a:tcPr>
                </a:tc>
                <a:tc>
                  <a:txBody>
                    <a:bodyPr/>
                    <a:lstStyle/>
                    <a:p>
                      <a:pPr rtl="0" algn="l"/>
                      <a:r>
                        <a:rPr sz="1300" b="0" i="0" lang="en-US">
                          <a:solidFill>
                            <a:srgbClr val="1C2333"/>
                          </a:solidFill>
                          <a:latin typeface="Segoe UI"/>
                        </a:rPr>
                        <a:t>I am a doctor.</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1" algn="r"/>
                      <a:r>
                        <a:rPr sz="1600" b="0" i="0" lang="ar-EG" altLang="en-US">
                          <a:solidFill>
                            <a:srgbClr val="1C2333"/>
                          </a:solidFill>
                          <a:latin typeface="Traditional Arabic"/>
                        </a:rPr>
                        <a:t>هو</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He is a boy.</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1" algn="r"/>
                      <a:r>
                        <a:rPr sz="1600" b="0" i="0" lang="ar-EG" altLang="en-US">
                          <a:solidFill>
                            <a:srgbClr val="1C2333"/>
                          </a:solidFill>
                          <a:latin typeface="Traditional Arabic"/>
                        </a:rPr>
                        <a:t>هي</a:t>
                      </a:r>
                    </a:p>
                  </a:txBody>
                  <a:tcPr>
                    <a:solidFill>
                      <a:srgbClr val="FFFFFF"/>
                    </a:solidFill>
                  </a:tcPr>
                </a:tc>
                <a:tc>
                  <a:txBody>
                    <a:bodyPr/>
                    <a:lstStyle/>
                    <a:p>
                      <a:pPr rtl="0" algn="l"/>
                      <a:r>
                        <a:rPr sz="1300" b="0" i="0" lang="en-US">
                          <a:solidFill>
                            <a:srgbClr val="1C2333"/>
                          </a:solidFill>
                          <a:latin typeface="Segoe UI"/>
                        </a:rPr>
                        <a:t>is</a:t>
                      </a:r>
                    </a:p>
                  </a:txBody>
                  <a:tcPr>
                    <a:solidFill>
                      <a:srgbClr val="FFFFFF"/>
                    </a:solidFill>
                  </a:tcPr>
                </a:tc>
                <a:tc>
                  <a:txBody>
                    <a:bodyPr/>
                    <a:lstStyle/>
                    <a:p>
                      <a:pPr rtl="0" algn="l"/>
                      <a:r>
                        <a:rPr sz="1300" b="0" i="0" lang="en-US">
                          <a:solidFill>
                            <a:srgbClr val="1C2333"/>
                          </a:solidFill>
                          <a:latin typeface="Segoe UI"/>
                        </a:rPr>
                        <a:t>She is a nurse.</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1" algn="r"/>
                      <a:r>
                        <a:rPr sz="1600" b="0" i="0" lang="ar-EG" altLang="en-US">
                          <a:solidFill>
                            <a:srgbClr val="1C2333"/>
                          </a:solidFill>
                          <a:latin typeface="Traditional Arabic"/>
                        </a:rPr>
                        <a:t>هو / هي لغير العاقل</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It is a cat.</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1" algn="r"/>
                      <a:r>
                        <a:rPr sz="1600" b="0" i="0" lang="ar-EG" altLang="en-US">
                          <a:solidFill>
                            <a:srgbClr val="1C2333"/>
                          </a:solidFill>
                          <a:latin typeface="Traditional Arabic"/>
                        </a:rPr>
                        <a:t>هم</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They are lions.</a:t>
                      </a:r>
                    </a:p>
                  </a:txBody>
                  <a:tcPr>
                    <a:solidFill>
                      <a:srgbClr val="FFFFFF"/>
                    </a:solidFill>
                  </a:tcPr>
                </a:tc>
              </a:tr>
              <a:tr h="347472">
                <a:tc>
                  <a:txBody>
                    <a:bodyPr/>
                    <a:lstStyle/>
                    <a:p>
                      <a:pPr rtl="0" algn="l"/>
                      <a:r>
                        <a:rPr sz="1300" b="0" i="0" lang="en-US">
                          <a:solidFill>
                            <a:srgbClr val="1C2333"/>
                          </a:solidFill>
                          <a:latin typeface="Segoe UI"/>
                        </a:rPr>
                        <a:t>You</a:t>
                      </a:r>
                    </a:p>
                  </a:txBody>
                  <a:tcPr>
                    <a:solidFill>
                      <a:srgbClr val="EEF3FA"/>
                    </a:solidFill>
                  </a:tcPr>
                </a:tc>
                <a:tc>
                  <a:txBody>
                    <a:bodyPr/>
                    <a:lstStyle/>
                    <a:p>
                      <a:pPr rtl="1" algn="r"/>
                      <a:r>
                        <a:rPr sz="1600" b="0" i="0" lang="ar-EG" altLang="en-US">
                          <a:solidFill>
                            <a:srgbClr val="1C2333"/>
                          </a:solidFill>
                          <a:latin typeface="Traditional Arabic"/>
                        </a:rPr>
                        <a:t>أنتَ / أنتم</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You are tall.</a:t>
                      </a:r>
                    </a:p>
                  </a:txBody>
                  <a:tcPr>
                    <a:solidFill>
                      <a:srgbClr val="EEF3FA"/>
                    </a:solidFill>
                  </a:tcPr>
                </a:tc>
              </a:tr>
              <a:tr h="347472">
                <a:tc>
                  <a:txBody>
                    <a:bodyPr/>
                    <a:lstStyle/>
                    <a:p>
                      <a:pPr rtl="0" algn="l"/>
                      <a:r>
                        <a:rPr sz="1300" b="0" i="0" lang="en-US">
                          <a:solidFill>
                            <a:srgbClr val="1C2333"/>
                          </a:solidFill>
                          <a:latin typeface="Segoe UI"/>
                        </a:rPr>
                        <a:t>We</a:t>
                      </a:r>
                    </a:p>
                  </a:txBody>
                  <a:tcPr>
                    <a:solidFill>
                      <a:srgbClr val="FFFFFF"/>
                    </a:solidFill>
                  </a:tcPr>
                </a:tc>
                <a:tc>
                  <a:txBody>
                    <a:bodyPr/>
                    <a:lstStyle/>
                    <a:p>
                      <a:pPr rtl="1" algn="r"/>
                      <a:r>
                        <a:rPr sz="1600" b="0" i="0" lang="ar-EG" altLang="en-US">
                          <a:solidFill>
                            <a:srgbClr val="1C2333"/>
                          </a:solidFill>
                          <a:latin typeface="Traditional Arabic"/>
                        </a:rPr>
                        <a:t>نحن</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We are friends.</a:t>
                      </a:r>
                    </a:p>
                  </a:txBody>
                  <a:tcPr>
                    <a:solidFill>
                      <a:srgbClr val="FFFFFF"/>
                    </a:solidFill>
                  </a:tcPr>
                </a:tc>
              </a:tr>
              <a:tr h="347472">
                <a:tc>
                  <a:txBody>
                    <a:bodyPr/>
                    <a:lstStyle/>
                    <a:p>
                      <a:pPr rtl="0" algn="l"/>
                      <a:r>
                        <a:rPr sz="1300" b="0" i="0" lang="en-US">
                          <a:solidFill>
                            <a:srgbClr val="1C2333"/>
                          </a:solidFill>
                          <a:latin typeface="Segoe UI"/>
                        </a:rPr>
                        <a:t>The cat / Ahmed</a:t>
                      </a:r>
                    </a:p>
                  </a:txBody>
                  <a:tcPr>
                    <a:solidFill>
                      <a:srgbClr val="EEF3FA"/>
                    </a:solidFill>
                  </a:tcPr>
                </a:tc>
                <a:tc>
                  <a:txBody>
                    <a:bodyPr/>
                    <a:lstStyle/>
                    <a:p>
                      <a:pPr rtl="1" algn="r"/>
                      <a:r>
                        <a:rPr sz="1600" b="0" i="0" lang="ar-EG" altLang="en-US">
                          <a:solidFill>
                            <a:srgbClr val="1C2333"/>
                          </a:solidFill>
                          <a:latin typeface="Traditional Arabic"/>
                        </a:rPr>
                        <a:t>الاسم المفرد</a:t>
                      </a:r>
                    </a:p>
                  </a:txBody>
                  <a:tcPr>
                    <a:solidFill>
                      <a:srgbClr val="EEF3FA"/>
                    </a:solidFill>
                  </a:tcPr>
                </a:tc>
                <a:tc>
                  <a:txBody>
                    <a:bodyPr/>
                    <a:lstStyle/>
                    <a:p>
                      <a:pPr rtl="0" algn="l"/>
                      <a:r>
                        <a:rPr sz="1300" b="0" i="0" lang="en-US">
                          <a:solidFill>
                            <a:srgbClr val="1C2333"/>
                          </a:solidFill>
                          <a:latin typeface="Segoe UI"/>
                        </a:rPr>
                        <a:t>is</a:t>
                      </a:r>
                    </a:p>
                  </a:txBody>
                  <a:tcPr>
                    <a:solidFill>
                      <a:srgbClr val="EEF3FA"/>
                    </a:solidFill>
                  </a:tcPr>
                </a:tc>
                <a:tc>
                  <a:txBody>
                    <a:bodyPr/>
                    <a:lstStyle/>
                    <a:p>
                      <a:pPr rtl="0" algn="l"/>
                      <a:r>
                        <a:rPr sz="1300" b="0" i="0" lang="en-US">
                          <a:solidFill>
                            <a:srgbClr val="1C2333"/>
                          </a:solidFill>
                          <a:latin typeface="Segoe UI"/>
                        </a:rPr>
                        <a:t>The cat is fast.</a:t>
                      </a:r>
                    </a:p>
                  </a:txBody>
                  <a:tcPr>
                    <a:solidFill>
                      <a:srgbClr val="EEF3FA"/>
                    </a:solidFill>
                  </a:tcPr>
                </a:tc>
              </a:tr>
              <a:tr h="347472">
                <a:tc>
                  <a:txBody>
                    <a:bodyPr/>
                    <a:lstStyle/>
                    <a:p>
                      <a:pPr rtl="0" algn="l"/>
                      <a:r>
                        <a:rPr sz="1300" b="0" i="0" lang="en-US">
                          <a:solidFill>
                            <a:srgbClr val="1C2333"/>
                          </a:solidFill>
                          <a:latin typeface="Segoe UI"/>
                        </a:rPr>
                        <a:t>Lions / My parents</a:t>
                      </a:r>
                    </a:p>
                  </a:txBody>
                  <a:tcPr>
                    <a:solidFill>
                      <a:srgbClr val="FFFFFF"/>
                    </a:solidFill>
                  </a:tcPr>
                </a:tc>
                <a:tc>
                  <a:txBody>
                    <a:bodyPr/>
                    <a:lstStyle/>
                    <a:p>
                      <a:pPr rtl="1" algn="r"/>
                      <a:r>
                        <a:rPr sz="1600" b="0" i="0" lang="ar-EG" altLang="en-US">
                          <a:solidFill>
                            <a:srgbClr val="1C2333"/>
                          </a:solidFill>
                          <a:latin typeface="Traditional Arabic"/>
                        </a:rPr>
                        <a:t>الاسم الجمع</a:t>
                      </a:r>
                    </a:p>
                  </a:txBody>
                  <a:tcPr>
                    <a:solidFill>
                      <a:srgbClr val="FFFFFF"/>
                    </a:solidFill>
                  </a:tcPr>
                </a:tc>
                <a:tc>
                  <a:txBody>
                    <a:bodyPr/>
                    <a:lstStyle/>
                    <a:p>
                      <a:pPr rtl="0" algn="l"/>
                      <a:r>
                        <a:rPr sz="1300" b="0" i="0" lang="en-US">
                          <a:solidFill>
                            <a:srgbClr val="1C2333"/>
                          </a:solidFill>
                          <a:latin typeface="Segoe UI"/>
                        </a:rPr>
                        <a:t>are</a:t>
                      </a:r>
                    </a:p>
                  </a:txBody>
                  <a:tcPr>
                    <a:solidFill>
                      <a:srgbClr val="FFFFFF"/>
                    </a:solidFill>
                  </a:tcPr>
                </a:tc>
                <a:tc>
                  <a:txBody>
                    <a:bodyPr/>
                    <a:lstStyle/>
                    <a:p>
                      <a:pPr rtl="0" algn="l"/>
                      <a:r>
                        <a:rPr sz="1300" b="0" i="0" lang="en-US">
                          <a:solidFill>
                            <a:srgbClr val="1C2333"/>
                          </a:solidFill>
                          <a:latin typeface="Segoe UI"/>
                        </a:rPr>
                        <a:t>Lions are strong.</a:t>
                      </a:r>
                    </a:p>
                  </a:txBody>
                  <a:tcP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 a boy.   (am – is – are)</a:t>
            </a:r>
          </a:p>
          <a:p>
            <a:pPr rtl="0" algn="l">
              <a:spcAft>
                <a:spcPts val="800"/>
              </a:spcAft>
            </a:pPr>
            <a:r>
              <a:rPr sz="1800" b="0" i="0" lang="en-US">
                <a:solidFill>
                  <a:srgbClr val="1C2333"/>
                </a:solidFill>
                <a:latin typeface="Segoe UI"/>
              </a:rPr>
              <a:t>2) They …… girls.   (am – is – are)</a:t>
            </a:r>
          </a:p>
          <a:p>
            <a:pPr rtl="0" algn="l">
              <a:spcAft>
                <a:spcPts val="800"/>
              </a:spcAft>
            </a:pPr>
            <a:r>
              <a:rPr sz="1800" b="0" i="0" lang="en-US">
                <a:solidFill>
                  <a:srgbClr val="1C2333"/>
                </a:solidFill>
                <a:latin typeface="Segoe UI"/>
              </a:rPr>
              <a:t>3) Mona …… a nurse.   (am – is – are)</a:t>
            </a:r>
          </a:p>
          <a:p>
            <a:pPr rtl="0" algn="l">
              <a:spcAft>
                <a:spcPts val="800"/>
              </a:spcAft>
            </a:pPr>
            <a:r>
              <a:rPr sz="1800" b="0" i="0" lang="en-US">
                <a:solidFill>
                  <a:srgbClr val="1C2333"/>
                </a:solidFill>
                <a:latin typeface="Segoe UI"/>
              </a:rPr>
              <a:t>4) We …… doctors.   (am – is – are)</a:t>
            </a:r>
          </a:p>
          <a:p>
            <a:pPr rtl="0" algn="l">
              <a:spcAft>
                <a:spcPts val="800"/>
              </a:spcAft>
            </a:pPr>
            <a:r>
              <a:rPr sz="1800" b="0" i="0" lang="en-US">
                <a:solidFill>
                  <a:srgbClr val="1C2333"/>
                </a:solidFill>
                <a:latin typeface="Segoe UI"/>
              </a:rPr>
              <a:t>5) It …… a cat.   (am – is – are)</a:t>
            </a:r>
          </a:p>
          <a:p>
            <a:pPr rtl="0" algn="l">
              <a:spcAft>
                <a:spcPts val="800"/>
              </a:spcAft>
            </a:pPr>
            <a:r>
              <a:rPr sz="1800" b="0" i="0" lang="en-US">
                <a:solidFill>
                  <a:srgbClr val="1C2333"/>
                </a:solidFill>
                <a:latin typeface="Segoe UI"/>
              </a:rPr>
              <a:t>6) She …… a dentist.   (am – is – are)</a:t>
            </a:r>
          </a:p>
          <a:p>
            <a:pPr rtl="0" algn="l">
              <a:spcAft>
                <a:spcPts val="800"/>
              </a:spcAft>
            </a:pPr>
            <a:r>
              <a:rPr sz="1800" b="0" i="0" lang="en-US">
                <a:solidFill>
                  <a:srgbClr val="1C2333"/>
                </a:solidFill>
                <a:latin typeface="Segoe UI"/>
              </a:rPr>
              <a:t>7) I …… a teacher.   (am – is – are)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 a boy.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2) They …… girls.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3) Mona …… a nurse.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4) We …… doctors.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5) It …… a cat.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6) She …… a dentist.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7) I …… a teacher.   (am – is – are)</a:t>
            </a:r>
          </a:p>
          <a:p>
            <a:pPr lvl="1" rtl="0" algn="l">
              <a:spcAft>
                <a:spcPts val="700"/>
              </a:spcAft>
            </a:pPr>
            <a:r>
              <a:rPr sz="1600" b="1" i="0" lang="en-US">
                <a:solidFill>
                  <a:srgbClr val="0F7A3D"/>
                </a:solidFill>
                <a:latin typeface="Segoe UI"/>
              </a:rPr>
              <a:t>✔ am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You …… a vet.   (am – is – are)</a:t>
            </a:r>
          </a:p>
          <a:p>
            <a:pPr rtl="0" algn="l">
              <a:spcAft>
                <a:spcPts val="800"/>
              </a:spcAft>
            </a:pPr>
            <a:r>
              <a:rPr sz="1800" b="0" i="0" lang="en-US">
                <a:solidFill>
                  <a:srgbClr val="1C2333"/>
                </a:solidFill>
                <a:latin typeface="Segoe UI"/>
              </a:rPr>
              <a:t>9) Lions …… strong.   (am – is – are)</a:t>
            </a:r>
          </a:p>
          <a:p>
            <a:pPr rtl="0" algn="l">
              <a:spcAft>
                <a:spcPts val="800"/>
              </a:spcAft>
            </a:pPr>
            <a:r>
              <a:rPr sz="1800" b="0" i="0" lang="en-US">
                <a:solidFill>
                  <a:srgbClr val="1C2333"/>
                </a:solidFill>
                <a:latin typeface="Segoe UI"/>
              </a:rPr>
              <a:t>10) My mum …… thin.   (am – is – are)</a:t>
            </a:r>
          </a:p>
          <a:p>
            <a:pPr rtl="0" algn="l">
              <a:spcAft>
                <a:spcPts val="800"/>
              </a:spcAft>
            </a:pPr>
            <a:r>
              <a:rPr sz="1800" b="0" i="0" lang="en-US">
                <a:solidFill>
                  <a:srgbClr val="1C2333"/>
                </a:solidFill>
                <a:latin typeface="Segoe UI"/>
              </a:rPr>
              <a:t>11) They …… men.   (am – is – are)</a:t>
            </a:r>
          </a:p>
          <a:p>
            <a:pPr rtl="0" algn="l">
              <a:spcAft>
                <a:spcPts val="800"/>
              </a:spcAft>
            </a:pPr>
            <a:r>
              <a:rPr sz="1800" b="0" i="0" lang="en-US">
                <a:solidFill>
                  <a:srgbClr val="1C2333"/>
                </a:solidFill>
                <a:latin typeface="Segoe UI"/>
              </a:rPr>
              <a:t>12) My friend …… tall.   (am – is – are)</a:t>
            </a:r>
          </a:p>
          <a:p>
            <a:pPr rtl="0" algn="l">
              <a:spcAft>
                <a:spcPts val="800"/>
              </a:spcAft>
            </a:pPr>
            <a:r>
              <a:rPr sz="1800" b="0" i="0" lang="en-US">
                <a:solidFill>
                  <a:srgbClr val="1C2333"/>
                </a:solidFill>
                <a:latin typeface="Segoe UI"/>
              </a:rPr>
              <a:t>13) It …… hot today.   (am – is – are)</a:t>
            </a:r>
          </a:p>
          <a:p>
            <a:pPr rtl="0" algn="l">
              <a:spcAft>
                <a:spcPts val="800"/>
              </a:spcAft>
            </a:pPr>
            <a:r>
              <a:rPr sz="1800" b="0" i="0" lang="en-US">
                <a:solidFill>
                  <a:srgbClr val="1C2333"/>
                </a:solidFill>
                <a:latin typeface="Segoe UI"/>
              </a:rPr>
              <a:t>14) We …… teachers.   (am – is – are)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You …… a vet.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9) Lions …… strong.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10) My mum …… thin.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11) They …… men.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12) My friend …… tall.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13) It …… hot today.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14) We …… teachers.   (am – is – are)</a:t>
            </a:r>
          </a:p>
          <a:p>
            <a:pPr lvl="1" rtl="0" algn="l">
              <a:spcAft>
                <a:spcPts val="700"/>
              </a:spcAft>
            </a:pPr>
            <a:r>
              <a:rPr sz="1600" b="1" i="0" lang="en-US">
                <a:solidFill>
                  <a:srgbClr val="0F7A3D"/>
                </a:solidFill>
                <a:latin typeface="Segoe UI"/>
              </a:rPr>
              <a:t>✔ are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Rody …… a doctor.   (am – is – are)</a:t>
            </a:r>
          </a:p>
          <a:p>
            <a:pPr rtl="0" algn="l">
              <a:spcAft>
                <a:spcPts val="800"/>
              </a:spcAft>
            </a:pPr>
            <a:r>
              <a:rPr sz="1800" b="0" i="0" lang="en-US">
                <a:solidFill>
                  <a:srgbClr val="1C2333"/>
                </a:solidFill>
                <a:latin typeface="Segoe UI"/>
              </a:rPr>
              <a:t>16) He …… a man.   (am – is – are)</a:t>
            </a:r>
          </a:p>
          <a:p>
            <a:pPr rtl="0" algn="l">
              <a:spcAft>
                <a:spcPts val="800"/>
              </a:spcAft>
            </a:pPr>
            <a:r>
              <a:rPr sz="1800" b="0" i="0" lang="en-US">
                <a:solidFill>
                  <a:srgbClr val="1C2333"/>
                </a:solidFill>
                <a:latin typeface="Segoe UI"/>
              </a:rPr>
              <a:t>17) I …… happy.   (am – is – are)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A) Choose (am – is – are)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Rody …… a doctor.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16) He …… a man.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17) I …… happy.   (am – is – are)</a:t>
            </a:r>
          </a:p>
          <a:p>
            <a:pPr lvl="1" rtl="0" algn="l">
              <a:spcAft>
                <a:spcPts val="700"/>
              </a:spcAft>
            </a:pPr>
            <a:r>
              <a:rPr sz="1600" b="1" i="0" lang="en-US">
                <a:solidFill>
                  <a:srgbClr val="0F7A3D"/>
                </a:solidFill>
                <a:latin typeface="Segoe UI"/>
              </a:rPr>
              <a:t>✔ am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a boy.</a:t>
            </a:r>
          </a:p>
          <a:p>
            <a:pPr rtl="0" algn="l">
              <a:spcAft>
                <a:spcPts val="800"/>
              </a:spcAft>
            </a:pPr>
            <a:r>
              <a:rPr sz="1800" b="0" i="0" lang="en-US">
                <a:solidFill>
                  <a:srgbClr val="1C2333"/>
                </a:solidFill>
                <a:latin typeface="Segoe UI"/>
              </a:rPr>
              <a:t>2) I am a dentist.</a:t>
            </a:r>
          </a:p>
          <a:p>
            <a:pPr rtl="0" algn="l">
              <a:spcAft>
                <a:spcPts val="800"/>
              </a:spcAft>
            </a:pPr>
            <a:r>
              <a:rPr sz="1800" b="0" i="0" lang="en-US">
                <a:solidFill>
                  <a:srgbClr val="1C2333"/>
                </a:solidFill>
                <a:latin typeface="Segoe UI"/>
              </a:rPr>
              <a:t>3) We are teachers.</a:t>
            </a:r>
          </a:p>
          <a:p>
            <a:pPr rtl="0" algn="l">
              <a:spcAft>
                <a:spcPts val="800"/>
              </a:spcAft>
            </a:pPr>
            <a:r>
              <a:rPr sz="1800" b="0" i="0" lang="en-US">
                <a:solidFill>
                  <a:srgbClr val="1C2333"/>
                </a:solidFill>
                <a:latin typeface="Segoe UI"/>
              </a:rPr>
              <a:t>4) She is a girl.</a:t>
            </a:r>
          </a:p>
          <a:p>
            <a:pPr rtl="0" algn="l">
              <a:spcAft>
                <a:spcPts val="800"/>
              </a:spcAft>
            </a:pPr>
            <a:r>
              <a:rPr sz="1800" b="0" i="0" lang="en-US">
                <a:solidFill>
                  <a:srgbClr val="1C2333"/>
                </a:solidFill>
                <a:latin typeface="Segoe UI"/>
              </a:rPr>
              <a:t>5) They are dogs.</a:t>
            </a:r>
          </a:p>
          <a:p>
            <a:pPr rtl="0" algn="l">
              <a:spcAft>
                <a:spcPts val="800"/>
              </a:spcAft>
            </a:pPr>
            <a:r>
              <a:rPr sz="1800" b="0" i="0" lang="en-US">
                <a:solidFill>
                  <a:srgbClr val="1C2333"/>
                </a:solidFill>
                <a:latin typeface="Segoe UI"/>
              </a:rPr>
              <a:t>6) It is a lion.</a:t>
            </a:r>
          </a:p>
          <a:p>
            <a:pPr rtl="0" algn="l">
              <a:spcAft>
                <a:spcPts val="800"/>
              </a:spcAft>
            </a:pPr>
            <a:r>
              <a:rPr sz="1800" b="0" i="0" lang="en-US">
                <a:solidFill>
                  <a:srgbClr val="1C2333"/>
                </a:solidFill>
                <a:latin typeface="Segoe UI"/>
              </a:rPr>
              <a:t>7) Dogs are fast.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a boy.</a:t>
            </a:r>
          </a:p>
          <a:p>
            <a:pPr lvl="1" rtl="0" algn="l">
              <a:spcAft>
                <a:spcPts val="700"/>
              </a:spcAft>
            </a:pPr>
            <a:r>
              <a:rPr sz="1600" b="1" i="0" lang="en-US">
                <a:solidFill>
                  <a:srgbClr val="0F7A3D"/>
                </a:solidFill>
                <a:latin typeface="Segoe UI"/>
              </a:rPr>
              <a:t>✔ He isn't a boy.</a:t>
            </a:r>
          </a:p>
          <a:p>
            <a:pPr rtl="0" algn="l">
              <a:spcAft>
                <a:spcPts val="300"/>
              </a:spcAft>
            </a:pPr>
            <a:r>
              <a:rPr sz="1700" b="0" i="0" lang="en-US">
                <a:solidFill>
                  <a:srgbClr val="1C2333"/>
                </a:solidFill>
                <a:latin typeface="Segoe UI"/>
              </a:rPr>
              <a:t>2) I am a dentist.</a:t>
            </a:r>
          </a:p>
          <a:p>
            <a:pPr lvl="1" rtl="0" algn="l">
              <a:spcAft>
                <a:spcPts val="700"/>
              </a:spcAft>
            </a:pPr>
            <a:r>
              <a:rPr sz="1600" b="1" i="0" lang="en-US">
                <a:solidFill>
                  <a:srgbClr val="0F7A3D"/>
                </a:solidFill>
                <a:latin typeface="Segoe UI"/>
              </a:rPr>
              <a:t>✔ I am not a dentist.</a:t>
            </a:r>
          </a:p>
          <a:p>
            <a:pPr rtl="0" algn="l">
              <a:spcAft>
                <a:spcPts val="300"/>
              </a:spcAft>
            </a:pPr>
            <a:r>
              <a:rPr sz="1700" b="0" i="0" lang="en-US">
                <a:solidFill>
                  <a:srgbClr val="1C2333"/>
                </a:solidFill>
                <a:latin typeface="Segoe UI"/>
              </a:rPr>
              <a:t>3) We are teachers.</a:t>
            </a:r>
          </a:p>
          <a:p>
            <a:pPr lvl="1" rtl="0" algn="l">
              <a:spcAft>
                <a:spcPts val="700"/>
              </a:spcAft>
            </a:pPr>
            <a:r>
              <a:rPr sz="1600" b="1" i="0" lang="en-US">
                <a:solidFill>
                  <a:srgbClr val="0F7A3D"/>
                </a:solidFill>
                <a:latin typeface="Segoe UI"/>
              </a:rPr>
              <a:t>✔ We aren't teachers.</a:t>
            </a:r>
          </a:p>
          <a:p>
            <a:pPr rtl="0" algn="l">
              <a:spcAft>
                <a:spcPts val="300"/>
              </a:spcAft>
            </a:pPr>
            <a:r>
              <a:rPr sz="1700" b="0" i="0" lang="en-US">
                <a:solidFill>
                  <a:srgbClr val="1C2333"/>
                </a:solidFill>
                <a:latin typeface="Segoe UI"/>
              </a:rPr>
              <a:t>4) She is a girl.</a:t>
            </a:r>
          </a:p>
          <a:p>
            <a:pPr lvl="1" rtl="0" algn="l">
              <a:spcAft>
                <a:spcPts val="700"/>
              </a:spcAft>
            </a:pPr>
            <a:r>
              <a:rPr sz="1600" b="1" i="0" lang="en-US">
                <a:solidFill>
                  <a:srgbClr val="0F7A3D"/>
                </a:solidFill>
                <a:latin typeface="Segoe UI"/>
              </a:rPr>
              <a:t>✔ She isn't a girl.</a:t>
            </a:r>
          </a:p>
          <a:p>
            <a:pPr rtl="0" algn="l">
              <a:spcAft>
                <a:spcPts val="300"/>
              </a:spcAft>
            </a:pPr>
            <a:r>
              <a:rPr sz="1700" b="0" i="0" lang="en-US">
                <a:solidFill>
                  <a:srgbClr val="1C2333"/>
                </a:solidFill>
                <a:latin typeface="Segoe UI"/>
              </a:rPr>
              <a:t>5) They are dogs.</a:t>
            </a:r>
          </a:p>
          <a:p>
            <a:pPr lvl="1" rtl="0" algn="l">
              <a:spcAft>
                <a:spcPts val="700"/>
              </a:spcAft>
            </a:pPr>
            <a:r>
              <a:rPr sz="1600" b="1" i="0" lang="en-US">
                <a:solidFill>
                  <a:srgbClr val="0F7A3D"/>
                </a:solidFill>
                <a:latin typeface="Segoe UI"/>
              </a:rPr>
              <a:t>✔ They aren't dogs.</a:t>
            </a:r>
          </a:p>
          <a:p>
            <a:pPr rtl="0" algn="l">
              <a:spcAft>
                <a:spcPts val="300"/>
              </a:spcAft>
            </a:pPr>
            <a:r>
              <a:rPr sz="1700" b="0" i="0" lang="en-US">
                <a:solidFill>
                  <a:srgbClr val="1C2333"/>
                </a:solidFill>
                <a:latin typeface="Segoe UI"/>
              </a:rPr>
              <a:t>6) It is a lion.</a:t>
            </a:r>
          </a:p>
          <a:p>
            <a:pPr lvl="1" rtl="0" algn="l">
              <a:spcAft>
                <a:spcPts val="700"/>
              </a:spcAft>
            </a:pPr>
            <a:r>
              <a:rPr sz="1600" b="1" i="0" lang="en-US">
                <a:solidFill>
                  <a:srgbClr val="0F7A3D"/>
                </a:solidFill>
                <a:latin typeface="Segoe UI"/>
              </a:rPr>
              <a:t>✔ It isn't a lion.</a:t>
            </a:r>
          </a:p>
          <a:p>
            <a:pPr rtl="0" algn="l">
              <a:spcAft>
                <a:spcPts val="300"/>
              </a:spcAft>
            </a:pPr>
            <a:r>
              <a:rPr sz="1700" b="0" i="0" lang="en-US">
                <a:solidFill>
                  <a:srgbClr val="1C2333"/>
                </a:solidFill>
                <a:latin typeface="Segoe UI"/>
              </a:rPr>
              <a:t>7) Dogs are fast.</a:t>
            </a:r>
          </a:p>
          <a:p>
            <a:pPr lvl="1" rtl="0" algn="l">
              <a:spcAft>
                <a:spcPts val="700"/>
              </a:spcAft>
            </a:pPr>
            <a:r>
              <a:rPr sz="1600" b="1" i="0" lang="en-US">
                <a:solidFill>
                  <a:srgbClr val="0F7A3D"/>
                </a:solidFill>
                <a:latin typeface="Segoe UI"/>
              </a:rPr>
              <a:t>✔ Dogs aren't fast.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They are farmers.</a:t>
            </a:r>
          </a:p>
          <a:p>
            <a:pPr rtl="0" algn="l">
              <a:spcAft>
                <a:spcPts val="800"/>
              </a:spcAft>
            </a:pPr>
            <a:r>
              <a:rPr sz="1800" b="0" i="0" lang="en-US">
                <a:solidFill>
                  <a:srgbClr val="1C2333"/>
                </a:solidFill>
                <a:latin typeface="Segoe UI"/>
              </a:rPr>
              <a:t>9) He is a teacher.</a:t>
            </a:r>
          </a:p>
          <a:p>
            <a:pPr rtl="0" algn="l">
              <a:spcAft>
                <a:spcPts val="800"/>
              </a:spcAft>
            </a:pPr>
            <a:r>
              <a:rPr sz="1800" b="0" i="0" lang="en-US">
                <a:solidFill>
                  <a:srgbClr val="1C2333"/>
                </a:solidFill>
                <a:latin typeface="Segoe UI"/>
              </a:rPr>
              <a:t>10) I am a farmer.</a:t>
            </a:r>
          </a:p>
          <a:p>
            <a:pPr rtl="0" algn="l">
              <a:spcAft>
                <a:spcPts val="800"/>
              </a:spcAft>
            </a:pPr>
            <a:r>
              <a:rPr sz="1800" b="0" i="0" lang="en-US">
                <a:solidFill>
                  <a:srgbClr val="1C2333"/>
                </a:solidFill>
                <a:latin typeface="Segoe UI"/>
              </a:rPr>
              <a:t>11) It is a cow.</a:t>
            </a:r>
          </a:p>
          <a:p>
            <a:pPr rtl="0" algn="l">
              <a:spcAft>
                <a:spcPts val="800"/>
              </a:spcAft>
            </a:pPr>
            <a:r>
              <a:rPr sz="1800" b="0" i="0" lang="en-US">
                <a:solidFill>
                  <a:srgbClr val="1C2333"/>
                </a:solidFill>
                <a:latin typeface="Segoe UI"/>
              </a:rPr>
              <a:t>12) She is a nurse.</a:t>
            </a:r>
          </a:p>
          <a:p>
            <a:pPr rtl="0" algn="l">
              <a:spcAft>
                <a:spcPts val="800"/>
              </a:spcAft>
            </a:pPr>
            <a:r>
              <a:rPr sz="1800" b="0" i="0" lang="en-US">
                <a:solidFill>
                  <a:srgbClr val="1C2333"/>
                </a:solidFill>
                <a:latin typeface="Segoe UI"/>
              </a:rPr>
              <a:t>13) Lions are strong.</a:t>
            </a:r>
          </a:p>
          <a:p>
            <a:pPr rtl="0" algn="l">
              <a:spcAft>
                <a:spcPts val="800"/>
              </a:spcAft>
            </a:pPr>
            <a:r>
              <a:rPr sz="1800" b="0" i="0" lang="en-US">
                <a:solidFill>
                  <a:srgbClr val="1C2333"/>
                </a:solidFill>
                <a:latin typeface="Segoe UI"/>
              </a:rPr>
              <a:t>14) We are boys.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They are farmers.</a:t>
            </a:r>
          </a:p>
          <a:p>
            <a:pPr lvl="1" rtl="0" algn="l">
              <a:spcAft>
                <a:spcPts val="700"/>
              </a:spcAft>
            </a:pPr>
            <a:r>
              <a:rPr sz="1600" b="1" i="0" lang="en-US">
                <a:solidFill>
                  <a:srgbClr val="0F7A3D"/>
                </a:solidFill>
                <a:latin typeface="Segoe UI"/>
              </a:rPr>
              <a:t>✔ They aren't farmers.</a:t>
            </a:r>
          </a:p>
          <a:p>
            <a:pPr rtl="0" algn="l">
              <a:spcAft>
                <a:spcPts val="300"/>
              </a:spcAft>
            </a:pPr>
            <a:r>
              <a:rPr sz="1700" b="0" i="0" lang="en-US">
                <a:solidFill>
                  <a:srgbClr val="1C2333"/>
                </a:solidFill>
                <a:latin typeface="Segoe UI"/>
              </a:rPr>
              <a:t>9) He is a teacher.</a:t>
            </a:r>
          </a:p>
          <a:p>
            <a:pPr lvl="1" rtl="0" algn="l">
              <a:spcAft>
                <a:spcPts val="700"/>
              </a:spcAft>
            </a:pPr>
            <a:r>
              <a:rPr sz="1600" b="1" i="0" lang="en-US">
                <a:solidFill>
                  <a:srgbClr val="0F7A3D"/>
                </a:solidFill>
                <a:latin typeface="Segoe UI"/>
              </a:rPr>
              <a:t>✔ He isn't a teacher.</a:t>
            </a:r>
          </a:p>
          <a:p>
            <a:pPr rtl="0" algn="l">
              <a:spcAft>
                <a:spcPts val="300"/>
              </a:spcAft>
            </a:pPr>
            <a:r>
              <a:rPr sz="1700" b="0" i="0" lang="en-US">
                <a:solidFill>
                  <a:srgbClr val="1C2333"/>
                </a:solidFill>
                <a:latin typeface="Segoe UI"/>
              </a:rPr>
              <a:t>10) I am a farmer.</a:t>
            </a:r>
          </a:p>
          <a:p>
            <a:pPr lvl="1" rtl="0" algn="l">
              <a:spcAft>
                <a:spcPts val="700"/>
              </a:spcAft>
            </a:pPr>
            <a:r>
              <a:rPr sz="1600" b="1" i="0" lang="en-US">
                <a:solidFill>
                  <a:srgbClr val="0F7A3D"/>
                </a:solidFill>
                <a:latin typeface="Segoe UI"/>
              </a:rPr>
              <a:t>✔ I am not a farmer.</a:t>
            </a:r>
          </a:p>
          <a:p>
            <a:pPr rtl="0" algn="l">
              <a:spcAft>
                <a:spcPts val="300"/>
              </a:spcAft>
            </a:pPr>
            <a:r>
              <a:rPr sz="1700" b="0" i="0" lang="en-US">
                <a:solidFill>
                  <a:srgbClr val="1C2333"/>
                </a:solidFill>
                <a:latin typeface="Segoe UI"/>
              </a:rPr>
              <a:t>11) It is a cow.</a:t>
            </a:r>
          </a:p>
          <a:p>
            <a:pPr lvl="1" rtl="0" algn="l">
              <a:spcAft>
                <a:spcPts val="700"/>
              </a:spcAft>
            </a:pPr>
            <a:r>
              <a:rPr sz="1600" b="1" i="0" lang="en-US">
                <a:solidFill>
                  <a:srgbClr val="0F7A3D"/>
                </a:solidFill>
                <a:latin typeface="Segoe UI"/>
              </a:rPr>
              <a:t>✔ It isn't a cow.</a:t>
            </a:r>
          </a:p>
          <a:p>
            <a:pPr rtl="0" algn="l">
              <a:spcAft>
                <a:spcPts val="300"/>
              </a:spcAft>
            </a:pPr>
            <a:r>
              <a:rPr sz="1700" b="0" i="0" lang="en-US">
                <a:solidFill>
                  <a:srgbClr val="1C2333"/>
                </a:solidFill>
                <a:latin typeface="Segoe UI"/>
              </a:rPr>
              <a:t>12) She is a nurse.</a:t>
            </a:r>
          </a:p>
          <a:p>
            <a:pPr lvl="1" rtl="0" algn="l">
              <a:spcAft>
                <a:spcPts val="700"/>
              </a:spcAft>
            </a:pPr>
            <a:r>
              <a:rPr sz="1600" b="1" i="0" lang="en-US">
                <a:solidFill>
                  <a:srgbClr val="0F7A3D"/>
                </a:solidFill>
                <a:latin typeface="Segoe UI"/>
              </a:rPr>
              <a:t>✔ She isn't a nurse.</a:t>
            </a:r>
          </a:p>
          <a:p>
            <a:pPr rtl="0" algn="l">
              <a:spcAft>
                <a:spcPts val="300"/>
              </a:spcAft>
            </a:pPr>
            <a:r>
              <a:rPr sz="1700" b="0" i="0" lang="en-US">
                <a:solidFill>
                  <a:srgbClr val="1C2333"/>
                </a:solidFill>
                <a:latin typeface="Segoe UI"/>
              </a:rPr>
              <a:t>13) Lions are strong.</a:t>
            </a:r>
          </a:p>
          <a:p>
            <a:pPr lvl="1" rtl="0" algn="l">
              <a:spcAft>
                <a:spcPts val="700"/>
              </a:spcAft>
            </a:pPr>
            <a:r>
              <a:rPr sz="1600" b="1" i="0" lang="en-US">
                <a:solidFill>
                  <a:srgbClr val="0F7A3D"/>
                </a:solidFill>
                <a:latin typeface="Segoe UI"/>
              </a:rPr>
              <a:t>✔ Lions aren't strong.</a:t>
            </a:r>
          </a:p>
          <a:p>
            <a:pPr rtl="0" algn="l">
              <a:spcAft>
                <a:spcPts val="300"/>
              </a:spcAft>
            </a:pPr>
            <a:r>
              <a:rPr sz="1700" b="0" i="0" lang="en-US">
                <a:solidFill>
                  <a:srgbClr val="1C2333"/>
                </a:solidFill>
                <a:latin typeface="Segoe UI"/>
              </a:rPr>
              <a:t>14) We are boys.</a:t>
            </a:r>
          </a:p>
          <a:p>
            <a:pPr lvl="1" rtl="0" algn="l">
              <a:spcAft>
                <a:spcPts val="700"/>
              </a:spcAft>
            </a:pPr>
            <a:r>
              <a:rPr sz="1600" b="1" i="0" lang="en-US">
                <a:solidFill>
                  <a:srgbClr val="0F7A3D"/>
                </a:solidFill>
                <a:latin typeface="Segoe UI"/>
              </a:rPr>
              <a:t>✔ We aren't boys.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a teacher.</a:t>
            </a:r>
          </a:p>
          <a:p>
            <a:pPr rtl="0" algn="l">
              <a:spcAft>
                <a:spcPts val="800"/>
              </a:spcAft>
            </a:pPr>
            <a:r>
              <a:rPr sz="1800" b="0" i="0" lang="en-US">
                <a:solidFill>
                  <a:srgbClr val="1C2333"/>
                </a:solidFill>
                <a:latin typeface="Segoe UI"/>
              </a:rPr>
              <a:t>2) It is a lion.</a:t>
            </a:r>
          </a:p>
          <a:p>
            <a:pPr rtl="0" algn="l">
              <a:spcAft>
                <a:spcPts val="800"/>
              </a:spcAft>
            </a:pPr>
            <a:r>
              <a:rPr sz="1800" b="0" i="0" lang="en-US">
                <a:solidFill>
                  <a:srgbClr val="1C2333"/>
                </a:solidFill>
                <a:latin typeface="Segoe UI"/>
              </a:rPr>
              <a:t>3) I am a farmer.</a:t>
            </a:r>
          </a:p>
          <a:p>
            <a:pPr rtl="0" algn="l">
              <a:spcAft>
                <a:spcPts val="800"/>
              </a:spcAft>
            </a:pPr>
            <a:r>
              <a:rPr sz="1800" b="0" i="0" lang="en-US">
                <a:solidFill>
                  <a:srgbClr val="1C2333"/>
                </a:solidFill>
                <a:latin typeface="Segoe UI"/>
              </a:rPr>
              <a:t>4) My mother is a nurse.</a:t>
            </a:r>
          </a:p>
          <a:p>
            <a:pPr rtl="0" algn="l">
              <a:spcAft>
                <a:spcPts val="800"/>
              </a:spcAft>
            </a:pPr>
            <a:r>
              <a:rPr sz="1800" b="0" i="0" lang="en-US">
                <a:solidFill>
                  <a:srgbClr val="1C2333"/>
                </a:solidFill>
                <a:latin typeface="Segoe UI"/>
              </a:rPr>
              <a:t>5) She is a girl.</a:t>
            </a:r>
          </a:p>
          <a:p>
            <a:pPr rtl="0" algn="l">
              <a:spcAft>
                <a:spcPts val="800"/>
              </a:spcAft>
            </a:pPr>
            <a:r>
              <a:rPr sz="1800" b="0" i="0" lang="en-US">
                <a:solidFill>
                  <a:srgbClr val="1C2333"/>
                </a:solidFill>
                <a:latin typeface="Segoe UI"/>
              </a:rPr>
              <a:t>6) They are lions.</a:t>
            </a:r>
          </a:p>
          <a:p>
            <a:pPr rtl="0" algn="l">
              <a:spcAft>
                <a:spcPts val="800"/>
              </a:spcAft>
            </a:pPr>
            <a:r>
              <a:rPr sz="1800" b="0" i="0" lang="en-US">
                <a:solidFill>
                  <a:srgbClr val="1C2333"/>
                </a:solidFill>
                <a:latin typeface="Segoe UI"/>
              </a:rPr>
              <a:t>7) We are strong.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a teacher.</a:t>
            </a:r>
          </a:p>
          <a:p>
            <a:pPr lvl="1" rtl="0" algn="l">
              <a:spcAft>
                <a:spcPts val="700"/>
              </a:spcAft>
            </a:pPr>
            <a:r>
              <a:rPr sz="1600" b="1" i="0" lang="en-US">
                <a:solidFill>
                  <a:srgbClr val="0F7A3D"/>
                </a:solidFill>
                <a:latin typeface="Segoe UI"/>
              </a:rPr>
              <a:t>✔ Is he a teacher?</a:t>
            </a:r>
          </a:p>
          <a:p>
            <a:pPr rtl="0" algn="l">
              <a:spcAft>
                <a:spcPts val="300"/>
              </a:spcAft>
            </a:pPr>
            <a:r>
              <a:rPr sz="1700" b="0" i="0" lang="en-US">
                <a:solidFill>
                  <a:srgbClr val="1C2333"/>
                </a:solidFill>
                <a:latin typeface="Segoe UI"/>
              </a:rPr>
              <a:t>2) It is a lion.</a:t>
            </a:r>
          </a:p>
          <a:p>
            <a:pPr lvl="1" rtl="0" algn="l">
              <a:spcAft>
                <a:spcPts val="700"/>
              </a:spcAft>
            </a:pPr>
            <a:r>
              <a:rPr sz="1600" b="1" i="0" lang="en-US">
                <a:solidFill>
                  <a:srgbClr val="0F7A3D"/>
                </a:solidFill>
                <a:latin typeface="Segoe UI"/>
              </a:rPr>
              <a:t>✔ Is it a lion?</a:t>
            </a:r>
          </a:p>
          <a:p>
            <a:pPr rtl="0" algn="l">
              <a:spcAft>
                <a:spcPts val="300"/>
              </a:spcAft>
            </a:pPr>
            <a:r>
              <a:rPr sz="1700" b="0" i="0" lang="en-US">
                <a:solidFill>
                  <a:srgbClr val="1C2333"/>
                </a:solidFill>
                <a:latin typeface="Segoe UI"/>
              </a:rPr>
              <a:t>3) I am a farmer.</a:t>
            </a:r>
          </a:p>
          <a:p>
            <a:pPr lvl="1" rtl="0" algn="l">
              <a:spcAft>
                <a:spcPts val="700"/>
              </a:spcAft>
            </a:pPr>
            <a:r>
              <a:rPr sz="1600" b="1" i="0" lang="en-US">
                <a:solidFill>
                  <a:srgbClr val="0F7A3D"/>
                </a:solidFill>
                <a:latin typeface="Segoe UI"/>
              </a:rPr>
              <a:t>✔ Are you a farmer?</a:t>
            </a:r>
          </a:p>
          <a:p>
            <a:pPr rtl="0" algn="l">
              <a:spcAft>
                <a:spcPts val="300"/>
              </a:spcAft>
            </a:pPr>
            <a:r>
              <a:rPr sz="1700" b="0" i="0" lang="en-US">
                <a:solidFill>
                  <a:srgbClr val="1C2333"/>
                </a:solidFill>
                <a:latin typeface="Segoe UI"/>
              </a:rPr>
              <a:t>4) My mother is a nurse.</a:t>
            </a:r>
          </a:p>
          <a:p>
            <a:pPr lvl="1" rtl="0" algn="l">
              <a:spcAft>
                <a:spcPts val="700"/>
              </a:spcAft>
            </a:pPr>
            <a:r>
              <a:rPr sz="1600" b="1" i="0" lang="en-US">
                <a:solidFill>
                  <a:srgbClr val="0F7A3D"/>
                </a:solidFill>
                <a:latin typeface="Segoe UI"/>
              </a:rPr>
              <a:t>✔ Is your mother a nurse?</a:t>
            </a:r>
          </a:p>
          <a:p>
            <a:pPr rtl="0" algn="l">
              <a:spcAft>
                <a:spcPts val="300"/>
              </a:spcAft>
            </a:pPr>
            <a:r>
              <a:rPr sz="1700" b="0" i="0" lang="en-US">
                <a:solidFill>
                  <a:srgbClr val="1C2333"/>
                </a:solidFill>
                <a:latin typeface="Segoe UI"/>
              </a:rPr>
              <a:t>5) She is a girl.</a:t>
            </a:r>
          </a:p>
          <a:p>
            <a:pPr lvl="1" rtl="0" algn="l">
              <a:spcAft>
                <a:spcPts val="700"/>
              </a:spcAft>
            </a:pPr>
            <a:r>
              <a:rPr sz="1600" b="1" i="0" lang="en-US">
                <a:solidFill>
                  <a:srgbClr val="0F7A3D"/>
                </a:solidFill>
                <a:latin typeface="Segoe UI"/>
              </a:rPr>
              <a:t>✔ Is she a girl?</a:t>
            </a:r>
          </a:p>
          <a:p>
            <a:pPr rtl="0" algn="l">
              <a:spcAft>
                <a:spcPts val="300"/>
              </a:spcAft>
            </a:pPr>
            <a:r>
              <a:rPr sz="1700" b="0" i="0" lang="en-US">
                <a:solidFill>
                  <a:srgbClr val="1C2333"/>
                </a:solidFill>
                <a:latin typeface="Segoe UI"/>
              </a:rPr>
              <a:t>6) They are lions.</a:t>
            </a:r>
          </a:p>
          <a:p>
            <a:pPr lvl="1" rtl="0" algn="l">
              <a:spcAft>
                <a:spcPts val="700"/>
              </a:spcAft>
            </a:pPr>
            <a:r>
              <a:rPr sz="1600" b="1" i="0" lang="en-US">
                <a:solidFill>
                  <a:srgbClr val="0F7A3D"/>
                </a:solidFill>
                <a:latin typeface="Segoe UI"/>
              </a:rPr>
              <a:t>✔ Are they lions?</a:t>
            </a:r>
          </a:p>
          <a:p>
            <a:pPr rtl="0" algn="l">
              <a:spcAft>
                <a:spcPts val="300"/>
              </a:spcAft>
            </a:pPr>
            <a:r>
              <a:rPr sz="1700" b="0" i="0" lang="en-US">
                <a:solidFill>
                  <a:srgbClr val="1C2333"/>
                </a:solidFill>
                <a:latin typeface="Segoe UI"/>
              </a:rPr>
              <a:t>7) We are strong.</a:t>
            </a:r>
          </a:p>
          <a:p>
            <a:pPr lvl="1" rtl="0" algn="l">
              <a:spcAft>
                <a:spcPts val="700"/>
              </a:spcAft>
            </a:pPr>
            <a:r>
              <a:rPr sz="1600" b="1" i="0" lang="en-US">
                <a:solidFill>
                  <a:srgbClr val="0F7A3D"/>
                </a:solidFill>
                <a:latin typeface="Segoe UI"/>
              </a:rPr>
              <a:t>✔ Are you strong?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Lions are strong.</a:t>
            </a:r>
          </a:p>
          <a:p>
            <a:pPr rtl="0" algn="l">
              <a:spcAft>
                <a:spcPts val="800"/>
              </a:spcAft>
            </a:pPr>
            <a:r>
              <a:rPr sz="1800" b="0" i="0" lang="en-US">
                <a:solidFill>
                  <a:srgbClr val="1C2333"/>
                </a:solidFill>
                <a:latin typeface="Segoe UI"/>
              </a:rPr>
              <a:t>9) You are a vet.</a:t>
            </a:r>
          </a:p>
          <a:p>
            <a:pPr rtl="0" algn="l">
              <a:spcAft>
                <a:spcPts val="800"/>
              </a:spcAft>
            </a:pPr>
            <a:r>
              <a:rPr sz="1800" b="0" i="0" lang="en-US">
                <a:solidFill>
                  <a:srgbClr val="1C2333"/>
                </a:solidFill>
                <a:latin typeface="Segoe UI"/>
              </a:rPr>
              <a:t>10) Rody is a nice girl.</a:t>
            </a:r>
          </a:p>
          <a:p>
            <a:pPr rtl="0" algn="l">
              <a:spcAft>
                <a:spcPts val="800"/>
              </a:spcAft>
            </a:pPr>
            <a:r>
              <a:rPr sz="1800" b="0" i="0" lang="en-US">
                <a:solidFill>
                  <a:srgbClr val="1C2333"/>
                </a:solidFill>
                <a:latin typeface="Segoe UI"/>
              </a:rPr>
              <a:t>11) Rawan is a doctor.</a:t>
            </a:r>
          </a:p>
          <a:p>
            <a:pPr rtl="0" algn="l">
              <a:spcAft>
                <a:spcPts val="800"/>
              </a:spcAft>
            </a:pPr>
            <a:r>
              <a:rPr sz="1800" b="0" i="0" lang="en-US">
                <a:solidFill>
                  <a:srgbClr val="1C2333"/>
                </a:solidFill>
                <a:latin typeface="Segoe UI"/>
              </a:rPr>
              <a:t>12) They are fast cats.</a:t>
            </a:r>
          </a:p>
          <a:p>
            <a:pPr rtl="0" algn="l">
              <a:spcAft>
                <a:spcPts val="800"/>
              </a:spcAft>
            </a:pPr>
            <a:r>
              <a:rPr sz="1800" b="0" i="0" lang="en-US">
                <a:solidFill>
                  <a:srgbClr val="1C2333"/>
                </a:solidFill>
                <a:latin typeface="Segoe UI"/>
              </a:rPr>
              <a:t>13) My parents are doctors.</a:t>
            </a:r>
          </a:p>
          <a:p>
            <a:pPr rtl="0" algn="l">
              <a:spcAft>
                <a:spcPts val="800"/>
              </a:spcAft>
            </a:pPr>
            <a:r>
              <a:rPr sz="1800" b="0" i="0" lang="en-US">
                <a:solidFill>
                  <a:srgbClr val="1C2333"/>
                </a:solidFill>
                <a:latin typeface="Segoe UI"/>
              </a:rPr>
              <a:t>14) She is a girl.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Lions are strong.</a:t>
            </a:r>
          </a:p>
          <a:p>
            <a:pPr lvl="1" rtl="0" algn="l">
              <a:spcAft>
                <a:spcPts val="700"/>
              </a:spcAft>
            </a:pPr>
            <a:r>
              <a:rPr sz="1600" b="1" i="0" lang="en-US">
                <a:solidFill>
                  <a:srgbClr val="0F7A3D"/>
                </a:solidFill>
                <a:latin typeface="Segoe UI"/>
              </a:rPr>
              <a:t>✔ Are lions strong?</a:t>
            </a:r>
          </a:p>
          <a:p>
            <a:pPr rtl="0" algn="l">
              <a:spcAft>
                <a:spcPts val="300"/>
              </a:spcAft>
            </a:pPr>
            <a:r>
              <a:rPr sz="1700" b="0" i="0" lang="en-US">
                <a:solidFill>
                  <a:srgbClr val="1C2333"/>
                </a:solidFill>
                <a:latin typeface="Segoe UI"/>
              </a:rPr>
              <a:t>9) You are a vet.</a:t>
            </a:r>
          </a:p>
          <a:p>
            <a:pPr lvl="1" rtl="0" algn="l">
              <a:spcAft>
                <a:spcPts val="700"/>
              </a:spcAft>
            </a:pPr>
            <a:r>
              <a:rPr sz="1600" b="1" i="0" lang="en-US">
                <a:solidFill>
                  <a:srgbClr val="0F7A3D"/>
                </a:solidFill>
                <a:latin typeface="Segoe UI"/>
              </a:rPr>
              <a:t>✔ Am I a vet? / Are you a vet?</a:t>
            </a:r>
          </a:p>
          <a:p>
            <a:pPr rtl="0" algn="l">
              <a:spcAft>
                <a:spcPts val="300"/>
              </a:spcAft>
            </a:pPr>
            <a:r>
              <a:rPr sz="1700" b="0" i="0" lang="en-US">
                <a:solidFill>
                  <a:srgbClr val="1C2333"/>
                </a:solidFill>
                <a:latin typeface="Segoe UI"/>
              </a:rPr>
              <a:t>10) Rody is a nice girl.</a:t>
            </a:r>
          </a:p>
          <a:p>
            <a:pPr lvl="1" rtl="0" algn="l">
              <a:spcAft>
                <a:spcPts val="700"/>
              </a:spcAft>
            </a:pPr>
            <a:r>
              <a:rPr sz="1600" b="1" i="0" lang="en-US">
                <a:solidFill>
                  <a:srgbClr val="0F7A3D"/>
                </a:solidFill>
                <a:latin typeface="Segoe UI"/>
              </a:rPr>
              <a:t>✔ Is Rody a nice girl?</a:t>
            </a:r>
          </a:p>
          <a:p>
            <a:pPr rtl="0" algn="l">
              <a:spcAft>
                <a:spcPts val="300"/>
              </a:spcAft>
            </a:pPr>
            <a:r>
              <a:rPr sz="1700" b="0" i="0" lang="en-US">
                <a:solidFill>
                  <a:srgbClr val="1C2333"/>
                </a:solidFill>
                <a:latin typeface="Segoe UI"/>
              </a:rPr>
              <a:t>11) Rawan is a doctor.</a:t>
            </a:r>
          </a:p>
          <a:p>
            <a:pPr lvl="1" rtl="0" algn="l">
              <a:spcAft>
                <a:spcPts val="700"/>
              </a:spcAft>
            </a:pPr>
            <a:r>
              <a:rPr sz="1600" b="1" i="0" lang="en-US">
                <a:solidFill>
                  <a:srgbClr val="0F7A3D"/>
                </a:solidFill>
                <a:latin typeface="Segoe UI"/>
              </a:rPr>
              <a:t>✔ Is Rawan a doctor?</a:t>
            </a:r>
          </a:p>
          <a:p>
            <a:pPr rtl="0" algn="l">
              <a:spcAft>
                <a:spcPts val="300"/>
              </a:spcAft>
            </a:pPr>
            <a:r>
              <a:rPr sz="1700" b="0" i="0" lang="en-US">
                <a:solidFill>
                  <a:srgbClr val="1C2333"/>
                </a:solidFill>
                <a:latin typeface="Segoe UI"/>
              </a:rPr>
              <a:t>12) They are fast cats.</a:t>
            </a:r>
          </a:p>
          <a:p>
            <a:pPr lvl="1" rtl="0" algn="l">
              <a:spcAft>
                <a:spcPts val="700"/>
              </a:spcAft>
            </a:pPr>
            <a:r>
              <a:rPr sz="1600" b="1" i="0" lang="en-US">
                <a:solidFill>
                  <a:srgbClr val="0F7A3D"/>
                </a:solidFill>
                <a:latin typeface="Segoe UI"/>
              </a:rPr>
              <a:t>✔ Are they fast cats?</a:t>
            </a:r>
          </a:p>
          <a:p>
            <a:pPr rtl="0" algn="l">
              <a:spcAft>
                <a:spcPts val="300"/>
              </a:spcAft>
            </a:pPr>
            <a:r>
              <a:rPr sz="1700" b="0" i="0" lang="en-US">
                <a:solidFill>
                  <a:srgbClr val="1C2333"/>
                </a:solidFill>
                <a:latin typeface="Segoe UI"/>
              </a:rPr>
              <a:t>13) My parents are doctors.</a:t>
            </a:r>
          </a:p>
          <a:p>
            <a:pPr lvl="1" rtl="0" algn="l">
              <a:spcAft>
                <a:spcPts val="700"/>
              </a:spcAft>
            </a:pPr>
            <a:r>
              <a:rPr sz="1600" b="1" i="0" lang="en-US">
                <a:solidFill>
                  <a:srgbClr val="0F7A3D"/>
                </a:solidFill>
                <a:latin typeface="Segoe UI"/>
              </a:rPr>
              <a:t>✔ Are your parents doctors?</a:t>
            </a:r>
          </a:p>
          <a:p>
            <a:pPr rtl="0" algn="l">
              <a:spcAft>
                <a:spcPts val="300"/>
              </a:spcAft>
            </a:pPr>
            <a:r>
              <a:rPr sz="1700" b="0" i="0" lang="en-US">
                <a:solidFill>
                  <a:srgbClr val="1C2333"/>
                </a:solidFill>
                <a:latin typeface="Segoe UI"/>
              </a:rPr>
              <a:t>14) She is a girl.</a:t>
            </a:r>
          </a:p>
          <a:p>
            <a:pPr lvl="1" rtl="0" algn="l">
              <a:spcAft>
                <a:spcPts val="700"/>
              </a:spcAft>
            </a:pPr>
            <a:r>
              <a:rPr sz="1600" b="1" i="0" lang="en-US">
                <a:solidFill>
                  <a:srgbClr val="0F7A3D"/>
                </a:solidFill>
                <a:latin typeface="Segoe UI"/>
              </a:rPr>
              <a:t>✔ Is she a girl?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We are friends.</a:t>
            </a:r>
          </a:p>
          <a:p>
            <a:pPr rtl="0" algn="l">
              <a:spcAft>
                <a:spcPts val="800"/>
              </a:spcAft>
            </a:pPr>
            <a:r>
              <a:rPr sz="1800" b="0" i="0" lang="en-US">
                <a:solidFill>
                  <a:srgbClr val="1C2333"/>
                </a:solidFill>
                <a:latin typeface="Segoe UI"/>
              </a:rPr>
              <a:t>16) I am a dentist.</a:t>
            </a:r>
          </a:p>
          <a:p>
            <a:pPr rtl="0" algn="l">
              <a:spcAft>
                <a:spcPts val="800"/>
              </a:spcAft>
            </a:pPr>
            <a:r>
              <a:rPr sz="1800" b="0" i="0" lang="en-US">
                <a:solidFill>
                  <a:srgbClr val="1C2333"/>
                </a:solidFill>
                <a:latin typeface="Segoe UI"/>
              </a:rPr>
              <a:t>17) He is a good boy.</a:t>
            </a:r>
          </a:p>
          <a:p>
            <a:pPr rtl="0" algn="l">
              <a:spcAft>
                <a:spcPts val="800"/>
              </a:spcAft>
            </a:pPr>
            <a:r>
              <a:rPr sz="1800" b="0" i="0" lang="en-US">
                <a:solidFill>
                  <a:srgbClr val="1C2333"/>
                </a:solidFill>
                <a:latin typeface="Segoe UI"/>
              </a:rPr>
              <a:t>18) It is a cow.</a:t>
            </a:r>
          </a:p>
          <a:p>
            <a:pPr rtl="0" algn="l">
              <a:spcAft>
                <a:spcPts val="800"/>
              </a:spcAft>
            </a:pPr>
            <a:r>
              <a:rPr sz="1800" b="0" i="0" lang="en-US">
                <a:solidFill>
                  <a:srgbClr val="1C2333"/>
                </a:solidFill>
                <a:latin typeface="Segoe UI"/>
              </a:rPr>
              <a:t>19) Rody and Sara are sisters.</a:t>
            </a:r>
          </a:p>
          <a:p>
            <a:pPr rtl="0" algn="l">
              <a:spcAft>
                <a:spcPts val="800"/>
              </a:spcAft>
            </a:pPr>
            <a:r>
              <a:rPr sz="1800" b="0" i="0" lang="en-US">
                <a:solidFill>
                  <a:srgbClr val="1C2333"/>
                </a:solidFill>
                <a:latin typeface="Segoe UI"/>
              </a:rPr>
              <a:t>20) My brother is a doctor.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C) Make a question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We are friends.</a:t>
            </a:r>
          </a:p>
          <a:p>
            <a:pPr lvl="1" rtl="0" algn="l">
              <a:spcAft>
                <a:spcPts val="700"/>
              </a:spcAft>
            </a:pPr>
            <a:r>
              <a:rPr sz="1600" b="1" i="0" lang="en-US">
                <a:solidFill>
                  <a:srgbClr val="0F7A3D"/>
                </a:solidFill>
                <a:latin typeface="Segoe UI"/>
              </a:rPr>
              <a:t>✔ Are you friends?</a:t>
            </a:r>
          </a:p>
          <a:p>
            <a:pPr rtl="0" algn="l">
              <a:spcAft>
                <a:spcPts val="300"/>
              </a:spcAft>
            </a:pPr>
            <a:r>
              <a:rPr sz="1700" b="0" i="0" lang="en-US">
                <a:solidFill>
                  <a:srgbClr val="1C2333"/>
                </a:solidFill>
                <a:latin typeface="Segoe UI"/>
              </a:rPr>
              <a:t>16) I am a dentist.</a:t>
            </a:r>
          </a:p>
          <a:p>
            <a:pPr lvl="1" rtl="0" algn="l">
              <a:spcAft>
                <a:spcPts val="700"/>
              </a:spcAft>
            </a:pPr>
            <a:r>
              <a:rPr sz="1600" b="1" i="0" lang="en-US">
                <a:solidFill>
                  <a:srgbClr val="0F7A3D"/>
                </a:solidFill>
                <a:latin typeface="Segoe UI"/>
              </a:rPr>
              <a:t>✔ Are you a dentist?</a:t>
            </a:r>
          </a:p>
          <a:p>
            <a:pPr rtl="0" algn="l">
              <a:spcAft>
                <a:spcPts val="300"/>
              </a:spcAft>
            </a:pPr>
            <a:r>
              <a:rPr sz="1700" b="0" i="0" lang="en-US">
                <a:solidFill>
                  <a:srgbClr val="1C2333"/>
                </a:solidFill>
                <a:latin typeface="Segoe UI"/>
              </a:rPr>
              <a:t>17) He is a good boy.</a:t>
            </a:r>
          </a:p>
          <a:p>
            <a:pPr lvl="1" rtl="0" algn="l">
              <a:spcAft>
                <a:spcPts val="700"/>
              </a:spcAft>
            </a:pPr>
            <a:r>
              <a:rPr sz="1600" b="1" i="0" lang="en-US">
                <a:solidFill>
                  <a:srgbClr val="0F7A3D"/>
                </a:solidFill>
                <a:latin typeface="Segoe UI"/>
              </a:rPr>
              <a:t>✔ Is he a good boy?</a:t>
            </a:r>
          </a:p>
          <a:p>
            <a:pPr rtl="0" algn="l">
              <a:spcAft>
                <a:spcPts val="300"/>
              </a:spcAft>
            </a:pPr>
            <a:r>
              <a:rPr sz="1700" b="0" i="0" lang="en-US">
                <a:solidFill>
                  <a:srgbClr val="1C2333"/>
                </a:solidFill>
                <a:latin typeface="Segoe UI"/>
              </a:rPr>
              <a:t>18) It is a cow.</a:t>
            </a:r>
          </a:p>
          <a:p>
            <a:pPr lvl="1" rtl="0" algn="l">
              <a:spcAft>
                <a:spcPts val="700"/>
              </a:spcAft>
            </a:pPr>
            <a:r>
              <a:rPr sz="1600" b="1" i="0" lang="en-US">
                <a:solidFill>
                  <a:srgbClr val="0F7A3D"/>
                </a:solidFill>
                <a:latin typeface="Segoe UI"/>
              </a:rPr>
              <a:t>✔ Is it a cow?</a:t>
            </a:r>
          </a:p>
          <a:p>
            <a:pPr rtl="0" algn="l">
              <a:spcAft>
                <a:spcPts val="300"/>
              </a:spcAft>
            </a:pPr>
            <a:r>
              <a:rPr sz="1700" b="0" i="0" lang="en-US">
                <a:solidFill>
                  <a:srgbClr val="1C2333"/>
                </a:solidFill>
                <a:latin typeface="Segoe UI"/>
              </a:rPr>
              <a:t>19) Rody and Sara are sisters.</a:t>
            </a:r>
          </a:p>
          <a:p>
            <a:pPr lvl="1" rtl="0" algn="l">
              <a:spcAft>
                <a:spcPts val="700"/>
              </a:spcAft>
            </a:pPr>
            <a:r>
              <a:rPr sz="1600" b="1" i="0" lang="en-US">
                <a:solidFill>
                  <a:srgbClr val="0F7A3D"/>
                </a:solidFill>
                <a:latin typeface="Segoe UI"/>
              </a:rPr>
              <a:t>✔ Are Rody and Sara sisters?</a:t>
            </a:r>
          </a:p>
          <a:p>
            <a:pPr rtl="0" algn="l">
              <a:spcAft>
                <a:spcPts val="300"/>
              </a:spcAft>
            </a:pPr>
            <a:r>
              <a:rPr sz="1700" b="0" i="0" lang="en-US">
                <a:solidFill>
                  <a:srgbClr val="1C2333"/>
                </a:solidFill>
                <a:latin typeface="Segoe UI"/>
              </a:rPr>
              <a:t>20) My brother is a doctor.</a:t>
            </a:r>
          </a:p>
          <a:p>
            <a:pPr lvl="1" rtl="0" algn="l">
              <a:spcAft>
                <a:spcPts val="700"/>
              </a:spcAft>
            </a:pPr>
            <a:r>
              <a:rPr sz="1600" b="1" i="0" lang="en-US">
                <a:solidFill>
                  <a:srgbClr val="0F7A3D"/>
                </a:solidFill>
                <a:latin typeface="Segoe UI"/>
              </a:rPr>
              <a:t>✔ Is your brother a doctor?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he a boy?</a:t>
            </a:r>
          </a:p>
          <a:p>
            <a:pPr rtl="0" algn="l">
              <a:spcAft>
                <a:spcPts val="800"/>
              </a:spcAft>
            </a:pPr>
            <a:r>
              <a:rPr sz="1800" b="0" i="0" lang="en-US">
                <a:solidFill>
                  <a:srgbClr val="1C2333"/>
                </a:solidFill>
                <a:latin typeface="Segoe UI"/>
              </a:rPr>
              <a:t>2) Are they girls?</a:t>
            </a:r>
          </a:p>
          <a:p>
            <a:pPr rtl="0" algn="l">
              <a:spcAft>
                <a:spcPts val="800"/>
              </a:spcAft>
            </a:pPr>
            <a:r>
              <a:rPr sz="1800" b="0" i="0" lang="en-US">
                <a:solidFill>
                  <a:srgbClr val="1C2333"/>
                </a:solidFill>
                <a:latin typeface="Segoe UI"/>
              </a:rPr>
              <a:t>3) Is she a girl?</a:t>
            </a:r>
          </a:p>
          <a:p>
            <a:pPr rtl="0" algn="l">
              <a:spcAft>
                <a:spcPts val="800"/>
              </a:spcAft>
            </a:pPr>
            <a:r>
              <a:rPr sz="1800" b="0" i="0" lang="en-US">
                <a:solidFill>
                  <a:srgbClr val="1C2333"/>
                </a:solidFill>
                <a:latin typeface="Segoe UI"/>
              </a:rPr>
              <a:t>4) Are you a doctor?</a:t>
            </a:r>
          </a:p>
          <a:p>
            <a:pPr rtl="0" algn="l">
              <a:spcAft>
                <a:spcPts val="800"/>
              </a:spcAft>
            </a:pPr>
            <a:r>
              <a:rPr sz="1800" b="0" i="0" lang="en-US">
                <a:solidFill>
                  <a:srgbClr val="1C2333"/>
                </a:solidFill>
                <a:latin typeface="Segoe UI"/>
              </a:rPr>
              <a:t>5) Is it a cat?</a:t>
            </a:r>
          </a:p>
          <a:p>
            <a:pPr rtl="0" algn="l">
              <a:spcAft>
                <a:spcPts val="800"/>
              </a:spcAft>
            </a:pPr>
            <a:r>
              <a:rPr sz="1800" b="0" i="0" lang="en-US">
                <a:solidFill>
                  <a:srgbClr val="1C2333"/>
                </a:solidFill>
                <a:latin typeface="Segoe UI"/>
              </a:rPr>
              <a:t>6) Are they lions?</a:t>
            </a:r>
          </a:p>
          <a:p>
            <a:pPr rtl="0" algn="l">
              <a:spcAft>
                <a:spcPts val="800"/>
              </a:spcAft>
            </a:pPr>
            <a:r>
              <a:rPr sz="1800" b="0" i="0" lang="en-US">
                <a:solidFill>
                  <a:srgbClr val="1C2333"/>
                </a:solidFill>
                <a:latin typeface="Segoe UI"/>
              </a:rPr>
              <a:t>7) Is he a teacher?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he a boy?</a:t>
            </a:r>
          </a:p>
          <a:p>
            <a:pPr lvl="1" rtl="0" algn="l">
              <a:spcAft>
                <a:spcPts val="700"/>
              </a:spcAft>
            </a:pPr>
            <a:r>
              <a:rPr sz="1600" b="1" i="0" lang="en-US">
                <a:solidFill>
                  <a:srgbClr val="0F7A3D"/>
                </a:solidFill>
                <a:latin typeface="Segoe UI"/>
              </a:rPr>
              <a:t>✔ Yes, he is. / No, he isn't.</a:t>
            </a:r>
          </a:p>
          <a:p>
            <a:pPr rtl="0" algn="l">
              <a:spcAft>
                <a:spcPts val="300"/>
              </a:spcAft>
            </a:pPr>
            <a:r>
              <a:rPr sz="1700" b="0" i="0" lang="en-US">
                <a:solidFill>
                  <a:srgbClr val="1C2333"/>
                </a:solidFill>
                <a:latin typeface="Segoe UI"/>
              </a:rPr>
              <a:t>2) Are they girls?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3) Is she a girl?</a:t>
            </a:r>
          </a:p>
          <a:p>
            <a:pPr lvl="1" rtl="0" algn="l">
              <a:spcAft>
                <a:spcPts val="700"/>
              </a:spcAft>
            </a:pPr>
            <a:r>
              <a:rPr sz="1600" b="1" i="0" lang="en-US">
                <a:solidFill>
                  <a:srgbClr val="0F7A3D"/>
                </a:solidFill>
                <a:latin typeface="Segoe UI"/>
              </a:rPr>
              <a:t>✔ Yes, she is. / No, she isn't.</a:t>
            </a:r>
          </a:p>
          <a:p>
            <a:pPr rtl="0" algn="l">
              <a:spcAft>
                <a:spcPts val="300"/>
              </a:spcAft>
            </a:pPr>
            <a:r>
              <a:rPr sz="1700" b="0" i="0" lang="en-US">
                <a:solidFill>
                  <a:srgbClr val="1C2333"/>
                </a:solidFill>
                <a:latin typeface="Segoe UI"/>
              </a:rPr>
              <a:t>4) Are you a doctor?</a:t>
            </a:r>
          </a:p>
          <a:p>
            <a:pPr lvl="1" rtl="0" algn="l">
              <a:spcAft>
                <a:spcPts val="700"/>
              </a:spcAft>
            </a:pPr>
            <a:r>
              <a:rPr sz="1600" b="1" i="0" lang="en-US">
                <a:solidFill>
                  <a:srgbClr val="0F7A3D"/>
                </a:solidFill>
                <a:latin typeface="Segoe UI"/>
              </a:rPr>
              <a:t>✔ Yes, I am. / No, I'm not.</a:t>
            </a:r>
          </a:p>
          <a:p>
            <a:pPr rtl="0" algn="l">
              <a:spcAft>
                <a:spcPts val="300"/>
              </a:spcAft>
            </a:pPr>
            <a:r>
              <a:rPr sz="1700" b="0" i="0" lang="en-US">
                <a:solidFill>
                  <a:srgbClr val="1C2333"/>
                </a:solidFill>
                <a:latin typeface="Segoe UI"/>
              </a:rPr>
              <a:t>5) Is it a cat?</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6) Are they lions?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7) Is he a teacher?</a:t>
            </a:r>
          </a:p>
          <a:p>
            <a:pPr lvl="1" rtl="0" algn="l">
              <a:spcAft>
                <a:spcPts val="700"/>
              </a:spcAft>
            </a:pPr>
            <a:r>
              <a:rPr sz="1600" b="1" i="0" lang="en-US">
                <a:solidFill>
                  <a:srgbClr val="0F7A3D"/>
                </a:solidFill>
                <a:latin typeface="Segoe UI"/>
              </a:rPr>
              <a:t>✔ Yes, he is. / No, he isn't.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Are you a farmer?</a:t>
            </a:r>
          </a:p>
          <a:p>
            <a:pPr rtl="0" algn="l">
              <a:spcAft>
                <a:spcPts val="800"/>
              </a:spcAft>
            </a:pPr>
            <a:r>
              <a:rPr sz="1800" b="0" i="0" lang="en-US">
                <a:solidFill>
                  <a:srgbClr val="1C2333"/>
                </a:solidFill>
                <a:latin typeface="Segoe UI"/>
              </a:rPr>
              <a:t>9) Is she a vet?</a:t>
            </a:r>
          </a:p>
          <a:p>
            <a:pPr rtl="0" algn="l">
              <a:spcAft>
                <a:spcPts val="800"/>
              </a:spcAft>
            </a:pPr>
            <a:r>
              <a:rPr sz="1800" b="0" i="0" lang="en-US">
                <a:solidFill>
                  <a:srgbClr val="1C2333"/>
                </a:solidFill>
                <a:latin typeface="Segoe UI"/>
              </a:rPr>
              <a:t>10) Is she a nurse?</a:t>
            </a:r>
          </a:p>
          <a:p>
            <a:pPr rtl="0" algn="l">
              <a:spcAft>
                <a:spcPts val="800"/>
              </a:spcAft>
            </a:pPr>
            <a:r>
              <a:rPr sz="1800" b="0" i="0" lang="en-US">
                <a:solidFill>
                  <a:srgbClr val="1C2333"/>
                </a:solidFill>
                <a:latin typeface="Segoe UI"/>
              </a:rPr>
              <a:t>11) Are you a boy?</a:t>
            </a:r>
          </a:p>
          <a:p>
            <a:pPr rtl="0" algn="l">
              <a:spcAft>
                <a:spcPts val="800"/>
              </a:spcAft>
            </a:pPr>
            <a:r>
              <a:rPr sz="1800" b="0" i="0" lang="en-US">
                <a:solidFill>
                  <a:srgbClr val="1C2333"/>
                </a:solidFill>
                <a:latin typeface="Segoe UI"/>
              </a:rPr>
              <a:t>12) Is Rody a good girl?</a:t>
            </a:r>
          </a:p>
          <a:p>
            <a:pPr rtl="0" algn="l">
              <a:spcAft>
                <a:spcPts val="800"/>
              </a:spcAft>
            </a:pPr>
            <a:r>
              <a:rPr sz="1800" b="0" i="0" lang="en-US">
                <a:solidFill>
                  <a:srgbClr val="1C2333"/>
                </a:solidFill>
                <a:latin typeface="Segoe UI"/>
              </a:rPr>
              <a:t>13) Is your mother a vet?</a:t>
            </a:r>
          </a:p>
          <a:p>
            <a:pPr rtl="0" algn="l">
              <a:spcAft>
                <a:spcPts val="800"/>
              </a:spcAft>
            </a:pPr>
            <a:r>
              <a:rPr sz="1800" b="0" i="0" lang="en-US">
                <a:solidFill>
                  <a:srgbClr val="1C2333"/>
                </a:solidFill>
                <a:latin typeface="Segoe UI"/>
              </a:rPr>
              <a:t>14) Are your parents at home?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Are you a farmer?</a:t>
            </a:r>
          </a:p>
          <a:p>
            <a:pPr lvl="1" rtl="0" algn="l">
              <a:spcAft>
                <a:spcPts val="700"/>
              </a:spcAft>
            </a:pPr>
            <a:r>
              <a:rPr sz="1600" b="1" i="0" lang="en-US">
                <a:solidFill>
                  <a:srgbClr val="0F7A3D"/>
                </a:solidFill>
                <a:latin typeface="Segoe UI"/>
              </a:rPr>
              <a:t>✔ Yes, I am. / No, I'm not.</a:t>
            </a:r>
          </a:p>
          <a:p>
            <a:pPr rtl="0" algn="l">
              <a:spcAft>
                <a:spcPts val="300"/>
              </a:spcAft>
            </a:pPr>
            <a:r>
              <a:rPr sz="1700" b="0" i="0" lang="en-US">
                <a:solidFill>
                  <a:srgbClr val="1C2333"/>
                </a:solidFill>
                <a:latin typeface="Segoe UI"/>
              </a:rPr>
              <a:t>9) Is she a vet?</a:t>
            </a:r>
          </a:p>
          <a:p>
            <a:pPr lvl="1" rtl="0" algn="l">
              <a:spcAft>
                <a:spcPts val="700"/>
              </a:spcAft>
            </a:pPr>
            <a:r>
              <a:rPr sz="1600" b="1" i="0" lang="en-US">
                <a:solidFill>
                  <a:srgbClr val="0F7A3D"/>
                </a:solidFill>
                <a:latin typeface="Segoe UI"/>
              </a:rPr>
              <a:t>✔ Yes, she is. / No, she isn't.</a:t>
            </a:r>
          </a:p>
          <a:p>
            <a:pPr rtl="0" algn="l">
              <a:spcAft>
                <a:spcPts val="300"/>
              </a:spcAft>
            </a:pPr>
            <a:r>
              <a:rPr sz="1700" b="0" i="0" lang="en-US">
                <a:solidFill>
                  <a:srgbClr val="1C2333"/>
                </a:solidFill>
                <a:latin typeface="Segoe UI"/>
              </a:rPr>
              <a:t>10) Is she a nurse?</a:t>
            </a:r>
          </a:p>
          <a:p>
            <a:pPr lvl="1" rtl="0" algn="l">
              <a:spcAft>
                <a:spcPts val="700"/>
              </a:spcAft>
            </a:pPr>
            <a:r>
              <a:rPr sz="1600" b="1" i="0" lang="en-US">
                <a:solidFill>
                  <a:srgbClr val="0F7A3D"/>
                </a:solidFill>
                <a:latin typeface="Segoe UI"/>
              </a:rPr>
              <a:t>✔ Yes, she is. / No, she isn't.</a:t>
            </a:r>
          </a:p>
          <a:p>
            <a:pPr rtl="0" algn="l">
              <a:spcAft>
                <a:spcPts val="300"/>
              </a:spcAft>
            </a:pPr>
            <a:r>
              <a:rPr sz="1700" b="0" i="0" lang="en-US">
                <a:solidFill>
                  <a:srgbClr val="1C2333"/>
                </a:solidFill>
                <a:latin typeface="Segoe UI"/>
              </a:rPr>
              <a:t>11) Are you a boy?</a:t>
            </a:r>
          </a:p>
          <a:p>
            <a:pPr lvl="1" rtl="0" algn="l">
              <a:spcAft>
                <a:spcPts val="700"/>
              </a:spcAft>
            </a:pPr>
            <a:r>
              <a:rPr sz="1600" b="1" i="0" lang="en-US">
                <a:solidFill>
                  <a:srgbClr val="0F7A3D"/>
                </a:solidFill>
                <a:latin typeface="Segoe UI"/>
              </a:rPr>
              <a:t>✔ Yes, I am. / No, I'm not.</a:t>
            </a:r>
          </a:p>
          <a:p>
            <a:pPr rtl="0" algn="l">
              <a:spcAft>
                <a:spcPts val="300"/>
              </a:spcAft>
            </a:pPr>
            <a:r>
              <a:rPr sz="1700" b="0" i="0" lang="en-US">
                <a:solidFill>
                  <a:srgbClr val="1C2333"/>
                </a:solidFill>
                <a:latin typeface="Segoe UI"/>
              </a:rPr>
              <a:t>12) Is Rody a good girl?</a:t>
            </a:r>
          </a:p>
          <a:p>
            <a:pPr lvl="1" rtl="0" algn="l">
              <a:spcAft>
                <a:spcPts val="700"/>
              </a:spcAft>
            </a:pPr>
            <a:r>
              <a:rPr sz="1600" b="1" i="0" lang="en-US">
                <a:solidFill>
                  <a:srgbClr val="0F7A3D"/>
                </a:solidFill>
                <a:latin typeface="Segoe UI"/>
              </a:rPr>
              <a:t>✔ Yes, she is. / No, she isn't.</a:t>
            </a:r>
          </a:p>
          <a:p>
            <a:pPr rtl="0" algn="l">
              <a:spcAft>
                <a:spcPts val="300"/>
              </a:spcAft>
            </a:pPr>
            <a:r>
              <a:rPr sz="1700" b="0" i="0" lang="en-US">
                <a:solidFill>
                  <a:srgbClr val="1C2333"/>
                </a:solidFill>
                <a:latin typeface="Segoe UI"/>
              </a:rPr>
              <a:t>13) Is your mother a vet?</a:t>
            </a:r>
          </a:p>
          <a:p>
            <a:pPr lvl="1" rtl="0" algn="l">
              <a:spcAft>
                <a:spcPts val="700"/>
              </a:spcAft>
            </a:pPr>
            <a:r>
              <a:rPr sz="1600" b="1" i="0" lang="en-US">
                <a:solidFill>
                  <a:srgbClr val="0F7A3D"/>
                </a:solidFill>
                <a:latin typeface="Segoe UI"/>
              </a:rPr>
              <a:t>✔ Yes, she is. / No, she isn't.</a:t>
            </a:r>
          </a:p>
          <a:p>
            <a:pPr rtl="0" algn="l">
              <a:spcAft>
                <a:spcPts val="300"/>
              </a:spcAft>
            </a:pPr>
            <a:r>
              <a:rPr sz="1700" b="0" i="0" lang="en-US">
                <a:solidFill>
                  <a:srgbClr val="1C2333"/>
                </a:solidFill>
                <a:latin typeface="Segoe UI"/>
              </a:rPr>
              <a:t>14) Are your parents at home?</a:t>
            </a:r>
          </a:p>
          <a:p>
            <a:pPr lvl="1" rtl="0" algn="l">
              <a:spcAft>
                <a:spcPts val="700"/>
              </a:spcAft>
            </a:pPr>
            <a:r>
              <a:rPr sz="1600" b="1" i="0" lang="en-US">
                <a:solidFill>
                  <a:srgbClr val="0F7A3D"/>
                </a:solidFill>
                <a:latin typeface="Segoe UI"/>
              </a:rPr>
              <a:t>✔ Yes, they are. / No, they aren't.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Are they playing now?</a:t>
            </a:r>
          </a:p>
          <a:p>
            <a:pPr rtl="0" algn="l">
              <a:spcAft>
                <a:spcPts val="800"/>
              </a:spcAft>
            </a:pPr>
            <a:r>
              <a:rPr sz="1800" b="0" i="0" lang="en-US">
                <a:solidFill>
                  <a:srgbClr val="1C2333"/>
                </a:solidFill>
                <a:latin typeface="Segoe UI"/>
              </a:rPr>
              <a:t>16) Is it hot today?</a:t>
            </a:r>
          </a:p>
          <a:p>
            <a:pPr rtl="0" algn="l">
              <a:spcAft>
                <a:spcPts val="800"/>
              </a:spcAft>
            </a:pPr>
            <a:r>
              <a:rPr sz="1800" b="0" i="0" lang="en-US">
                <a:solidFill>
                  <a:srgbClr val="1C2333"/>
                </a:solidFill>
                <a:latin typeface="Segoe UI"/>
              </a:rPr>
              <a:t>17) Are you a dentist?</a:t>
            </a:r>
          </a:p>
          <a:p>
            <a:pPr rtl="0" algn="l">
              <a:spcAft>
                <a:spcPts val="800"/>
              </a:spcAft>
            </a:pPr>
            <a:r>
              <a:rPr sz="1800" b="0" i="0" lang="en-US">
                <a:solidFill>
                  <a:srgbClr val="1C2333"/>
                </a:solidFill>
                <a:latin typeface="Segoe UI"/>
              </a:rPr>
              <a:t>18) Is he your brother?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D) Answer with Yes or No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Are they playing now?</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16) Is it hot today?</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17) Are you a dentist?</a:t>
            </a:r>
          </a:p>
          <a:p>
            <a:pPr lvl="1" rtl="0" algn="l">
              <a:spcAft>
                <a:spcPts val="700"/>
              </a:spcAft>
            </a:pPr>
            <a:r>
              <a:rPr sz="1600" b="1" i="0" lang="en-US">
                <a:solidFill>
                  <a:srgbClr val="0F7A3D"/>
                </a:solidFill>
                <a:latin typeface="Segoe UI"/>
              </a:rPr>
              <a:t>✔ Yes, I am. / No, I'm not.</a:t>
            </a:r>
          </a:p>
          <a:p>
            <a:pPr rtl="0" algn="l">
              <a:spcAft>
                <a:spcPts val="300"/>
              </a:spcAft>
            </a:pPr>
            <a:r>
              <a:rPr sz="1700" b="0" i="0" lang="en-US">
                <a:solidFill>
                  <a:srgbClr val="1C2333"/>
                </a:solidFill>
                <a:latin typeface="Segoe UI"/>
              </a:rPr>
              <a:t>18) Is he your brother?</a:t>
            </a:r>
          </a:p>
          <a:p>
            <a:pPr lvl="1" rtl="0" algn="l">
              <a:spcAft>
                <a:spcPts val="700"/>
              </a:spcAft>
            </a:pPr>
            <a:r>
              <a:rPr sz="1600" b="1" i="0" lang="en-US">
                <a:solidFill>
                  <a:srgbClr val="0F7A3D"/>
                </a:solidFill>
                <a:latin typeface="Segoe UI"/>
              </a:rPr>
              <a:t>✔ Yes, he is. / No, he isn't.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Yes, she is tall.</a:t>
            </a:r>
          </a:p>
          <a:p>
            <a:pPr rtl="0" algn="l">
              <a:spcAft>
                <a:spcPts val="800"/>
              </a:spcAft>
            </a:pPr>
            <a:r>
              <a:rPr sz="1800" b="0" i="0" lang="en-US">
                <a:solidFill>
                  <a:srgbClr val="1C2333"/>
                </a:solidFill>
                <a:latin typeface="Segoe UI"/>
              </a:rPr>
              <a:t>2) No, they aren't lions.</a:t>
            </a:r>
          </a:p>
          <a:p>
            <a:pPr rtl="0" algn="l">
              <a:spcAft>
                <a:spcPts val="800"/>
              </a:spcAft>
            </a:pPr>
            <a:r>
              <a:rPr sz="1800" b="0" i="0" lang="en-US">
                <a:solidFill>
                  <a:srgbClr val="1C2333"/>
                </a:solidFill>
                <a:latin typeface="Segoe UI"/>
              </a:rPr>
              <a:t>3) No, it isn't cold today.</a:t>
            </a:r>
          </a:p>
          <a:p>
            <a:pPr rtl="0" algn="l">
              <a:spcAft>
                <a:spcPts val="800"/>
              </a:spcAft>
            </a:pPr>
            <a:r>
              <a:rPr sz="1800" b="0" i="0" lang="en-US">
                <a:solidFill>
                  <a:srgbClr val="1C2333"/>
                </a:solidFill>
                <a:latin typeface="Segoe UI"/>
              </a:rPr>
              <a:t>4) Yes, I am a farmer.</a:t>
            </a:r>
          </a:p>
          <a:p>
            <a:pPr rtl="0" algn="l">
              <a:spcAft>
                <a:spcPts val="800"/>
              </a:spcAft>
            </a:pPr>
            <a:r>
              <a:rPr sz="1800" b="0" i="0" lang="en-US">
                <a:solidFill>
                  <a:srgbClr val="1C2333"/>
                </a:solidFill>
                <a:latin typeface="Segoe UI"/>
              </a:rPr>
              <a:t>5) No, he isn't tall.</a:t>
            </a:r>
          </a:p>
          <a:p>
            <a:pPr rtl="0" algn="l">
              <a:spcAft>
                <a:spcPts val="800"/>
              </a:spcAft>
            </a:pPr>
            <a:r>
              <a:rPr sz="1800" b="0" i="0" lang="en-US">
                <a:solidFill>
                  <a:srgbClr val="1C2333"/>
                </a:solidFill>
                <a:latin typeface="Segoe UI"/>
              </a:rPr>
              <a:t>6) Yes, my parents are vets.</a:t>
            </a:r>
          </a:p>
          <a:p>
            <a:pPr rtl="0" algn="l">
              <a:spcAft>
                <a:spcPts val="800"/>
              </a:spcAft>
            </a:pPr>
            <a:r>
              <a:rPr sz="1800" b="0" i="0" lang="en-US">
                <a:solidFill>
                  <a:srgbClr val="1C2333"/>
                </a:solidFill>
                <a:latin typeface="Segoe UI"/>
              </a:rPr>
              <a:t>7) No, lions aren't hungry.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Yes, she is tall.</a:t>
            </a:r>
          </a:p>
          <a:p>
            <a:pPr lvl="1" rtl="0" algn="l">
              <a:spcAft>
                <a:spcPts val="700"/>
              </a:spcAft>
            </a:pPr>
            <a:r>
              <a:rPr sz="1600" b="1" i="0" lang="en-US">
                <a:solidFill>
                  <a:srgbClr val="0F7A3D"/>
                </a:solidFill>
                <a:latin typeface="Segoe UI"/>
              </a:rPr>
              <a:t>✔ Is she tall?</a:t>
            </a:r>
          </a:p>
          <a:p>
            <a:pPr rtl="0" algn="l">
              <a:spcAft>
                <a:spcPts val="300"/>
              </a:spcAft>
            </a:pPr>
            <a:r>
              <a:rPr sz="1700" b="0" i="0" lang="en-US">
                <a:solidFill>
                  <a:srgbClr val="1C2333"/>
                </a:solidFill>
                <a:latin typeface="Segoe UI"/>
              </a:rPr>
              <a:t>2) No, they aren't lions.</a:t>
            </a:r>
          </a:p>
          <a:p>
            <a:pPr lvl="1" rtl="0" algn="l">
              <a:spcAft>
                <a:spcPts val="700"/>
              </a:spcAft>
            </a:pPr>
            <a:r>
              <a:rPr sz="1600" b="1" i="0" lang="en-US">
                <a:solidFill>
                  <a:srgbClr val="0F7A3D"/>
                </a:solidFill>
                <a:latin typeface="Segoe UI"/>
              </a:rPr>
              <a:t>✔ Are they lions?</a:t>
            </a:r>
          </a:p>
          <a:p>
            <a:pPr rtl="0" algn="l">
              <a:spcAft>
                <a:spcPts val="300"/>
              </a:spcAft>
            </a:pPr>
            <a:r>
              <a:rPr sz="1700" b="0" i="0" lang="en-US">
                <a:solidFill>
                  <a:srgbClr val="1C2333"/>
                </a:solidFill>
                <a:latin typeface="Segoe UI"/>
              </a:rPr>
              <a:t>3) No, it isn't cold today.</a:t>
            </a:r>
          </a:p>
          <a:p>
            <a:pPr lvl="1" rtl="0" algn="l">
              <a:spcAft>
                <a:spcPts val="700"/>
              </a:spcAft>
            </a:pPr>
            <a:r>
              <a:rPr sz="1600" b="1" i="0" lang="en-US">
                <a:solidFill>
                  <a:srgbClr val="0F7A3D"/>
                </a:solidFill>
                <a:latin typeface="Segoe UI"/>
              </a:rPr>
              <a:t>✔ Is it cold today?</a:t>
            </a:r>
          </a:p>
          <a:p>
            <a:pPr rtl="0" algn="l">
              <a:spcAft>
                <a:spcPts val="300"/>
              </a:spcAft>
            </a:pPr>
            <a:r>
              <a:rPr sz="1700" b="0" i="0" lang="en-US">
                <a:solidFill>
                  <a:srgbClr val="1C2333"/>
                </a:solidFill>
                <a:latin typeface="Segoe UI"/>
              </a:rPr>
              <a:t>4) Yes, I am a farmer.</a:t>
            </a:r>
          </a:p>
          <a:p>
            <a:pPr lvl="1" rtl="0" algn="l">
              <a:spcAft>
                <a:spcPts val="700"/>
              </a:spcAft>
            </a:pPr>
            <a:r>
              <a:rPr sz="1600" b="1" i="0" lang="en-US">
                <a:solidFill>
                  <a:srgbClr val="0F7A3D"/>
                </a:solidFill>
                <a:latin typeface="Segoe UI"/>
              </a:rPr>
              <a:t>✔ Are you a farmer?</a:t>
            </a:r>
          </a:p>
          <a:p>
            <a:pPr rtl="0" algn="l">
              <a:spcAft>
                <a:spcPts val="300"/>
              </a:spcAft>
            </a:pPr>
            <a:r>
              <a:rPr sz="1700" b="0" i="0" lang="en-US">
                <a:solidFill>
                  <a:srgbClr val="1C2333"/>
                </a:solidFill>
                <a:latin typeface="Segoe UI"/>
              </a:rPr>
              <a:t>5) No, he isn't tall.</a:t>
            </a:r>
          </a:p>
          <a:p>
            <a:pPr lvl="1" rtl="0" algn="l">
              <a:spcAft>
                <a:spcPts val="700"/>
              </a:spcAft>
            </a:pPr>
            <a:r>
              <a:rPr sz="1600" b="1" i="0" lang="en-US">
                <a:solidFill>
                  <a:srgbClr val="0F7A3D"/>
                </a:solidFill>
                <a:latin typeface="Segoe UI"/>
              </a:rPr>
              <a:t>✔ Is he tall?</a:t>
            </a:r>
          </a:p>
          <a:p>
            <a:pPr rtl="0" algn="l">
              <a:spcAft>
                <a:spcPts val="300"/>
              </a:spcAft>
            </a:pPr>
            <a:r>
              <a:rPr sz="1700" b="0" i="0" lang="en-US">
                <a:solidFill>
                  <a:srgbClr val="1C2333"/>
                </a:solidFill>
                <a:latin typeface="Segoe UI"/>
              </a:rPr>
              <a:t>6) Yes, my parents are vets.</a:t>
            </a:r>
          </a:p>
          <a:p>
            <a:pPr lvl="1" rtl="0" algn="l">
              <a:spcAft>
                <a:spcPts val="700"/>
              </a:spcAft>
            </a:pPr>
            <a:r>
              <a:rPr sz="1600" b="1" i="0" lang="en-US">
                <a:solidFill>
                  <a:srgbClr val="0F7A3D"/>
                </a:solidFill>
                <a:latin typeface="Segoe UI"/>
              </a:rPr>
              <a:t>✔ Are your parents vets?</a:t>
            </a:r>
          </a:p>
          <a:p>
            <a:pPr rtl="0" algn="l">
              <a:spcAft>
                <a:spcPts val="300"/>
              </a:spcAft>
            </a:pPr>
            <a:r>
              <a:rPr sz="1700" b="0" i="0" lang="en-US">
                <a:solidFill>
                  <a:srgbClr val="1C2333"/>
                </a:solidFill>
                <a:latin typeface="Segoe UI"/>
              </a:rPr>
              <a:t>7) No, lions aren't hungry.</a:t>
            </a:r>
          </a:p>
          <a:p>
            <a:pPr lvl="1" rtl="0" algn="l">
              <a:spcAft>
                <a:spcPts val="700"/>
              </a:spcAft>
            </a:pPr>
            <a:r>
              <a:rPr sz="1600" b="1" i="0" lang="en-US">
                <a:solidFill>
                  <a:srgbClr val="0F7A3D"/>
                </a:solidFill>
                <a:latin typeface="Segoe UI"/>
              </a:rPr>
              <a:t>✔ Are lions hungry?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Yes, we are at home.</a:t>
            </a:r>
          </a:p>
          <a:p>
            <a:pPr rtl="0" algn="l">
              <a:spcAft>
                <a:spcPts val="800"/>
              </a:spcAft>
            </a:pPr>
            <a:r>
              <a:rPr sz="1800" b="0" i="0" lang="en-US">
                <a:solidFill>
                  <a:srgbClr val="1C2333"/>
                </a:solidFill>
                <a:latin typeface="Segoe UI"/>
              </a:rPr>
              <a:t>9) No, she isn't sad.</a:t>
            </a:r>
          </a:p>
          <a:p>
            <a:pPr rtl="0" algn="l">
              <a:spcAft>
                <a:spcPts val="800"/>
              </a:spcAft>
            </a:pPr>
            <a:r>
              <a:rPr sz="1800" b="0" i="0" lang="en-US">
                <a:solidFill>
                  <a:srgbClr val="1C2333"/>
                </a:solidFill>
                <a:latin typeface="Segoe UI"/>
              </a:rPr>
              <a:t>10) Yes, it is a cat.</a:t>
            </a:r>
          </a:p>
          <a:p>
            <a:pPr rtl="0" algn="l">
              <a:spcAft>
                <a:spcPts val="800"/>
              </a:spcAft>
            </a:pPr>
            <a:r>
              <a:rPr sz="1800" b="0" i="0" lang="en-US">
                <a:solidFill>
                  <a:srgbClr val="1C2333"/>
                </a:solidFill>
                <a:latin typeface="Segoe UI"/>
              </a:rPr>
              <a:t>11) No, they aren't at school.</a:t>
            </a:r>
          </a:p>
          <a:p>
            <a:pPr rtl="0" algn="l">
              <a:spcAft>
                <a:spcPts val="800"/>
              </a:spcAft>
            </a:pPr>
            <a:r>
              <a:rPr sz="1800" b="0" i="0" lang="en-US">
                <a:solidFill>
                  <a:srgbClr val="1C2333"/>
                </a:solidFill>
                <a:latin typeface="Segoe UI"/>
              </a:rPr>
              <a:t>12) Yes, I am happy.</a:t>
            </a:r>
          </a:p>
          <a:p>
            <a:pPr rtl="0" algn="l">
              <a:spcAft>
                <a:spcPts val="800"/>
              </a:spcAft>
            </a:pPr>
            <a:r>
              <a:rPr sz="1800" b="0" i="0" lang="en-US">
                <a:solidFill>
                  <a:srgbClr val="1C2333"/>
                </a:solidFill>
                <a:latin typeface="Segoe UI"/>
              </a:rPr>
              <a:t>13) No, he isn't reading.</a:t>
            </a:r>
          </a:p>
          <a:p>
            <a:pPr rtl="0" algn="l">
              <a:spcAft>
                <a:spcPts val="800"/>
              </a:spcAft>
            </a:pPr>
            <a:r>
              <a:rPr sz="1800" b="0" i="0" lang="en-US">
                <a:solidFill>
                  <a:srgbClr val="1C2333"/>
                </a:solidFill>
                <a:latin typeface="Segoe UI"/>
              </a:rPr>
              <a:t>14) Yes, they are studying.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Yes, we are at home.</a:t>
            </a:r>
          </a:p>
          <a:p>
            <a:pPr lvl="1" rtl="0" algn="l">
              <a:spcAft>
                <a:spcPts val="700"/>
              </a:spcAft>
            </a:pPr>
            <a:r>
              <a:rPr sz="1600" b="1" i="0" lang="en-US">
                <a:solidFill>
                  <a:srgbClr val="0F7A3D"/>
                </a:solidFill>
                <a:latin typeface="Segoe UI"/>
              </a:rPr>
              <a:t>✔ Are you at home?</a:t>
            </a:r>
          </a:p>
          <a:p>
            <a:pPr rtl="0" algn="l">
              <a:spcAft>
                <a:spcPts val="300"/>
              </a:spcAft>
            </a:pPr>
            <a:r>
              <a:rPr sz="1700" b="0" i="0" lang="en-US">
                <a:solidFill>
                  <a:srgbClr val="1C2333"/>
                </a:solidFill>
                <a:latin typeface="Segoe UI"/>
              </a:rPr>
              <a:t>9) No, she isn't sad.</a:t>
            </a:r>
          </a:p>
          <a:p>
            <a:pPr lvl="1" rtl="0" algn="l">
              <a:spcAft>
                <a:spcPts val="700"/>
              </a:spcAft>
            </a:pPr>
            <a:r>
              <a:rPr sz="1600" b="1" i="0" lang="en-US">
                <a:solidFill>
                  <a:srgbClr val="0F7A3D"/>
                </a:solidFill>
                <a:latin typeface="Segoe UI"/>
              </a:rPr>
              <a:t>✔ Is she sad?</a:t>
            </a:r>
          </a:p>
          <a:p>
            <a:pPr rtl="0" algn="l">
              <a:spcAft>
                <a:spcPts val="300"/>
              </a:spcAft>
            </a:pPr>
            <a:r>
              <a:rPr sz="1700" b="0" i="0" lang="en-US">
                <a:solidFill>
                  <a:srgbClr val="1C2333"/>
                </a:solidFill>
                <a:latin typeface="Segoe UI"/>
              </a:rPr>
              <a:t>10) Yes, it is a cat.</a:t>
            </a:r>
          </a:p>
          <a:p>
            <a:pPr lvl="1" rtl="0" algn="l">
              <a:spcAft>
                <a:spcPts val="700"/>
              </a:spcAft>
            </a:pPr>
            <a:r>
              <a:rPr sz="1600" b="1" i="0" lang="en-US">
                <a:solidFill>
                  <a:srgbClr val="0F7A3D"/>
                </a:solidFill>
                <a:latin typeface="Segoe UI"/>
              </a:rPr>
              <a:t>✔ Is it a cat?</a:t>
            </a:r>
          </a:p>
          <a:p>
            <a:pPr rtl="0" algn="l">
              <a:spcAft>
                <a:spcPts val="300"/>
              </a:spcAft>
            </a:pPr>
            <a:r>
              <a:rPr sz="1700" b="0" i="0" lang="en-US">
                <a:solidFill>
                  <a:srgbClr val="1C2333"/>
                </a:solidFill>
                <a:latin typeface="Segoe UI"/>
              </a:rPr>
              <a:t>11) No, they aren't at school.</a:t>
            </a:r>
          </a:p>
          <a:p>
            <a:pPr lvl="1" rtl="0" algn="l">
              <a:spcAft>
                <a:spcPts val="700"/>
              </a:spcAft>
            </a:pPr>
            <a:r>
              <a:rPr sz="1600" b="1" i="0" lang="en-US">
                <a:solidFill>
                  <a:srgbClr val="0F7A3D"/>
                </a:solidFill>
                <a:latin typeface="Segoe UI"/>
              </a:rPr>
              <a:t>✔ Are they at school?</a:t>
            </a:r>
          </a:p>
          <a:p>
            <a:pPr rtl="0" algn="l">
              <a:spcAft>
                <a:spcPts val="300"/>
              </a:spcAft>
            </a:pPr>
            <a:r>
              <a:rPr sz="1700" b="0" i="0" lang="en-US">
                <a:solidFill>
                  <a:srgbClr val="1C2333"/>
                </a:solidFill>
                <a:latin typeface="Segoe UI"/>
              </a:rPr>
              <a:t>12) Yes, I am happy.</a:t>
            </a:r>
          </a:p>
          <a:p>
            <a:pPr lvl="1" rtl="0" algn="l">
              <a:spcAft>
                <a:spcPts val="700"/>
              </a:spcAft>
            </a:pPr>
            <a:r>
              <a:rPr sz="1600" b="1" i="0" lang="en-US">
                <a:solidFill>
                  <a:srgbClr val="0F7A3D"/>
                </a:solidFill>
                <a:latin typeface="Segoe UI"/>
              </a:rPr>
              <a:t>✔ Are you happy?</a:t>
            </a:r>
          </a:p>
          <a:p>
            <a:pPr rtl="0" algn="l">
              <a:spcAft>
                <a:spcPts val="300"/>
              </a:spcAft>
            </a:pPr>
            <a:r>
              <a:rPr sz="1700" b="0" i="0" lang="en-US">
                <a:solidFill>
                  <a:srgbClr val="1C2333"/>
                </a:solidFill>
                <a:latin typeface="Segoe UI"/>
              </a:rPr>
              <a:t>13) No, he isn't reading.</a:t>
            </a:r>
          </a:p>
          <a:p>
            <a:pPr lvl="1" rtl="0" algn="l">
              <a:spcAft>
                <a:spcPts val="700"/>
              </a:spcAft>
            </a:pPr>
            <a:r>
              <a:rPr sz="1600" b="1" i="0" lang="en-US">
                <a:solidFill>
                  <a:srgbClr val="0F7A3D"/>
                </a:solidFill>
                <a:latin typeface="Segoe UI"/>
              </a:rPr>
              <a:t>✔ Is he reading?</a:t>
            </a:r>
          </a:p>
          <a:p>
            <a:pPr rtl="0" algn="l">
              <a:spcAft>
                <a:spcPts val="300"/>
              </a:spcAft>
            </a:pPr>
            <a:r>
              <a:rPr sz="1700" b="0" i="0" lang="en-US">
                <a:solidFill>
                  <a:srgbClr val="1C2333"/>
                </a:solidFill>
                <a:latin typeface="Segoe UI"/>
              </a:rPr>
              <a:t>14) Yes, they are studying.</a:t>
            </a:r>
          </a:p>
          <a:p>
            <a:pPr lvl="1" rtl="0" algn="l">
              <a:spcAft>
                <a:spcPts val="700"/>
              </a:spcAft>
            </a:pPr>
            <a:r>
              <a:rPr sz="1600" b="1" i="0" lang="en-US">
                <a:solidFill>
                  <a:srgbClr val="0F7A3D"/>
                </a:solidFill>
                <a:latin typeface="Segoe UI"/>
              </a:rPr>
              <a:t>✔ Are they studying?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No, we aren't playing.</a:t>
            </a:r>
          </a:p>
          <a:p>
            <a:pPr rtl="0" algn="l">
              <a:spcAft>
                <a:spcPts val="800"/>
              </a:spcAft>
            </a:pPr>
            <a:r>
              <a:rPr sz="1800" b="0" i="0" lang="en-US">
                <a:solidFill>
                  <a:srgbClr val="1C2333"/>
                </a:solidFill>
                <a:latin typeface="Segoe UI"/>
              </a:rPr>
              <a:t>16) Yes, she is running.</a:t>
            </a:r>
          </a:p>
          <a:p>
            <a:pPr rtl="0" algn="l">
              <a:spcAft>
                <a:spcPts val="800"/>
              </a:spcAft>
            </a:pPr>
            <a:r>
              <a:rPr sz="1800" b="0" i="0" lang="en-US">
                <a:solidFill>
                  <a:srgbClr val="1C2333"/>
                </a:solidFill>
                <a:latin typeface="Segoe UI"/>
              </a:rPr>
              <a:t>17) No, Rawan isn't sleeping.</a:t>
            </a:r>
          </a:p>
          <a:p>
            <a:pPr rtl="0" algn="l">
              <a:spcAft>
                <a:spcPts val="800"/>
              </a:spcAft>
            </a:pPr>
            <a:r>
              <a:rPr sz="1800" b="0" i="0" lang="en-US">
                <a:solidFill>
                  <a:srgbClr val="1C2333"/>
                </a:solidFill>
                <a:latin typeface="Segoe UI"/>
              </a:rPr>
              <a:t>18) Yes, my mum is cooking.</a:t>
            </a:r>
          </a:p>
          <a:p>
            <a:pPr rtl="0" algn="l">
              <a:spcAft>
                <a:spcPts val="800"/>
              </a:spcAft>
            </a:pPr>
            <a:r>
              <a:rPr sz="1800" b="0" i="0" lang="en-US">
                <a:solidFill>
                  <a:srgbClr val="1C2333"/>
                </a:solidFill>
                <a:latin typeface="Segoe UI"/>
              </a:rPr>
              <a:t>19) No, it isn't raining.</a:t>
            </a:r>
          </a:p>
          <a:p>
            <a:pPr rtl="0" algn="l">
              <a:spcAft>
                <a:spcPts val="800"/>
              </a:spcAft>
            </a:pPr>
            <a:r>
              <a:rPr sz="1800" b="0" i="0" lang="en-US">
                <a:solidFill>
                  <a:srgbClr val="1C2333"/>
                </a:solidFill>
                <a:latin typeface="Segoe UI"/>
              </a:rPr>
              <a:t>20) Yes, I am eating.</a:t>
            </a:r>
          </a:p>
          <a:p>
            <a:pPr rtl="0" algn="l">
              <a:spcAft>
                <a:spcPts val="800"/>
              </a:spcAft>
            </a:pPr>
            <a:r>
              <a:rPr sz="1800" b="0" i="0" lang="en-US">
                <a:solidFill>
                  <a:srgbClr val="1C2333"/>
                </a:solidFill>
                <a:latin typeface="Segoe UI"/>
              </a:rPr>
              <a:t>21) No, they aren't eating.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No, we aren't playing.</a:t>
            </a:r>
          </a:p>
          <a:p>
            <a:pPr lvl="1" rtl="0" algn="l">
              <a:spcAft>
                <a:spcPts val="700"/>
              </a:spcAft>
            </a:pPr>
            <a:r>
              <a:rPr sz="1600" b="1" i="0" lang="en-US">
                <a:solidFill>
                  <a:srgbClr val="0F7A3D"/>
                </a:solidFill>
                <a:latin typeface="Segoe UI"/>
              </a:rPr>
              <a:t>✔ Are you playing?</a:t>
            </a:r>
          </a:p>
          <a:p>
            <a:pPr rtl="0" algn="l">
              <a:spcAft>
                <a:spcPts val="300"/>
              </a:spcAft>
            </a:pPr>
            <a:r>
              <a:rPr sz="1700" b="0" i="0" lang="en-US">
                <a:solidFill>
                  <a:srgbClr val="1C2333"/>
                </a:solidFill>
                <a:latin typeface="Segoe UI"/>
              </a:rPr>
              <a:t>16) Yes, she is running.</a:t>
            </a:r>
          </a:p>
          <a:p>
            <a:pPr lvl="1" rtl="0" algn="l">
              <a:spcAft>
                <a:spcPts val="700"/>
              </a:spcAft>
            </a:pPr>
            <a:r>
              <a:rPr sz="1600" b="1" i="0" lang="en-US">
                <a:solidFill>
                  <a:srgbClr val="0F7A3D"/>
                </a:solidFill>
                <a:latin typeface="Segoe UI"/>
              </a:rPr>
              <a:t>✔ Is she running?</a:t>
            </a:r>
          </a:p>
          <a:p>
            <a:pPr rtl="0" algn="l">
              <a:spcAft>
                <a:spcPts val="300"/>
              </a:spcAft>
            </a:pPr>
            <a:r>
              <a:rPr sz="1700" b="0" i="0" lang="en-US">
                <a:solidFill>
                  <a:srgbClr val="1C2333"/>
                </a:solidFill>
                <a:latin typeface="Segoe UI"/>
              </a:rPr>
              <a:t>17) No, Rawan isn't sleeping.</a:t>
            </a:r>
          </a:p>
          <a:p>
            <a:pPr lvl="1" rtl="0" algn="l">
              <a:spcAft>
                <a:spcPts val="700"/>
              </a:spcAft>
            </a:pPr>
            <a:r>
              <a:rPr sz="1600" b="1" i="0" lang="en-US">
                <a:solidFill>
                  <a:srgbClr val="0F7A3D"/>
                </a:solidFill>
                <a:latin typeface="Segoe UI"/>
              </a:rPr>
              <a:t>✔ Is Rawan sleeping?</a:t>
            </a:r>
          </a:p>
          <a:p>
            <a:pPr rtl="0" algn="l">
              <a:spcAft>
                <a:spcPts val="300"/>
              </a:spcAft>
            </a:pPr>
            <a:r>
              <a:rPr sz="1700" b="0" i="0" lang="en-US">
                <a:solidFill>
                  <a:srgbClr val="1C2333"/>
                </a:solidFill>
                <a:latin typeface="Segoe UI"/>
              </a:rPr>
              <a:t>18) Yes, my mum is cooking.</a:t>
            </a:r>
          </a:p>
          <a:p>
            <a:pPr lvl="1" rtl="0" algn="l">
              <a:spcAft>
                <a:spcPts val="700"/>
              </a:spcAft>
            </a:pPr>
            <a:r>
              <a:rPr sz="1600" b="1" i="0" lang="en-US">
                <a:solidFill>
                  <a:srgbClr val="0F7A3D"/>
                </a:solidFill>
                <a:latin typeface="Segoe UI"/>
              </a:rPr>
              <a:t>✔ Is your mum cooking?</a:t>
            </a:r>
          </a:p>
          <a:p>
            <a:pPr rtl="0" algn="l">
              <a:spcAft>
                <a:spcPts val="300"/>
              </a:spcAft>
            </a:pPr>
            <a:r>
              <a:rPr sz="1700" b="0" i="0" lang="en-US">
                <a:solidFill>
                  <a:srgbClr val="1C2333"/>
                </a:solidFill>
                <a:latin typeface="Segoe UI"/>
              </a:rPr>
              <a:t>19) No, it isn't raining.</a:t>
            </a:r>
          </a:p>
          <a:p>
            <a:pPr lvl="1" rtl="0" algn="l">
              <a:spcAft>
                <a:spcPts val="700"/>
              </a:spcAft>
            </a:pPr>
            <a:r>
              <a:rPr sz="1600" b="1" i="0" lang="en-US">
                <a:solidFill>
                  <a:srgbClr val="0F7A3D"/>
                </a:solidFill>
                <a:latin typeface="Segoe UI"/>
              </a:rPr>
              <a:t>✔ Is it raining?</a:t>
            </a:r>
          </a:p>
          <a:p>
            <a:pPr rtl="0" algn="l">
              <a:spcAft>
                <a:spcPts val="300"/>
              </a:spcAft>
            </a:pPr>
            <a:r>
              <a:rPr sz="1700" b="0" i="0" lang="en-US">
                <a:solidFill>
                  <a:srgbClr val="1C2333"/>
                </a:solidFill>
                <a:latin typeface="Segoe UI"/>
              </a:rPr>
              <a:t>20) Yes, I am eating.</a:t>
            </a:r>
          </a:p>
          <a:p>
            <a:pPr lvl="1" rtl="0" algn="l">
              <a:spcAft>
                <a:spcPts val="700"/>
              </a:spcAft>
            </a:pPr>
            <a:r>
              <a:rPr sz="1600" b="1" i="0" lang="en-US">
                <a:solidFill>
                  <a:srgbClr val="0F7A3D"/>
                </a:solidFill>
                <a:latin typeface="Segoe UI"/>
              </a:rPr>
              <a:t>✔ Are you eating?</a:t>
            </a:r>
          </a:p>
          <a:p>
            <a:pPr rtl="0" algn="l">
              <a:spcAft>
                <a:spcPts val="300"/>
              </a:spcAft>
            </a:pPr>
            <a:r>
              <a:rPr sz="1700" b="0" i="0" lang="en-US">
                <a:solidFill>
                  <a:srgbClr val="1C2333"/>
                </a:solidFill>
                <a:latin typeface="Segoe UI"/>
              </a:rPr>
              <a:t>21) No, they aren't eating.</a:t>
            </a:r>
          </a:p>
          <a:p>
            <a:pPr lvl="1" rtl="0" algn="l">
              <a:spcAft>
                <a:spcPts val="700"/>
              </a:spcAft>
            </a:pPr>
            <a:r>
              <a:rPr sz="1600" b="1" i="0" lang="en-US">
                <a:solidFill>
                  <a:srgbClr val="0F7A3D"/>
                </a:solidFill>
                <a:latin typeface="Segoe UI"/>
              </a:rPr>
              <a:t>✔ Are they eating?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Yes, we are doctors.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E) Make a question for these answers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Yes, we are doctors.</a:t>
            </a:r>
          </a:p>
          <a:p>
            <a:pPr lvl="1" rtl="0" algn="l">
              <a:spcAft>
                <a:spcPts val="700"/>
              </a:spcAft>
            </a:pPr>
            <a:r>
              <a:rPr sz="1600" b="1" i="0" lang="en-US">
                <a:solidFill>
                  <a:srgbClr val="0F7A3D"/>
                </a:solidFill>
                <a:latin typeface="Segoe UI"/>
              </a:rPr>
              <a:t>✔ Are you doctors?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am – a – I – doctor.</a:t>
            </a:r>
          </a:p>
          <a:p>
            <a:pPr rtl="0" algn="l">
              <a:spcAft>
                <a:spcPts val="800"/>
              </a:spcAft>
            </a:pPr>
            <a:r>
              <a:rPr sz="1800" b="0" i="0" lang="en-US">
                <a:solidFill>
                  <a:srgbClr val="1C2333"/>
                </a:solidFill>
                <a:latin typeface="Segoe UI"/>
              </a:rPr>
              <a:t>2) not – is – orange – an – It.</a:t>
            </a:r>
          </a:p>
          <a:p>
            <a:pPr rtl="0" algn="l">
              <a:spcAft>
                <a:spcPts val="800"/>
              </a:spcAft>
            </a:pPr>
            <a:r>
              <a:rPr sz="1800" b="0" i="0" lang="en-US">
                <a:solidFill>
                  <a:srgbClr val="1C2333"/>
                </a:solidFill>
                <a:latin typeface="Segoe UI"/>
              </a:rPr>
              <a:t>3) nurse – is – She – a.</a:t>
            </a:r>
          </a:p>
          <a:p>
            <a:pPr rtl="0" algn="l">
              <a:spcAft>
                <a:spcPts val="800"/>
              </a:spcAft>
            </a:pPr>
            <a:r>
              <a:rPr sz="1800" b="0" i="0" lang="en-US">
                <a:solidFill>
                  <a:srgbClr val="1C2333"/>
                </a:solidFill>
                <a:latin typeface="Segoe UI"/>
              </a:rPr>
              <a:t>4) vets – aren't – They.</a:t>
            </a:r>
          </a:p>
          <a:p>
            <a:pPr rtl="0" algn="l">
              <a:spcAft>
                <a:spcPts val="800"/>
              </a:spcAft>
            </a:pPr>
            <a:r>
              <a:rPr sz="1800" b="0" i="0" lang="en-US">
                <a:solidFill>
                  <a:srgbClr val="1C2333"/>
                </a:solidFill>
                <a:latin typeface="Segoe UI"/>
              </a:rPr>
              <a:t>5) lions – Are – strong?</a:t>
            </a:r>
          </a:p>
          <a:p>
            <a:pPr rtl="0" algn="l">
              <a:spcAft>
                <a:spcPts val="800"/>
              </a:spcAft>
            </a:pPr>
            <a:r>
              <a:rPr sz="1800" b="0" i="0" lang="en-US">
                <a:solidFill>
                  <a:srgbClr val="1C2333"/>
                </a:solidFill>
                <a:latin typeface="Segoe UI"/>
              </a:rPr>
              <a:t>6) is – My – a – mum – dentist.</a:t>
            </a:r>
          </a:p>
          <a:p>
            <a:pPr rtl="0" algn="l">
              <a:spcAft>
                <a:spcPts val="800"/>
              </a:spcAft>
            </a:pPr>
            <a:r>
              <a:rPr sz="1800" b="0" i="0" lang="en-US">
                <a:solidFill>
                  <a:srgbClr val="1C2333"/>
                </a:solidFill>
                <a:latin typeface="Segoe UI"/>
              </a:rPr>
              <a:t>7) an – It – apple – 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am – a – I – doctor.</a:t>
            </a:r>
          </a:p>
          <a:p>
            <a:pPr lvl="1" rtl="0" algn="l">
              <a:spcAft>
                <a:spcPts val="700"/>
              </a:spcAft>
            </a:pPr>
            <a:r>
              <a:rPr sz="1600" b="1" i="0" lang="en-US">
                <a:solidFill>
                  <a:srgbClr val="0F7A3D"/>
                </a:solidFill>
                <a:latin typeface="Segoe UI"/>
              </a:rPr>
              <a:t>✔ I am a doctor.</a:t>
            </a:r>
          </a:p>
          <a:p>
            <a:pPr rtl="0" algn="l">
              <a:spcAft>
                <a:spcPts val="300"/>
              </a:spcAft>
            </a:pPr>
            <a:r>
              <a:rPr sz="1700" b="0" i="0" lang="en-US">
                <a:solidFill>
                  <a:srgbClr val="1C2333"/>
                </a:solidFill>
                <a:latin typeface="Segoe UI"/>
              </a:rPr>
              <a:t>2) not – is – orange – an – It.</a:t>
            </a:r>
          </a:p>
          <a:p>
            <a:pPr lvl="1" rtl="0" algn="l">
              <a:spcAft>
                <a:spcPts val="700"/>
              </a:spcAft>
            </a:pPr>
            <a:r>
              <a:rPr sz="1600" b="1" i="0" lang="en-US">
                <a:solidFill>
                  <a:srgbClr val="0F7A3D"/>
                </a:solidFill>
                <a:latin typeface="Segoe UI"/>
              </a:rPr>
              <a:t>✔ It is not an orange.</a:t>
            </a:r>
          </a:p>
          <a:p>
            <a:pPr rtl="0" algn="l">
              <a:spcAft>
                <a:spcPts val="300"/>
              </a:spcAft>
            </a:pPr>
            <a:r>
              <a:rPr sz="1700" b="0" i="0" lang="en-US">
                <a:solidFill>
                  <a:srgbClr val="1C2333"/>
                </a:solidFill>
                <a:latin typeface="Segoe UI"/>
              </a:rPr>
              <a:t>3) nurse – is – She – a.</a:t>
            </a:r>
          </a:p>
          <a:p>
            <a:pPr lvl="1" rtl="0" algn="l">
              <a:spcAft>
                <a:spcPts val="700"/>
              </a:spcAft>
            </a:pPr>
            <a:r>
              <a:rPr sz="1600" b="1" i="0" lang="en-US">
                <a:solidFill>
                  <a:srgbClr val="0F7A3D"/>
                </a:solidFill>
                <a:latin typeface="Segoe UI"/>
              </a:rPr>
              <a:t>✔ She is a nurse.</a:t>
            </a:r>
          </a:p>
          <a:p>
            <a:pPr rtl="0" algn="l">
              <a:spcAft>
                <a:spcPts val="300"/>
              </a:spcAft>
            </a:pPr>
            <a:r>
              <a:rPr sz="1700" b="0" i="0" lang="en-US">
                <a:solidFill>
                  <a:srgbClr val="1C2333"/>
                </a:solidFill>
                <a:latin typeface="Segoe UI"/>
              </a:rPr>
              <a:t>4) vets – aren't – They.</a:t>
            </a:r>
          </a:p>
          <a:p>
            <a:pPr lvl="1" rtl="0" algn="l">
              <a:spcAft>
                <a:spcPts val="700"/>
              </a:spcAft>
            </a:pPr>
            <a:r>
              <a:rPr sz="1600" b="1" i="0" lang="en-US">
                <a:solidFill>
                  <a:srgbClr val="0F7A3D"/>
                </a:solidFill>
                <a:latin typeface="Segoe UI"/>
              </a:rPr>
              <a:t>✔ They aren't vets.</a:t>
            </a:r>
          </a:p>
          <a:p>
            <a:pPr rtl="0" algn="l">
              <a:spcAft>
                <a:spcPts val="300"/>
              </a:spcAft>
            </a:pPr>
            <a:r>
              <a:rPr sz="1700" b="0" i="0" lang="en-US">
                <a:solidFill>
                  <a:srgbClr val="1C2333"/>
                </a:solidFill>
                <a:latin typeface="Segoe UI"/>
              </a:rPr>
              <a:t>5) lions – Are – strong?</a:t>
            </a:r>
          </a:p>
          <a:p>
            <a:pPr lvl="1" rtl="0" algn="l">
              <a:spcAft>
                <a:spcPts val="700"/>
              </a:spcAft>
            </a:pPr>
            <a:r>
              <a:rPr sz="1600" b="1" i="0" lang="en-US">
                <a:solidFill>
                  <a:srgbClr val="0F7A3D"/>
                </a:solidFill>
                <a:latin typeface="Segoe UI"/>
              </a:rPr>
              <a:t>✔ Are lions strong?</a:t>
            </a:r>
          </a:p>
          <a:p>
            <a:pPr rtl="0" algn="l">
              <a:spcAft>
                <a:spcPts val="300"/>
              </a:spcAft>
            </a:pPr>
            <a:r>
              <a:rPr sz="1700" b="0" i="0" lang="en-US">
                <a:solidFill>
                  <a:srgbClr val="1C2333"/>
                </a:solidFill>
                <a:latin typeface="Segoe UI"/>
              </a:rPr>
              <a:t>6) is – My – a – mum – dentist.</a:t>
            </a:r>
          </a:p>
          <a:p>
            <a:pPr lvl="1" rtl="0" algn="l">
              <a:spcAft>
                <a:spcPts val="700"/>
              </a:spcAft>
            </a:pPr>
            <a:r>
              <a:rPr sz="1600" b="1" i="0" lang="en-US">
                <a:solidFill>
                  <a:srgbClr val="0F7A3D"/>
                </a:solidFill>
                <a:latin typeface="Segoe UI"/>
              </a:rPr>
              <a:t>✔ My mum is a dentist.</a:t>
            </a:r>
          </a:p>
          <a:p>
            <a:pPr rtl="0" algn="l">
              <a:spcAft>
                <a:spcPts val="300"/>
              </a:spcAft>
            </a:pPr>
            <a:r>
              <a:rPr sz="1700" b="0" i="0" lang="en-US">
                <a:solidFill>
                  <a:srgbClr val="1C2333"/>
                </a:solidFill>
                <a:latin typeface="Segoe UI"/>
              </a:rPr>
              <a:t>7) an – It – apple – is.</a:t>
            </a:r>
          </a:p>
          <a:p>
            <a:pPr lvl="1" rtl="0" algn="l">
              <a:spcAft>
                <a:spcPts val="700"/>
              </a:spcAft>
            </a:pPr>
            <a:r>
              <a:rPr sz="1600" b="1" i="0" lang="en-US">
                <a:solidFill>
                  <a:srgbClr val="0F7A3D"/>
                </a:solidFill>
                <a:latin typeface="Segoe UI"/>
              </a:rPr>
              <a:t>✔ It is an apple.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boy – a – He – is.</a:t>
            </a:r>
          </a:p>
          <a:p>
            <a:pPr rtl="0" algn="l">
              <a:spcAft>
                <a:spcPts val="800"/>
              </a:spcAft>
            </a:pPr>
            <a:r>
              <a:rPr sz="1800" b="0" i="0" lang="en-US">
                <a:solidFill>
                  <a:srgbClr val="1C2333"/>
                </a:solidFill>
                <a:latin typeface="Segoe UI"/>
              </a:rPr>
              <a:t>9) ant – Is – it – an?</a:t>
            </a:r>
          </a:p>
          <a:p>
            <a:pPr rtl="0" algn="l">
              <a:spcAft>
                <a:spcPts val="800"/>
              </a:spcAft>
            </a:pPr>
            <a:r>
              <a:rPr sz="1800" b="0" i="0" lang="en-US">
                <a:solidFill>
                  <a:srgbClr val="1C2333"/>
                </a:solidFill>
                <a:latin typeface="Segoe UI"/>
              </a:rPr>
              <a:t>10) is – dentist – She – a.</a:t>
            </a:r>
          </a:p>
          <a:p>
            <a:pPr rtl="0" algn="l">
              <a:spcAft>
                <a:spcPts val="800"/>
              </a:spcAft>
            </a:pPr>
            <a:r>
              <a:rPr sz="1800" b="0" i="0" lang="en-US">
                <a:solidFill>
                  <a:srgbClr val="1C2333"/>
                </a:solidFill>
                <a:latin typeface="Segoe UI"/>
              </a:rPr>
              <a:t>11) helpful – Doctors – are.</a:t>
            </a:r>
          </a:p>
          <a:p>
            <a:pPr rtl="0" algn="l">
              <a:spcAft>
                <a:spcPts val="800"/>
              </a:spcAft>
            </a:pPr>
            <a:r>
              <a:rPr sz="1800" b="0" i="0" lang="en-US">
                <a:solidFill>
                  <a:srgbClr val="1C2333"/>
                </a:solidFill>
                <a:latin typeface="Segoe UI"/>
              </a:rPr>
              <a:t>12) not – We – farmers – are.</a:t>
            </a:r>
          </a:p>
          <a:p>
            <a:pPr rtl="0" algn="l">
              <a:spcAft>
                <a:spcPts val="800"/>
              </a:spcAft>
            </a:pPr>
            <a:r>
              <a:rPr sz="1800" b="0" i="0" lang="en-US">
                <a:solidFill>
                  <a:srgbClr val="1C2333"/>
                </a:solidFill>
                <a:latin typeface="Segoe UI"/>
              </a:rPr>
              <a:t>13) it – umbrella – Is – an?</a:t>
            </a:r>
          </a:p>
          <a:p>
            <a:pPr rtl="0" algn="l">
              <a:spcAft>
                <a:spcPts val="800"/>
              </a:spcAft>
            </a:pPr>
            <a:r>
              <a:rPr sz="1800" b="0" i="0" lang="en-US">
                <a:solidFill>
                  <a:srgbClr val="1C2333"/>
                </a:solidFill>
                <a:latin typeface="Segoe UI"/>
              </a:rPr>
              <a:t>14) a – He – man – 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boy – a – He – is.</a:t>
            </a:r>
          </a:p>
          <a:p>
            <a:pPr lvl="1" rtl="0" algn="l">
              <a:spcAft>
                <a:spcPts val="700"/>
              </a:spcAft>
            </a:pPr>
            <a:r>
              <a:rPr sz="1600" b="1" i="0" lang="en-US">
                <a:solidFill>
                  <a:srgbClr val="0F7A3D"/>
                </a:solidFill>
                <a:latin typeface="Segoe UI"/>
              </a:rPr>
              <a:t>✔ He is a boy.</a:t>
            </a:r>
          </a:p>
          <a:p>
            <a:pPr rtl="0" algn="l">
              <a:spcAft>
                <a:spcPts val="300"/>
              </a:spcAft>
            </a:pPr>
            <a:r>
              <a:rPr sz="1700" b="0" i="0" lang="en-US">
                <a:solidFill>
                  <a:srgbClr val="1C2333"/>
                </a:solidFill>
                <a:latin typeface="Segoe UI"/>
              </a:rPr>
              <a:t>9) ant – Is – it – an?</a:t>
            </a:r>
          </a:p>
          <a:p>
            <a:pPr lvl="1" rtl="0" algn="l">
              <a:spcAft>
                <a:spcPts val="700"/>
              </a:spcAft>
            </a:pPr>
            <a:r>
              <a:rPr sz="1600" b="1" i="0" lang="en-US">
                <a:solidFill>
                  <a:srgbClr val="0F7A3D"/>
                </a:solidFill>
                <a:latin typeface="Segoe UI"/>
              </a:rPr>
              <a:t>✔ Is it an ant?</a:t>
            </a:r>
          </a:p>
          <a:p>
            <a:pPr rtl="0" algn="l">
              <a:spcAft>
                <a:spcPts val="300"/>
              </a:spcAft>
            </a:pPr>
            <a:r>
              <a:rPr sz="1700" b="0" i="0" lang="en-US">
                <a:solidFill>
                  <a:srgbClr val="1C2333"/>
                </a:solidFill>
                <a:latin typeface="Segoe UI"/>
              </a:rPr>
              <a:t>10) is – dentist – She – a.</a:t>
            </a:r>
          </a:p>
          <a:p>
            <a:pPr lvl="1" rtl="0" algn="l">
              <a:spcAft>
                <a:spcPts val="700"/>
              </a:spcAft>
            </a:pPr>
            <a:r>
              <a:rPr sz="1600" b="1" i="0" lang="en-US">
                <a:solidFill>
                  <a:srgbClr val="0F7A3D"/>
                </a:solidFill>
                <a:latin typeface="Segoe UI"/>
              </a:rPr>
              <a:t>✔ She is a dentist.</a:t>
            </a:r>
          </a:p>
          <a:p>
            <a:pPr rtl="0" algn="l">
              <a:spcAft>
                <a:spcPts val="300"/>
              </a:spcAft>
            </a:pPr>
            <a:r>
              <a:rPr sz="1700" b="0" i="0" lang="en-US">
                <a:solidFill>
                  <a:srgbClr val="1C2333"/>
                </a:solidFill>
                <a:latin typeface="Segoe UI"/>
              </a:rPr>
              <a:t>11) helpful – Doctors – are.</a:t>
            </a:r>
          </a:p>
          <a:p>
            <a:pPr lvl="1" rtl="0" algn="l">
              <a:spcAft>
                <a:spcPts val="700"/>
              </a:spcAft>
            </a:pPr>
            <a:r>
              <a:rPr sz="1600" b="1" i="0" lang="en-US">
                <a:solidFill>
                  <a:srgbClr val="0F7A3D"/>
                </a:solidFill>
                <a:latin typeface="Segoe UI"/>
              </a:rPr>
              <a:t>✔ Doctors are helpful.</a:t>
            </a:r>
          </a:p>
          <a:p>
            <a:pPr rtl="0" algn="l">
              <a:spcAft>
                <a:spcPts val="300"/>
              </a:spcAft>
            </a:pPr>
            <a:r>
              <a:rPr sz="1700" b="0" i="0" lang="en-US">
                <a:solidFill>
                  <a:srgbClr val="1C2333"/>
                </a:solidFill>
                <a:latin typeface="Segoe UI"/>
              </a:rPr>
              <a:t>12) not – We – farmers – are.</a:t>
            </a:r>
          </a:p>
          <a:p>
            <a:pPr lvl="1" rtl="0" algn="l">
              <a:spcAft>
                <a:spcPts val="700"/>
              </a:spcAft>
            </a:pPr>
            <a:r>
              <a:rPr sz="1600" b="1" i="0" lang="en-US">
                <a:solidFill>
                  <a:srgbClr val="0F7A3D"/>
                </a:solidFill>
                <a:latin typeface="Segoe UI"/>
              </a:rPr>
              <a:t>✔ We are not farmers.</a:t>
            </a:r>
          </a:p>
          <a:p>
            <a:pPr rtl="0" algn="l">
              <a:spcAft>
                <a:spcPts val="300"/>
              </a:spcAft>
            </a:pPr>
            <a:r>
              <a:rPr sz="1700" b="0" i="0" lang="en-US">
                <a:solidFill>
                  <a:srgbClr val="1C2333"/>
                </a:solidFill>
                <a:latin typeface="Segoe UI"/>
              </a:rPr>
              <a:t>13) it – umbrella – Is – an?</a:t>
            </a:r>
          </a:p>
          <a:p>
            <a:pPr lvl="1" rtl="0" algn="l">
              <a:spcAft>
                <a:spcPts val="700"/>
              </a:spcAft>
            </a:pPr>
            <a:r>
              <a:rPr sz="1600" b="1" i="0" lang="en-US">
                <a:solidFill>
                  <a:srgbClr val="0F7A3D"/>
                </a:solidFill>
                <a:latin typeface="Segoe UI"/>
              </a:rPr>
              <a:t>✔ Is it an umbrella?</a:t>
            </a:r>
          </a:p>
          <a:p>
            <a:pPr rtl="0" algn="l">
              <a:spcAft>
                <a:spcPts val="300"/>
              </a:spcAft>
            </a:pPr>
            <a:r>
              <a:rPr sz="1700" b="0" i="0" lang="en-US">
                <a:solidFill>
                  <a:srgbClr val="1C2333"/>
                </a:solidFill>
                <a:latin typeface="Segoe UI"/>
              </a:rPr>
              <a:t>14) a – He – man – is.</a:t>
            </a:r>
          </a:p>
          <a:p>
            <a:pPr lvl="1" rtl="0" algn="l">
              <a:spcAft>
                <a:spcPts val="700"/>
              </a:spcAft>
            </a:pPr>
            <a:r>
              <a:rPr sz="1600" b="1" i="0" lang="en-US">
                <a:solidFill>
                  <a:srgbClr val="0F7A3D"/>
                </a:solidFill>
                <a:latin typeface="Segoe UI"/>
              </a:rPr>
              <a:t>✔ He is a man.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nurse – she – Is – a?</a:t>
            </a:r>
          </a:p>
          <a:p>
            <a:pPr rtl="0" algn="l">
              <a:spcAft>
                <a:spcPts val="800"/>
              </a:spcAft>
            </a:pPr>
            <a:r>
              <a:rPr sz="1800" b="0" i="0" lang="en-US">
                <a:solidFill>
                  <a:srgbClr val="1C2333"/>
                </a:solidFill>
                <a:latin typeface="Segoe UI"/>
              </a:rPr>
              <a:t>16) doctor – is – Rody – a.</a:t>
            </a:r>
          </a:p>
          <a:p>
            <a:pPr rtl="0" algn="l">
              <a:spcAft>
                <a:spcPts val="800"/>
              </a:spcAft>
            </a:pPr>
            <a:r>
              <a:rPr sz="1800" b="0" i="0" lang="en-US">
                <a:solidFill>
                  <a:srgbClr val="1C2333"/>
                </a:solidFill>
                <a:latin typeface="Segoe UI"/>
              </a:rPr>
              <a:t>17) fast – Are – cats?</a:t>
            </a:r>
          </a:p>
          <a:p>
            <a:pPr rtl="0" algn="l">
              <a:spcAft>
                <a:spcPts val="800"/>
              </a:spcAft>
            </a:pPr>
            <a:r>
              <a:rPr sz="1800" b="0" i="0" lang="en-US">
                <a:solidFill>
                  <a:srgbClr val="1C2333"/>
                </a:solidFill>
                <a:latin typeface="Segoe UI"/>
              </a:rPr>
              <a:t>18) brother – My – a – vet – is.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F) Rearrange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nurse – she – Is – a?</a:t>
            </a:r>
          </a:p>
          <a:p>
            <a:pPr lvl="1" rtl="0" algn="l">
              <a:spcAft>
                <a:spcPts val="700"/>
              </a:spcAft>
            </a:pPr>
            <a:r>
              <a:rPr sz="1600" b="1" i="0" lang="en-US">
                <a:solidFill>
                  <a:srgbClr val="0F7A3D"/>
                </a:solidFill>
                <a:latin typeface="Segoe UI"/>
              </a:rPr>
              <a:t>✔ Is she a nurse?</a:t>
            </a:r>
          </a:p>
          <a:p>
            <a:pPr rtl="0" algn="l">
              <a:spcAft>
                <a:spcPts val="300"/>
              </a:spcAft>
            </a:pPr>
            <a:r>
              <a:rPr sz="1700" b="0" i="0" lang="en-US">
                <a:solidFill>
                  <a:srgbClr val="1C2333"/>
                </a:solidFill>
                <a:latin typeface="Segoe UI"/>
              </a:rPr>
              <a:t>16) doctor – is – Rody – a.</a:t>
            </a:r>
          </a:p>
          <a:p>
            <a:pPr lvl="1" rtl="0" algn="l">
              <a:spcAft>
                <a:spcPts val="700"/>
              </a:spcAft>
            </a:pPr>
            <a:r>
              <a:rPr sz="1600" b="1" i="0" lang="en-US">
                <a:solidFill>
                  <a:srgbClr val="0F7A3D"/>
                </a:solidFill>
                <a:latin typeface="Segoe UI"/>
              </a:rPr>
              <a:t>✔ Rody is a doctor.</a:t>
            </a:r>
          </a:p>
          <a:p>
            <a:pPr rtl="0" algn="l">
              <a:spcAft>
                <a:spcPts val="300"/>
              </a:spcAft>
            </a:pPr>
            <a:r>
              <a:rPr sz="1700" b="0" i="0" lang="en-US">
                <a:solidFill>
                  <a:srgbClr val="1C2333"/>
                </a:solidFill>
                <a:latin typeface="Segoe UI"/>
              </a:rPr>
              <a:t>17) fast – Are – cats?</a:t>
            </a:r>
          </a:p>
          <a:p>
            <a:pPr lvl="1" rtl="0" algn="l">
              <a:spcAft>
                <a:spcPts val="700"/>
              </a:spcAft>
            </a:pPr>
            <a:r>
              <a:rPr sz="1600" b="1" i="0" lang="en-US">
                <a:solidFill>
                  <a:srgbClr val="0F7A3D"/>
                </a:solidFill>
                <a:latin typeface="Segoe UI"/>
              </a:rPr>
              <a:t>✔ Are cats fast?</a:t>
            </a:r>
          </a:p>
          <a:p>
            <a:pPr rtl="0" algn="l">
              <a:spcAft>
                <a:spcPts val="300"/>
              </a:spcAft>
            </a:pPr>
            <a:r>
              <a:rPr sz="1700" b="0" i="0" lang="en-US">
                <a:solidFill>
                  <a:srgbClr val="1C2333"/>
                </a:solidFill>
                <a:latin typeface="Segoe UI"/>
              </a:rPr>
              <a:t>18) brother – My – a – vet – is.</a:t>
            </a:r>
          </a:p>
          <a:p>
            <a:pPr lvl="1" rtl="0" algn="l">
              <a:spcAft>
                <a:spcPts val="700"/>
              </a:spcAft>
            </a:pPr>
            <a:r>
              <a:rPr sz="1600" b="1" i="0" lang="en-US">
                <a:solidFill>
                  <a:srgbClr val="0F7A3D"/>
                </a:solidFill>
                <a:latin typeface="Segoe UI"/>
              </a:rPr>
              <a:t>✔ My brother is a vet.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a doctor. (They)</a:t>
            </a:r>
          </a:p>
          <a:p>
            <a:pPr rtl="0" algn="l">
              <a:spcAft>
                <a:spcPts val="800"/>
              </a:spcAft>
            </a:pPr>
            <a:r>
              <a:rPr sz="1800" b="0" i="0" lang="en-US">
                <a:solidFill>
                  <a:srgbClr val="1C2333"/>
                </a:solidFill>
                <a:latin typeface="Segoe UI"/>
              </a:rPr>
              <a:t>2) She isn't a girl. (They)</a:t>
            </a:r>
          </a:p>
          <a:p>
            <a:pPr rtl="0" algn="l">
              <a:spcAft>
                <a:spcPts val="800"/>
              </a:spcAft>
            </a:pPr>
            <a:r>
              <a:rPr sz="1800" b="0" i="0" lang="en-US">
                <a:solidFill>
                  <a:srgbClr val="1C2333"/>
                </a:solidFill>
                <a:latin typeface="Segoe UI"/>
              </a:rPr>
              <a:t>3) We are nurses. (She)</a:t>
            </a:r>
          </a:p>
          <a:p>
            <a:pPr rtl="0" algn="l">
              <a:spcAft>
                <a:spcPts val="800"/>
              </a:spcAft>
            </a:pPr>
            <a:r>
              <a:rPr sz="1800" b="0" i="0" lang="en-US">
                <a:solidFill>
                  <a:srgbClr val="1C2333"/>
                </a:solidFill>
                <a:latin typeface="Segoe UI"/>
              </a:rPr>
              <a:t>4) He is a vet. (Is)</a:t>
            </a:r>
          </a:p>
          <a:p>
            <a:pPr rtl="0" algn="l">
              <a:spcAft>
                <a:spcPts val="800"/>
              </a:spcAft>
            </a:pPr>
            <a:r>
              <a:rPr sz="1800" b="0" i="0" lang="en-US">
                <a:solidFill>
                  <a:srgbClr val="1C2333"/>
                </a:solidFill>
                <a:latin typeface="Segoe UI"/>
              </a:rPr>
              <a:t>5) I am a teacher. (He)</a:t>
            </a:r>
          </a:p>
          <a:p>
            <a:pPr rtl="0" algn="l">
              <a:spcAft>
                <a:spcPts val="800"/>
              </a:spcAft>
            </a:pPr>
            <a:r>
              <a:rPr sz="1800" b="0" i="0" lang="en-US">
                <a:solidFill>
                  <a:srgbClr val="1C2333"/>
                </a:solidFill>
                <a:latin typeface="Segoe UI"/>
              </a:rPr>
              <a:t>6) My mum is a nurse. (She)</a:t>
            </a:r>
          </a:p>
          <a:p>
            <a:pPr rtl="0" algn="l">
              <a:spcAft>
                <a:spcPts val="800"/>
              </a:spcAft>
            </a:pPr>
            <a:r>
              <a:rPr sz="1800" b="0" i="0" lang="en-US">
                <a:solidFill>
                  <a:srgbClr val="1C2333"/>
                </a:solidFill>
                <a:latin typeface="Segoe UI"/>
              </a:rPr>
              <a:t>7) They are lions. (It)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a doctor. (They)</a:t>
            </a:r>
          </a:p>
          <a:p>
            <a:pPr lvl="1" rtl="0" algn="l">
              <a:spcAft>
                <a:spcPts val="700"/>
              </a:spcAft>
            </a:pPr>
            <a:r>
              <a:rPr sz="1600" b="1" i="0" lang="en-US">
                <a:solidFill>
                  <a:srgbClr val="0F7A3D"/>
                </a:solidFill>
                <a:latin typeface="Segoe UI"/>
              </a:rPr>
              <a:t>✔ They are doctors.</a:t>
            </a:r>
          </a:p>
          <a:p>
            <a:pPr rtl="0" algn="l">
              <a:spcAft>
                <a:spcPts val="300"/>
              </a:spcAft>
            </a:pPr>
            <a:r>
              <a:rPr sz="1700" b="0" i="0" lang="en-US">
                <a:solidFill>
                  <a:srgbClr val="1C2333"/>
                </a:solidFill>
                <a:latin typeface="Segoe UI"/>
              </a:rPr>
              <a:t>2) She isn't a girl. (They)</a:t>
            </a:r>
          </a:p>
          <a:p>
            <a:pPr lvl="1" rtl="0" algn="l">
              <a:spcAft>
                <a:spcPts val="700"/>
              </a:spcAft>
            </a:pPr>
            <a:r>
              <a:rPr sz="1600" b="1" i="0" lang="en-US">
                <a:solidFill>
                  <a:srgbClr val="0F7A3D"/>
                </a:solidFill>
                <a:latin typeface="Segoe UI"/>
              </a:rPr>
              <a:t>✔ They aren't girls.</a:t>
            </a:r>
          </a:p>
          <a:p>
            <a:pPr rtl="0" algn="l">
              <a:spcAft>
                <a:spcPts val="300"/>
              </a:spcAft>
            </a:pPr>
            <a:r>
              <a:rPr sz="1700" b="0" i="0" lang="en-US">
                <a:solidFill>
                  <a:srgbClr val="1C2333"/>
                </a:solidFill>
                <a:latin typeface="Segoe UI"/>
              </a:rPr>
              <a:t>3) We are nurses. (She)</a:t>
            </a:r>
          </a:p>
          <a:p>
            <a:pPr lvl="1" rtl="0" algn="l">
              <a:spcAft>
                <a:spcPts val="700"/>
              </a:spcAft>
            </a:pPr>
            <a:r>
              <a:rPr sz="1600" b="1" i="0" lang="en-US">
                <a:solidFill>
                  <a:srgbClr val="0F7A3D"/>
                </a:solidFill>
                <a:latin typeface="Segoe UI"/>
              </a:rPr>
              <a:t>✔ She is a nurse.</a:t>
            </a:r>
          </a:p>
          <a:p>
            <a:pPr rtl="0" algn="l">
              <a:spcAft>
                <a:spcPts val="300"/>
              </a:spcAft>
            </a:pPr>
            <a:r>
              <a:rPr sz="1700" b="0" i="0" lang="en-US">
                <a:solidFill>
                  <a:srgbClr val="1C2333"/>
                </a:solidFill>
                <a:latin typeface="Segoe UI"/>
              </a:rPr>
              <a:t>4) He is a vet. (Is)</a:t>
            </a:r>
          </a:p>
          <a:p>
            <a:pPr lvl="1" rtl="0" algn="l">
              <a:spcAft>
                <a:spcPts val="700"/>
              </a:spcAft>
            </a:pPr>
            <a:r>
              <a:rPr sz="1600" b="1" i="0" lang="en-US">
                <a:solidFill>
                  <a:srgbClr val="0F7A3D"/>
                </a:solidFill>
                <a:latin typeface="Segoe UI"/>
              </a:rPr>
              <a:t>✔ Is he a vet?</a:t>
            </a:r>
          </a:p>
          <a:p>
            <a:pPr rtl="0" algn="l">
              <a:spcAft>
                <a:spcPts val="300"/>
              </a:spcAft>
            </a:pPr>
            <a:r>
              <a:rPr sz="1700" b="0" i="0" lang="en-US">
                <a:solidFill>
                  <a:srgbClr val="1C2333"/>
                </a:solidFill>
                <a:latin typeface="Segoe UI"/>
              </a:rPr>
              <a:t>5) I am a teacher. (He)</a:t>
            </a:r>
          </a:p>
          <a:p>
            <a:pPr lvl="1" rtl="0" algn="l">
              <a:spcAft>
                <a:spcPts val="700"/>
              </a:spcAft>
            </a:pPr>
            <a:r>
              <a:rPr sz="1600" b="1" i="0" lang="en-US">
                <a:solidFill>
                  <a:srgbClr val="0F7A3D"/>
                </a:solidFill>
                <a:latin typeface="Segoe UI"/>
              </a:rPr>
              <a:t>✔ He is a teacher.</a:t>
            </a:r>
          </a:p>
          <a:p>
            <a:pPr rtl="0" algn="l">
              <a:spcAft>
                <a:spcPts val="300"/>
              </a:spcAft>
            </a:pPr>
            <a:r>
              <a:rPr sz="1700" b="0" i="0" lang="en-US">
                <a:solidFill>
                  <a:srgbClr val="1C2333"/>
                </a:solidFill>
                <a:latin typeface="Segoe UI"/>
              </a:rPr>
              <a:t>6) My mum is a nurse. (She)</a:t>
            </a:r>
          </a:p>
          <a:p>
            <a:pPr lvl="1" rtl="0" algn="l">
              <a:spcAft>
                <a:spcPts val="700"/>
              </a:spcAft>
            </a:pPr>
            <a:r>
              <a:rPr sz="1600" b="1" i="0" lang="en-US">
                <a:solidFill>
                  <a:srgbClr val="0F7A3D"/>
                </a:solidFill>
                <a:latin typeface="Segoe UI"/>
              </a:rPr>
              <a:t>✔ She is a nurse.</a:t>
            </a:r>
          </a:p>
          <a:p>
            <a:pPr rtl="0" algn="l">
              <a:spcAft>
                <a:spcPts val="300"/>
              </a:spcAft>
            </a:pPr>
            <a:r>
              <a:rPr sz="1700" b="0" i="0" lang="en-US">
                <a:solidFill>
                  <a:srgbClr val="1C2333"/>
                </a:solidFill>
                <a:latin typeface="Segoe UI"/>
              </a:rPr>
              <a:t>7) They are lions. (It)</a:t>
            </a:r>
          </a:p>
          <a:p>
            <a:pPr lvl="1" rtl="0" algn="l">
              <a:spcAft>
                <a:spcPts val="700"/>
              </a:spcAft>
            </a:pPr>
            <a:r>
              <a:rPr sz="1600" b="1" i="0" lang="en-US">
                <a:solidFill>
                  <a:srgbClr val="0F7A3D"/>
                </a:solidFill>
                <a:latin typeface="Segoe UI"/>
              </a:rPr>
              <a:t>✔ It is a lion.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Rody is a doctor. (I)</a:t>
            </a:r>
          </a:p>
          <a:p>
            <a:pPr rtl="0" algn="l">
              <a:spcAft>
                <a:spcPts val="800"/>
              </a:spcAft>
            </a:pPr>
            <a:r>
              <a:rPr sz="1800" b="0" i="0" lang="en-US">
                <a:solidFill>
                  <a:srgbClr val="1C2333"/>
                </a:solidFill>
                <a:latin typeface="Segoe UI"/>
              </a:rPr>
              <a:t>9) Rody and Sara are girls. (They)</a:t>
            </a:r>
          </a:p>
          <a:p>
            <a:pPr rtl="0" algn="l">
              <a:spcAft>
                <a:spcPts val="800"/>
              </a:spcAft>
            </a:pPr>
            <a:r>
              <a:rPr sz="1800" b="0" i="0" lang="en-US">
                <a:solidFill>
                  <a:srgbClr val="1C2333"/>
                </a:solidFill>
                <a:latin typeface="Segoe UI"/>
              </a:rPr>
              <a:t>10) Mido is a boy. (He)</a:t>
            </a:r>
          </a:p>
          <a:p>
            <a:pPr rtl="0" algn="l">
              <a:spcAft>
                <a:spcPts val="800"/>
              </a:spcAft>
            </a:pPr>
            <a:r>
              <a:rPr sz="1800" b="0" i="0" lang="en-US">
                <a:solidFill>
                  <a:srgbClr val="1C2333"/>
                </a:solidFill>
                <a:latin typeface="Segoe UI"/>
              </a:rPr>
              <a:t>11) She is a teacher. (We)</a:t>
            </a:r>
          </a:p>
          <a:p>
            <a:pPr rtl="0" algn="l">
              <a:spcAft>
                <a:spcPts val="800"/>
              </a:spcAft>
            </a:pPr>
            <a:r>
              <a:rPr sz="1800" b="0" i="0" lang="en-US">
                <a:solidFill>
                  <a:srgbClr val="1C2333"/>
                </a:solidFill>
                <a:latin typeface="Segoe UI"/>
              </a:rPr>
              <a:t>12) He is fast. (You)</a:t>
            </a:r>
          </a:p>
          <a:p>
            <a:pPr rtl="0" algn="l">
              <a:spcAft>
                <a:spcPts val="800"/>
              </a:spcAft>
            </a:pPr>
            <a:r>
              <a:rPr sz="1800" b="0" i="0" lang="en-US">
                <a:solidFill>
                  <a:srgbClr val="1C2333"/>
                </a:solidFill>
                <a:latin typeface="Segoe UI"/>
              </a:rPr>
              <a:t>13) He is a farmer. (I)</a:t>
            </a:r>
          </a:p>
          <a:p>
            <a:pPr rtl="0" algn="l">
              <a:spcAft>
                <a:spcPts val="800"/>
              </a:spcAft>
            </a:pPr>
            <a:r>
              <a:rPr sz="1800" b="0" i="0" lang="en-US">
                <a:solidFill>
                  <a:srgbClr val="1C2333"/>
                </a:solidFill>
                <a:latin typeface="Segoe UI"/>
              </a:rPr>
              <a:t>14) Are they boys? (Is)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Rody is a doctor. (I)</a:t>
            </a:r>
          </a:p>
          <a:p>
            <a:pPr lvl="1" rtl="0" algn="l">
              <a:spcAft>
                <a:spcPts val="700"/>
              </a:spcAft>
            </a:pPr>
            <a:r>
              <a:rPr sz="1600" b="1" i="0" lang="en-US">
                <a:solidFill>
                  <a:srgbClr val="0F7A3D"/>
                </a:solidFill>
                <a:latin typeface="Segoe UI"/>
              </a:rPr>
              <a:t>✔ I am a doctor.</a:t>
            </a:r>
          </a:p>
          <a:p>
            <a:pPr rtl="0" algn="l">
              <a:spcAft>
                <a:spcPts val="300"/>
              </a:spcAft>
            </a:pPr>
            <a:r>
              <a:rPr sz="1700" b="0" i="0" lang="en-US">
                <a:solidFill>
                  <a:srgbClr val="1C2333"/>
                </a:solidFill>
                <a:latin typeface="Segoe UI"/>
              </a:rPr>
              <a:t>9) Rody and Sara are girls. (They)</a:t>
            </a:r>
          </a:p>
          <a:p>
            <a:pPr lvl="1" rtl="0" algn="l">
              <a:spcAft>
                <a:spcPts val="700"/>
              </a:spcAft>
            </a:pPr>
            <a:r>
              <a:rPr sz="1600" b="1" i="0" lang="en-US">
                <a:solidFill>
                  <a:srgbClr val="0F7A3D"/>
                </a:solidFill>
                <a:latin typeface="Segoe UI"/>
              </a:rPr>
              <a:t>✔ They are girls.</a:t>
            </a:r>
          </a:p>
          <a:p>
            <a:pPr rtl="0" algn="l">
              <a:spcAft>
                <a:spcPts val="300"/>
              </a:spcAft>
            </a:pPr>
            <a:r>
              <a:rPr sz="1700" b="0" i="0" lang="en-US">
                <a:solidFill>
                  <a:srgbClr val="1C2333"/>
                </a:solidFill>
                <a:latin typeface="Segoe UI"/>
              </a:rPr>
              <a:t>10) Mido is a boy. (He)</a:t>
            </a:r>
          </a:p>
          <a:p>
            <a:pPr lvl="1" rtl="0" algn="l">
              <a:spcAft>
                <a:spcPts val="700"/>
              </a:spcAft>
            </a:pPr>
            <a:r>
              <a:rPr sz="1600" b="1" i="0" lang="en-US">
                <a:solidFill>
                  <a:srgbClr val="0F7A3D"/>
                </a:solidFill>
                <a:latin typeface="Segoe UI"/>
              </a:rPr>
              <a:t>✔ He is a boy.</a:t>
            </a:r>
          </a:p>
          <a:p>
            <a:pPr rtl="0" algn="l">
              <a:spcAft>
                <a:spcPts val="300"/>
              </a:spcAft>
            </a:pPr>
            <a:r>
              <a:rPr sz="1700" b="0" i="0" lang="en-US">
                <a:solidFill>
                  <a:srgbClr val="1C2333"/>
                </a:solidFill>
                <a:latin typeface="Segoe UI"/>
              </a:rPr>
              <a:t>11) She is a teacher. (We)</a:t>
            </a:r>
          </a:p>
          <a:p>
            <a:pPr lvl="1" rtl="0" algn="l">
              <a:spcAft>
                <a:spcPts val="700"/>
              </a:spcAft>
            </a:pPr>
            <a:r>
              <a:rPr sz="1600" b="1" i="0" lang="en-US">
                <a:solidFill>
                  <a:srgbClr val="0F7A3D"/>
                </a:solidFill>
                <a:latin typeface="Segoe UI"/>
              </a:rPr>
              <a:t>✔ We are teachers.</a:t>
            </a:r>
          </a:p>
          <a:p>
            <a:pPr rtl="0" algn="l">
              <a:spcAft>
                <a:spcPts val="300"/>
              </a:spcAft>
            </a:pPr>
            <a:r>
              <a:rPr sz="1700" b="0" i="0" lang="en-US">
                <a:solidFill>
                  <a:srgbClr val="1C2333"/>
                </a:solidFill>
                <a:latin typeface="Segoe UI"/>
              </a:rPr>
              <a:t>12) He is fast. (You)</a:t>
            </a:r>
          </a:p>
          <a:p>
            <a:pPr lvl="1" rtl="0" algn="l">
              <a:spcAft>
                <a:spcPts val="700"/>
              </a:spcAft>
            </a:pPr>
            <a:r>
              <a:rPr sz="1600" b="1" i="0" lang="en-US">
                <a:solidFill>
                  <a:srgbClr val="0F7A3D"/>
                </a:solidFill>
                <a:latin typeface="Segoe UI"/>
              </a:rPr>
              <a:t>✔ You are fast.</a:t>
            </a:r>
          </a:p>
          <a:p>
            <a:pPr rtl="0" algn="l">
              <a:spcAft>
                <a:spcPts val="300"/>
              </a:spcAft>
            </a:pPr>
            <a:r>
              <a:rPr sz="1700" b="0" i="0" lang="en-US">
                <a:solidFill>
                  <a:srgbClr val="1C2333"/>
                </a:solidFill>
                <a:latin typeface="Segoe UI"/>
              </a:rPr>
              <a:t>13) He is a farmer. (I)</a:t>
            </a:r>
          </a:p>
          <a:p>
            <a:pPr lvl="1" rtl="0" algn="l">
              <a:spcAft>
                <a:spcPts val="700"/>
              </a:spcAft>
            </a:pPr>
            <a:r>
              <a:rPr sz="1600" b="1" i="0" lang="en-US">
                <a:solidFill>
                  <a:srgbClr val="0F7A3D"/>
                </a:solidFill>
                <a:latin typeface="Segoe UI"/>
              </a:rPr>
              <a:t>✔ I am a farmer.</a:t>
            </a:r>
          </a:p>
          <a:p>
            <a:pPr rtl="0" algn="l">
              <a:spcAft>
                <a:spcPts val="300"/>
              </a:spcAft>
            </a:pPr>
            <a:r>
              <a:rPr sz="1700" b="0" i="0" lang="en-US">
                <a:solidFill>
                  <a:srgbClr val="1C2333"/>
                </a:solidFill>
                <a:latin typeface="Segoe UI"/>
              </a:rPr>
              <a:t>14) Are they boys? (Is)</a:t>
            </a:r>
          </a:p>
          <a:p>
            <a:pPr lvl="1" rtl="0" algn="l">
              <a:spcAft>
                <a:spcPts val="700"/>
              </a:spcAft>
            </a:pPr>
            <a:r>
              <a:rPr sz="1600" b="1" i="0" lang="en-US">
                <a:solidFill>
                  <a:srgbClr val="0F7A3D"/>
                </a:solidFill>
                <a:latin typeface="Segoe UI"/>
              </a:rPr>
              <a:t>✔ Is he a boy?</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It is hot today. (not)</a:t>
            </a:r>
          </a:p>
          <a:p>
            <a:pPr rtl="0" algn="l">
              <a:spcAft>
                <a:spcPts val="800"/>
              </a:spcAft>
            </a:pPr>
            <a:r>
              <a:rPr sz="1800" b="0" i="0" lang="en-US">
                <a:solidFill>
                  <a:srgbClr val="1C2333"/>
                </a:solidFill>
                <a:latin typeface="Segoe UI"/>
              </a:rPr>
              <a:t>16) My parents are vets. (My mum)</a:t>
            </a:r>
          </a:p>
          <a:p>
            <a:pPr rtl="0" algn="l">
              <a:spcAft>
                <a:spcPts val="800"/>
              </a:spcAft>
            </a:pPr>
            <a:r>
              <a:rPr sz="1800" b="0" i="0" lang="en-US">
                <a:solidFill>
                  <a:srgbClr val="1C2333"/>
                </a:solidFill>
                <a:latin typeface="Segoe UI"/>
              </a:rPr>
              <a:t>17) She is fast. (We)</a:t>
            </a:r>
          </a:p>
          <a:p>
            <a:pPr rtl="0" algn="l">
              <a:spcAft>
                <a:spcPts val="800"/>
              </a:spcAft>
            </a:pPr>
            <a:r>
              <a:rPr sz="1800" b="0" i="0" lang="en-US">
                <a:solidFill>
                  <a:srgbClr val="1C2333"/>
                </a:solidFill>
                <a:latin typeface="Segoe UI"/>
              </a:rPr>
              <a:t>18) Lions are strong. (They)</a:t>
            </a:r>
          </a:p>
          <a:p>
            <a:pPr rtl="0" algn="l">
              <a:spcAft>
                <a:spcPts val="800"/>
              </a:spcAft>
            </a:pPr>
            <a:r>
              <a:rPr sz="1800" b="0" i="0" lang="en-US">
                <a:solidFill>
                  <a:srgbClr val="1C2333"/>
                </a:solidFill>
                <a:latin typeface="Segoe UI"/>
              </a:rPr>
              <a:t>19) They are cows. (It)</a:t>
            </a:r>
          </a:p>
          <a:p>
            <a:pPr rtl="0" algn="l">
              <a:spcAft>
                <a:spcPts val="800"/>
              </a:spcAft>
            </a:pPr>
            <a:r>
              <a:rPr sz="1800" b="0" i="0" lang="en-US">
                <a:solidFill>
                  <a:srgbClr val="1C2333"/>
                </a:solidFill>
                <a:latin typeface="Segoe UI"/>
              </a:rPr>
              <a:t>20) I am a dentist. (He)</a:t>
            </a:r>
          </a:p>
          <a:p>
            <a:pPr rtl="0" algn="l">
              <a:spcAft>
                <a:spcPts val="800"/>
              </a:spcAft>
            </a:pPr>
            <a:r>
              <a:rPr sz="1800" b="0" i="0" lang="en-US">
                <a:solidFill>
                  <a:srgbClr val="1C2333"/>
                </a:solidFill>
                <a:latin typeface="Segoe UI"/>
              </a:rPr>
              <a:t>21) Rowan is happy. (We)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It is hot today. (not)</a:t>
            </a:r>
          </a:p>
          <a:p>
            <a:pPr lvl="1" rtl="0" algn="l">
              <a:spcAft>
                <a:spcPts val="700"/>
              </a:spcAft>
            </a:pPr>
            <a:r>
              <a:rPr sz="1600" b="1" i="0" lang="en-US">
                <a:solidFill>
                  <a:srgbClr val="0F7A3D"/>
                </a:solidFill>
                <a:latin typeface="Segoe UI"/>
              </a:rPr>
              <a:t>✔ It isn't hot today.</a:t>
            </a:r>
          </a:p>
          <a:p>
            <a:pPr rtl="0" algn="l">
              <a:spcAft>
                <a:spcPts val="300"/>
              </a:spcAft>
            </a:pPr>
            <a:r>
              <a:rPr sz="1700" b="0" i="0" lang="en-US">
                <a:solidFill>
                  <a:srgbClr val="1C2333"/>
                </a:solidFill>
                <a:latin typeface="Segoe UI"/>
              </a:rPr>
              <a:t>16) My parents are vets. (My mum)</a:t>
            </a:r>
          </a:p>
          <a:p>
            <a:pPr lvl="1" rtl="0" algn="l">
              <a:spcAft>
                <a:spcPts val="700"/>
              </a:spcAft>
            </a:pPr>
            <a:r>
              <a:rPr sz="1600" b="1" i="0" lang="en-US">
                <a:solidFill>
                  <a:srgbClr val="0F7A3D"/>
                </a:solidFill>
                <a:latin typeface="Segoe UI"/>
              </a:rPr>
              <a:t>✔ My mum is a vet.</a:t>
            </a:r>
          </a:p>
          <a:p>
            <a:pPr rtl="0" algn="l">
              <a:spcAft>
                <a:spcPts val="300"/>
              </a:spcAft>
            </a:pPr>
            <a:r>
              <a:rPr sz="1700" b="0" i="0" lang="en-US">
                <a:solidFill>
                  <a:srgbClr val="1C2333"/>
                </a:solidFill>
                <a:latin typeface="Segoe UI"/>
              </a:rPr>
              <a:t>17) She is fast. (We)</a:t>
            </a:r>
          </a:p>
          <a:p>
            <a:pPr lvl="1" rtl="0" algn="l">
              <a:spcAft>
                <a:spcPts val="700"/>
              </a:spcAft>
            </a:pPr>
            <a:r>
              <a:rPr sz="1600" b="1" i="0" lang="en-US">
                <a:solidFill>
                  <a:srgbClr val="0F7A3D"/>
                </a:solidFill>
                <a:latin typeface="Segoe UI"/>
              </a:rPr>
              <a:t>✔ We are fast.</a:t>
            </a:r>
          </a:p>
          <a:p>
            <a:pPr rtl="0" algn="l">
              <a:spcAft>
                <a:spcPts val="300"/>
              </a:spcAft>
            </a:pPr>
            <a:r>
              <a:rPr sz="1700" b="0" i="0" lang="en-US">
                <a:solidFill>
                  <a:srgbClr val="1C2333"/>
                </a:solidFill>
                <a:latin typeface="Segoe UI"/>
              </a:rPr>
              <a:t>18) Lions are strong. (They)</a:t>
            </a:r>
          </a:p>
          <a:p>
            <a:pPr lvl="1" rtl="0" algn="l">
              <a:spcAft>
                <a:spcPts val="700"/>
              </a:spcAft>
            </a:pPr>
            <a:r>
              <a:rPr sz="1600" b="1" i="0" lang="en-US">
                <a:solidFill>
                  <a:srgbClr val="0F7A3D"/>
                </a:solidFill>
                <a:latin typeface="Segoe UI"/>
              </a:rPr>
              <a:t>✔ They are strong.</a:t>
            </a:r>
          </a:p>
          <a:p>
            <a:pPr rtl="0" algn="l">
              <a:spcAft>
                <a:spcPts val="300"/>
              </a:spcAft>
            </a:pPr>
            <a:r>
              <a:rPr sz="1700" b="0" i="0" lang="en-US">
                <a:solidFill>
                  <a:srgbClr val="1C2333"/>
                </a:solidFill>
                <a:latin typeface="Segoe UI"/>
              </a:rPr>
              <a:t>19) They are cows. (It)</a:t>
            </a:r>
          </a:p>
          <a:p>
            <a:pPr lvl="1" rtl="0" algn="l">
              <a:spcAft>
                <a:spcPts val="700"/>
              </a:spcAft>
            </a:pPr>
            <a:r>
              <a:rPr sz="1600" b="1" i="0" lang="en-US">
                <a:solidFill>
                  <a:srgbClr val="0F7A3D"/>
                </a:solidFill>
                <a:latin typeface="Segoe UI"/>
              </a:rPr>
              <a:t>✔ It is a cow.</a:t>
            </a:r>
          </a:p>
          <a:p>
            <a:pPr rtl="0" algn="l">
              <a:spcAft>
                <a:spcPts val="300"/>
              </a:spcAft>
            </a:pPr>
            <a:r>
              <a:rPr sz="1700" b="0" i="0" lang="en-US">
                <a:solidFill>
                  <a:srgbClr val="1C2333"/>
                </a:solidFill>
                <a:latin typeface="Segoe UI"/>
              </a:rPr>
              <a:t>20) I am a dentist. (He)</a:t>
            </a:r>
          </a:p>
          <a:p>
            <a:pPr lvl="1" rtl="0" algn="l">
              <a:spcAft>
                <a:spcPts val="700"/>
              </a:spcAft>
            </a:pPr>
            <a:r>
              <a:rPr sz="1600" b="1" i="0" lang="en-US">
                <a:solidFill>
                  <a:srgbClr val="0F7A3D"/>
                </a:solidFill>
                <a:latin typeface="Segoe UI"/>
              </a:rPr>
              <a:t>✔ He is a dentist.</a:t>
            </a:r>
          </a:p>
          <a:p>
            <a:pPr rtl="0" algn="l">
              <a:spcAft>
                <a:spcPts val="300"/>
              </a:spcAft>
            </a:pPr>
            <a:r>
              <a:rPr sz="1700" b="0" i="0" lang="en-US">
                <a:solidFill>
                  <a:srgbClr val="1C2333"/>
                </a:solidFill>
                <a:latin typeface="Segoe UI"/>
              </a:rPr>
              <a:t>21) Rowan is happy. (We)</a:t>
            </a:r>
          </a:p>
          <a:p>
            <a:pPr lvl="1" rtl="0" algn="l">
              <a:spcAft>
                <a:spcPts val="700"/>
              </a:spcAft>
            </a:pPr>
            <a:r>
              <a:rPr sz="1600" b="1" i="0" lang="en-US">
                <a:solidFill>
                  <a:srgbClr val="0F7A3D"/>
                </a:solidFill>
                <a:latin typeface="Segoe UI"/>
              </a:rPr>
              <a:t>✔ We are happy.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You are tall. (He)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G) Rewrite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You are tall. (He)</a:t>
            </a:r>
          </a:p>
          <a:p>
            <a:pPr lvl="1" rtl="0" algn="l">
              <a:spcAft>
                <a:spcPts val="700"/>
              </a:spcAft>
            </a:pPr>
            <a:r>
              <a:rPr sz="1600" b="1" i="0" lang="en-US">
                <a:solidFill>
                  <a:srgbClr val="0F7A3D"/>
                </a:solidFill>
                <a:latin typeface="Segoe UI"/>
              </a:rPr>
              <a:t>✔ He is tall.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are a teacher.</a:t>
            </a:r>
          </a:p>
          <a:p>
            <a:pPr rtl="0" algn="l">
              <a:spcAft>
                <a:spcPts val="800"/>
              </a:spcAft>
            </a:pPr>
            <a:r>
              <a:rPr sz="1800" b="0" i="0" lang="en-US">
                <a:solidFill>
                  <a:srgbClr val="1C2333"/>
                </a:solidFill>
                <a:latin typeface="Segoe UI"/>
              </a:rPr>
              <a:t>2) She is a boy .</a:t>
            </a:r>
          </a:p>
          <a:p>
            <a:pPr rtl="0" algn="l">
              <a:spcAft>
                <a:spcPts val="800"/>
              </a:spcAft>
            </a:pPr>
            <a:r>
              <a:rPr sz="1800" b="0" i="0" lang="en-US">
                <a:solidFill>
                  <a:srgbClr val="1C2333"/>
                </a:solidFill>
                <a:latin typeface="Segoe UI"/>
              </a:rPr>
              <a:t>3) We is teachers.</a:t>
            </a:r>
          </a:p>
          <a:p>
            <a:pPr rtl="0" algn="l">
              <a:spcAft>
                <a:spcPts val="800"/>
              </a:spcAft>
            </a:pPr>
            <a:r>
              <a:rPr sz="1800" b="0" i="0" lang="en-US">
                <a:solidFill>
                  <a:srgbClr val="1C2333"/>
                </a:solidFill>
                <a:latin typeface="Segoe UI"/>
              </a:rPr>
              <a:t>4) It are a cat.</a:t>
            </a:r>
          </a:p>
          <a:p>
            <a:pPr rtl="0" algn="l">
              <a:spcAft>
                <a:spcPts val="800"/>
              </a:spcAft>
            </a:pPr>
            <a:r>
              <a:rPr sz="1800" b="0" i="0" lang="en-US">
                <a:solidFill>
                  <a:srgbClr val="1C2333"/>
                </a:solidFill>
                <a:latin typeface="Segoe UI"/>
              </a:rPr>
              <a:t>5) He is a farmer ?</a:t>
            </a:r>
          </a:p>
          <a:p>
            <a:pPr rtl="0" algn="l">
              <a:spcAft>
                <a:spcPts val="800"/>
              </a:spcAft>
            </a:pPr>
            <a:r>
              <a:rPr sz="1800" b="0" i="0" lang="en-US">
                <a:solidFill>
                  <a:srgbClr val="1C2333"/>
                </a:solidFill>
                <a:latin typeface="Segoe UI"/>
              </a:rPr>
              <a:t>6) They are a doctor .</a:t>
            </a:r>
          </a:p>
          <a:p>
            <a:pPr rtl="0" algn="l">
              <a:spcAft>
                <a:spcPts val="800"/>
              </a:spcAft>
            </a:pPr>
            <a:r>
              <a:rPr sz="1800" b="0" i="0" lang="en-US">
                <a:solidFill>
                  <a:srgbClr val="1C2333"/>
                </a:solidFill>
                <a:latin typeface="Segoe UI"/>
              </a:rPr>
              <a:t>7) My mum are a nurse.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are a teacher.</a:t>
            </a:r>
          </a:p>
          <a:p>
            <a:pPr lvl="1" rtl="0" algn="l">
              <a:spcAft>
                <a:spcPts val="700"/>
              </a:spcAft>
            </a:pPr>
            <a:r>
              <a:rPr sz="1600" b="1" i="0" lang="en-US">
                <a:solidFill>
                  <a:srgbClr val="0F7A3D"/>
                </a:solidFill>
                <a:latin typeface="Segoe UI"/>
              </a:rPr>
              <a:t>✔ He is a teacher.</a:t>
            </a:r>
          </a:p>
          <a:p>
            <a:pPr rtl="0" algn="l">
              <a:spcAft>
                <a:spcPts val="300"/>
              </a:spcAft>
            </a:pPr>
            <a:r>
              <a:rPr sz="1700" b="0" i="0" lang="en-US">
                <a:solidFill>
                  <a:srgbClr val="1C2333"/>
                </a:solidFill>
                <a:latin typeface="Segoe UI"/>
              </a:rPr>
              <a:t>2) She is a boy .</a:t>
            </a:r>
          </a:p>
          <a:p>
            <a:pPr lvl="1" rtl="0" algn="l">
              <a:spcAft>
                <a:spcPts val="700"/>
              </a:spcAft>
            </a:pPr>
            <a:r>
              <a:rPr sz="1600" b="1" i="0" lang="en-US">
                <a:solidFill>
                  <a:srgbClr val="0F7A3D"/>
                </a:solidFill>
                <a:latin typeface="Segoe UI"/>
              </a:rPr>
              <a:t>✔ She is a girl .</a:t>
            </a:r>
          </a:p>
          <a:p>
            <a:pPr rtl="0" algn="l">
              <a:spcAft>
                <a:spcPts val="300"/>
              </a:spcAft>
            </a:pPr>
            <a:r>
              <a:rPr sz="1700" b="0" i="0" lang="en-US">
                <a:solidFill>
                  <a:srgbClr val="1C2333"/>
                </a:solidFill>
                <a:latin typeface="Segoe UI"/>
              </a:rPr>
              <a:t>3) We is teachers.</a:t>
            </a:r>
          </a:p>
          <a:p>
            <a:pPr lvl="1" rtl="0" algn="l">
              <a:spcAft>
                <a:spcPts val="700"/>
              </a:spcAft>
            </a:pPr>
            <a:r>
              <a:rPr sz="1600" b="1" i="0" lang="en-US">
                <a:solidFill>
                  <a:srgbClr val="0F7A3D"/>
                </a:solidFill>
                <a:latin typeface="Segoe UI"/>
              </a:rPr>
              <a:t>✔ We are teachers.</a:t>
            </a:r>
          </a:p>
          <a:p>
            <a:pPr rtl="0" algn="l">
              <a:spcAft>
                <a:spcPts val="300"/>
              </a:spcAft>
            </a:pPr>
            <a:r>
              <a:rPr sz="1700" b="0" i="0" lang="en-US">
                <a:solidFill>
                  <a:srgbClr val="1C2333"/>
                </a:solidFill>
                <a:latin typeface="Segoe UI"/>
              </a:rPr>
              <a:t>4) It are a cat.</a:t>
            </a:r>
          </a:p>
          <a:p>
            <a:pPr lvl="1" rtl="0" algn="l">
              <a:spcAft>
                <a:spcPts val="700"/>
              </a:spcAft>
            </a:pPr>
            <a:r>
              <a:rPr sz="1600" b="1" i="0" lang="en-US">
                <a:solidFill>
                  <a:srgbClr val="0F7A3D"/>
                </a:solidFill>
                <a:latin typeface="Segoe UI"/>
              </a:rPr>
              <a:t>✔ It is a cat.</a:t>
            </a:r>
          </a:p>
          <a:p>
            <a:pPr rtl="0" algn="l">
              <a:spcAft>
                <a:spcPts val="300"/>
              </a:spcAft>
            </a:pPr>
            <a:r>
              <a:rPr sz="1700" b="0" i="0" lang="en-US">
                <a:solidFill>
                  <a:srgbClr val="1C2333"/>
                </a:solidFill>
                <a:latin typeface="Segoe UI"/>
              </a:rPr>
              <a:t>5) He is a farmer ?</a:t>
            </a:r>
          </a:p>
          <a:p>
            <a:pPr lvl="1" rtl="0" algn="l">
              <a:spcAft>
                <a:spcPts val="700"/>
              </a:spcAft>
            </a:pPr>
            <a:r>
              <a:rPr sz="1600" b="1" i="0" lang="en-US">
                <a:solidFill>
                  <a:srgbClr val="0F7A3D"/>
                </a:solidFill>
                <a:latin typeface="Segoe UI"/>
              </a:rPr>
              <a:t>✔ He is a farmer .</a:t>
            </a:r>
          </a:p>
          <a:p>
            <a:pPr rtl="0" algn="l">
              <a:spcAft>
                <a:spcPts val="300"/>
              </a:spcAft>
            </a:pPr>
            <a:r>
              <a:rPr sz="1700" b="0" i="0" lang="en-US">
                <a:solidFill>
                  <a:srgbClr val="1C2333"/>
                </a:solidFill>
                <a:latin typeface="Segoe UI"/>
              </a:rPr>
              <a:t>6) They are a doctor .</a:t>
            </a:r>
          </a:p>
          <a:p>
            <a:pPr lvl="1" rtl="0" algn="l">
              <a:spcAft>
                <a:spcPts val="700"/>
              </a:spcAft>
            </a:pPr>
            <a:r>
              <a:rPr sz="1600" b="1" i="0" lang="en-US">
                <a:solidFill>
                  <a:srgbClr val="0F7A3D"/>
                </a:solidFill>
                <a:latin typeface="Segoe UI"/>
              </a:rPr>
              <a:t>✔ They are doctors .</a:t>
            </a:r>
          </a:p>
          <a:p>
            <a:pPr rtl="0" algn="l">
              <a:spcAft>
                <a:spcPts val="300"/>
              </a:spcAft>
            </a:pPr>
            <a:r>
              <a:rPr sz="1700" b="0" i="0" lang="en-US">
                <a:solidFill>
                  <a:srgbClr val="1C2333"/>
                </a:solidFill>
                <a:latin typeface="Segoe UI"/>
              </a:rPr>
              <a:t>7) My mum are a nurse.</a:t>
            </a:r>
          </a:p>
          <a:p>
            <a:pPr lvl="1" rtl="0" algn="l">
              <a:spcAft>
                <a:spcPts val="700"/>
              </a:spcAft>
            </a:pPr>
            <a:r>
              <a:rPr sz="1600" b="1" i="0" lang="en-US">
                <a:solidFill>
                  <a:srgbClr val="0F7A3D"/>
                </a:solidFill>
                <a:latin typeface="Segoe UI"/>
              </a:rPr>
              <a:t>✔ My mum is a nurse.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No , they are my parents.</a:t>
            </a:r>
          </a:p>
          <a:p>
            <a:pPr rtl="0" algn="l">
              <a:spcAft>
                <a:spcPts val="800"/>
              </a:spcAft>
            </a:pPr>
            <a:r>
              <a:rPr sz="1800" b="0" i="0" lang="en-US">
                <a:solidFill>
                  <a:srgbClr val="1C2333"/>
                </a:solidFill>
                <a:latin typeface="Segoe UI"/>
              </a:rPr>
              <a:t>9) You is my friend.</a:t>
            </a:r>
          </a:p>
          <a:p>
            <a:pPr rtl="0" algn="l">
              <a:spcAft>
                <a:spcPts val="800"/>
              </a:spcAft>
            </a:pPr>
            <a:r>
              <a:rPr sz="1800" b="0" i="0" lang="en-US">
                <a:solidFill>
                  <a:srgbClr val="1C2333"/>
                </a:solidFill>
                <a:latin typeface="Segoe UI"/>
              </a:rPr>
              <a:t>10) We isn't at home.</a:t>
            </a:r>
          </a:p>
          <a:p>
            <a:pPr rtl="0" algn="l">
              <a:spcAft>
                <a:spcPts val="800"/>
              </a:spcAft>
            </a:pPr>
            <a:r>
              <a:rPr sz="1800" b="0" i="0" lang="en-US">
                <a:solidFill>
                  <a:srgbClr val="1C2333"/>
                </a:solidFill>
                <a:latin typeface="Segoe UI"/>
              </a:rPr>
              <a:t>11) Is he playing?</a:t>
            </a:r>
          </a:p>
          <a:p>
            <a:pPr rtl="0" algn="l">
              <a:spcAft>
                <a:spcPts val="800"/>
              </a:spcAft>
            </a:pPr>
            <a:r>
              <a:rPr sz="1800" b="0" i="0" lang="en-US">
                <a:solidFill>
                  <a:srgbClr val="1C2333"/>
                </a:solidFill>
                <a:latin typeface="Segoe UI"/>
              </a:rPr>
              <a:t>12) My parents isn't running.</a:t>
            </a:r>
          </a:p>
          <a:p>
            <a:pPr rtl="0" algn="l">
              <a:spcAft>
                <a:spcPts val="800"/>
              </a:spcAft>
            </a:pPr>
            <a:r>
              <a:rPr sz="1800" b="0" i="0" lang="en-US">
                <a:solidFill>
                  <a:srgbClr val="1C2333"/>
                </a:solidFill>
                <a:latin typeface="Segoe UI"/>
              </a:rPr>
              <a:t>13) You are sleeping?</a:t>
            </a:r>
          </a:p>
          <a:p>
            <a:pPr rtl="0" algn="l">
              <a:spcAft>
                <a:spcPts val="800"/>
              </a:spcAft>
            </a:pPr>
            <a:r>
              <a:rPr sz="1800" b="0" i="0" lang="en-US">
                <a:solidFill>
                  <a:srgbClr val="1C2333"/>
                </a:solidFill>
                <a:latin typeface="Segoe UI"/>
              </a:rPr>
              <a:t>14) It aren't hot today.</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No , they are my parents.</a:t>
            </a:r>
          </a:p>
          <a:p>
            <a:pPr lvl="1" rtl="0" algn="l">
              <a:spcAft>
                <a:spcPts val="700"/>
              </a:spcAft>
            </a:pPr>
            <a:r>
              <a:rPr sz="1600" b="1" i="0" lang="en-US">
                <a:solidFill>
                  <a:srgbClr val="0F7A3D"/>
                </a:solidFill>
                <a:latin typeface="Segoe UI"/>
              </a:rPr>
              <a:t>✔ Yes , they are my parents.</a:t>
            </a:r>
          </a:p>
          <a:p>
            <a:pPr rtl="0" algn="l">
              <a:spcAft>
                <a:spcPts val="300"/>
              </a:spcAft>
            </a:pPr>
            <a:r>
              <a:rPr sz="1700" b="0" i="0" lang="en-US">
                <a:solidFill>
                  <a:srgbClr val="1C2333"/>
                </a:solidFill>
                <a:latin typeface="Segoe UI"/>
              </a:rPr>
              <a:t>9) You is my friend.</a:t>
            </a:r>
          </a:p>
          <a:p>
            <a:pPr lvl="1" rtl="0" algn="l">
              <a:spcAft>
                <a:spcPts val="700"/>
              </a:spcAft>
            </a:pPr>
            <a:r>
              <a:rPr sz="1600" b="1" i="0" lang="en-US">
                <a:solidFill>
                  <a:srgbClr val="0F7A3D"/>
                </a:solidFill>
                <a:latin typeface="Segoe UI"/>
              </a:rPr>
              <a:t>✔ You are my friend.</a:t>
            </a:r>
          </a:p>
          <a:p>
            <a:pPr rtl="0" algn="l">
              <a:spcAft>
                <a:spcPts val="300"/>
              </a:spcAft>
            </a:pPr>
            <a:r>
              <a:rPr sz="1700" b="0" i="0" lang="en-US">
                <a:solidFill>
                  <a:srgbClr val="1C2333"/>
                </a:solidFill>
                <a:latin typeface="Segoe UI"/>
              </a:rPr>
              <a:t>10) We isn't at home.</a:t>
            </a:r>
          </a:p>
          <a:p>
            <a:pPr lvl="1" rtl="0" algn="l">
              <a:spcAft>
                <a:spcPts val="700"/>
              </a:spcAft>
            </a:pPr>
            <a:r>
              <a:rPr sz="1600" b="1" i="0" lang="en-US">
                <a:solidFill>
                  <a:srgbClr val="0F7A3D"/>
                </a:solidFill>
                <a:latin typeface="Segoe UI"/>
              </a:rPr>
              <a:t>✔ We aren't at home.</a:t>
            </a:r>
          </a:p>
          <a:p>
            <a:pPr rtl="0" algn="l">
              <a:spcAft>
                <a:spcPts val="300"/>
              </a:spcAft>
            </a:pPr>
            <a:r>
              <a:rPr sz="1700" b="0" i="0" lang="en-US">
                <a:solidFill>
                  <a:srgbClr val="1C2333"/>
                </a:solidFill>
                <a:latin typeface="Segoe UI"/>
              </a:rPr>
              <a:t>11) Is he playing?</a:t>
            </a:r>
          </a:p>
          <a:p>
            <a:pPr lvl="1" rtl="0" algn="l">
              <a:spcAft>
                <a:spcPts val="700"/>
              </a:spcAft>
            </a:pPr>
            <a:r>
              <a:rPr sz="1600" b="1" i="0" lang="en-US">
                <a:solidFill>
                  <a:srgbClr val="0F7A3D"/>
                </a:solidFill>
                <a:latin typeface="Segoe UI"/>
              </a:rPr>
              <a:t>✔ Is he playing? ✓ (correct — or: Is he playing now?)</a:t>
            </a:r>
          </a:p>
          <a:p>
            <a:pPr rtl="0" algn="l">
              <a:spcAft>
                <a:spcPts val="300"/>
              </a:spcAft>
            </a:pPr>
            <a:r>
              <a:rPr sz="1700" b="0" i="0" lang="en-US">
                <a:solidFill>
                  <a:srgbClr val="1C2333"/>
                </a:solidFill>
                <a:latin typeface="Segoe UI"/>
              </a:rPr>
              <a:t>12) My parents isn't running.</a:t>
            </a:r>
          </a:p>
          <a:p>
            <a:pPr lvl="1" rtl="0" algn="l">
              <a:spcAft>
                <a:spcPts val="700"/>
              </a:spcAft>
            </a:pPr>
            <a:r>
              <a:rPr sz="1600" b="1" i="0" lang="en-US">
                <a:solidFill>
                  <a:srgbClr val="0F7A3D"/>
                </a:solidFill>
                <a:latin typeface="Segoe UI"/>
              </a:rPr>
              <a:t>✔ My parents aren't running.</a:t>
            </a:r>
          </a:p>
          <a:p>
            <a:pPr rtl="0" algn="l">
              <a:spcAft>
                <a:spcPts val="300"/>
              </a:spcAft>
            </a:pPr>
            <a:r>
              <a:rPr sz="1700" b="0" i="0" lang="en-US">
                <a:solidFill>
                  <a:srgbClr val="1C2333"/>
                </a:solidFill>
                <a:latin typeface="Segoe UI"/>
              </a:rPr>
              <a:t>13) You are sleeping?</a:t>
            </a:r>
          </a:p>
          <a:p>
            <a:pPr lvl="1" rtl="0" algn="l">
              <a:spcAft>
                <a:spcPts val="700"/>
              </a:spcAft>
            </a:pPr>
            <a:r>
              <a:rPr sz="1600" b="1" i="0" lang="en-US">
                <a:solidFill>
                  <a:srgbClr val="0F7A3D"/>
                </a:solidFill>
                <a:latin typeface="Segoe UI"/>
              </a:rPr>
              <a:t>✔ Are you sleeping?</a:t>
            </a:r>
          </a:p>
          <a:p>
            <a:pPr rtl="0" algn="l">
              <a:spcAft>
                <a:spcPts val="300"/>
              </a:spcAft>
            </a:pPr>
            <a:r>
              <a:rPr sz="1700" b="0" i="0" lang="en-US">
                <a:solidFill>
                  <a:srgbClr val="1C2333"/>
                </a:solidFill>
                <a:latin typeface="Segoe UI"/>
              </a:rPr>
              <a:t>14) It aren't hot today.</a:t>
            </a:r>
          </a:p>
          <a:p>
            <a:pPr lvl="1" rtl="0" algn="l">
              <a:spcAft>
                <a:spcPts val="700"/>
              </a:spcAft>
            </a:pPr>
            <a:r>
              <a:rPr sz="1600" b="1" i="0" lang="en-US">
                <a:solidFill>
                  <a:srgbClr val="0F7A3D"/>
                </a:solidFill>
                <a:latin typeface="Segoe UI"/>
              </a:rPr>
              <a:t>✔ It isn't hot today.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Rawan are a dentist.</a:t>
            </a:r>
          </a:p>
          <a:p>
            <a:pPr rtl="0" algn="l">
              <a:spcAft>
                <a:spcPts val="800"/>
              </a:spcAft>
            </a:pPr>
            <a:r>
              <a:rPr sz="1800" b="0" i="0" lang="en-US">
                <a:solidFill>
                  <a:srgbClr val="1C2333"/>
                </a:solidFill>
                <a:latin typeface="Segoe UI"/>
              </a:rPr>
              <a:t>16) He is a girl .</a:t>
            </a:r>
          </a:p>
          <a:p>
            <a:pPr rtl="0" algn="l">
              <a:spcAft>
                <a:spcPts val="800"/>
              </a:spcAft>
            </a:pPr>
            <a:r>
              <a:rPr sz="1800" b="0" i="0" lang="en-US">
                <a:solidFill>
                  <a:srgbClr val="1C2333"/>
                </a:solidFill>
                <a:latin typeface="Segoe UI"/>
              </a:rPr>
              <a:t>17) Yes, they aren't cows.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H)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Rawan are a dentist.</a:t>
            </a:r>
          </a:p>
          <a:p>
            <a:pPr lvl="1" rtl="0" algn="l">
              <a:spcAft>
                <a:spcPts val="700"/>
              </a:spcAft>
            </a:pPr>
            <a:r>
              <a:rPr sz="1600" b="1" i="0" lang="en-US">
                <a:solidFill>
                  <a:srgbClr val="0F7A3D"/>
                </a:solidFill>
                <a:latin typeface="Segoe UI"/>
              </a:rPr>
              <a:t>✔ Rawan is a dentist.</a:t>
            </a:r>
          </a:p>
          <a:p>
            <a:pPr rtl="0" algn="l">
              <a:spcAft>
                <a:spcPts val="300"/>
              </a:spcAft>
            </a:pPr>
            <a:r>
              <a:rPr sz="1700" b="0" i="0" lang="en-US">
                <a:solidFill>
                  <a:srgbClr val="1C2333"/>
                </a:solidFill>
                <a:latin typeface="Segoe UI"/>
              </a:rPr>
              <a:t>16) He is a girl .</a:t>
            </a:r>
          </a:p>
          <a:p>
            <a:pPr lvl="1" rtl="0" algn="l">
              <a:spcAft>
                <a:spcPts val="700"/>
              </a:spcAft>
            </a:pPr>
            <a:r>
              <a:rPr sz="1600" b="1" i="0" lang="en-US">
                <a:solidFill>
                  <a:srgbClr val="0F7A3D"/>
                </a:solidFill>
                <a:latin typeface="Segoe UI"/>
              </a:rPr>
              <a:t>✔ He is a boy .</a:t>
            </a:r>
          </a:p>
          <a:p>
            <a:pPr rtl="0" algn="l">
              <a:spcAft>
                <a:spcPts val="300"/>
              </a:spcAft>
            </a:pPr>
            <a:r>
              <a:rPr sz="1700" b="0" i="0" lang="en-US">
                <a:solidFill>
                  <a:srgbClr val="1C2333"/>
                </a:solidFill>
                <a:latin typeface="Segoe UI"/>
              </a:rPr>
              <a:t>17) Yes, they aren't cows.</a:t>
            </a:r>
          </a:p>
          <a:p>
            <a:pPr lvl="1" rtl="0" algn="l">
              <a:spcAft>
                <a:spcPts val="700"/>
              </a:spcAft>
            </a:pPr>
            <a:r>
              <a:rPr sz="1600" b="1" i="0" lang="en-US">
                <a:solidFill>
                  <a:srgbClr val="0F7A3D"/>
                </a:solidFill>
                <a:latin typeface="Segoe UI"/>
              </a:rPr>
              <a:t>✔ Yes, they are cows.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 happy.   (am – is – are)</a:t>
            </a:r>
          </a:p>
          <a:p>
            <a:pPr rtl="0" algn="l">
              <a:spcAft>
                <a:spcPts val="800"/>
              </a:spcAft>
            </a:pPr>
            <a:r>
              <a:rPr sz="1800" b="0" i="0" lang="en-US">
                <a:solidFill>
                  <a:srgbClr val="1C2333"/>
                </a:solidFill>
                <a:latin typeface="Segoe UI"/>
              </a:rPr>
              <a:t>2) She …… a girl.   (am – is – are)</a:t>
            </a:r>
          </a:p>
          <a:p>
            <a:pPr rtl="0" algn="l">
              <a:spcAft>
                <a:spcPts val="800"/>
              </a:spcAft>
            </a:pPr>
            <a:r>
              <a:rPr sz="1800" b="0" i="0" lang="en-US">
                <a:solidFill>
                  <a:srgbClr val="1C2333"/>
                </a:solidFill>
                <a:latin typeface="Segoe UI"/>
              </a:rPr>
              <a:t>3) They …… sad.   (am – is – are)</a:t>
            </a:r>
          </a:p>
          <a:p>
            <a:pPr rtl="0" algn="l">
              <a:spcAft>
                <a:spcPts val="800"/>
              </a:spcAft>
            </a:pPr>
            <a:r>
              <a:rPr sz="1800" b="0" i="0" lang="en-US">
                <a:solidFill>
                  <a:srgbClr val="1C2333"/>
                </a:solidFill>
                <a:latin typeface="Segoe UI"/>
              </a:rPr>
              <a:t>4) It …… a cat.   (am – is – are)</a:t>
            </a:r>
          </a:p>
          <a:p>
            <a:pPr rtl="0" algn="l">
              <a:spcAft>
                <a:spcPts val="800"/>
              </a:spcAft>
            </a:pPr>
            <a:r>
              <a:rPr sz="1800" b="0" i="0" lang="en-US">
                <a:solidFill>
                  <a:srgbClr val="1C2333"/>
                </a:solidFill>
                <a:latin typeface="Segoe UI"/>
              </a:rPr>
              <a:t>5) We …… doctors.   (am – is – are)</a:t>
            </a:r>
          </a:p>
          <a:p>
            <a:pPr rtl="0" algn="l">
              <a:spcAft>
                <a:spcPts val="800"/>
              </a:spcAft>
            </a:pPr>
            <a:r>
              <a:rPr sz="1800" b="0" i="0" lang="en-US">
                <a:solidFill>
                  <a:srgbClr val="1C2333"/>
                </a:solidFill>
                <a:latin typeface="Segoe UI"/>
              </a:rPr>
              <a:t>6) He …… a boy.   (am – is – are)</a:t>
            </a:r>
          </a:p>
          <a:p>
            <a:pPr rtl="0" algn="l">
              <a:spcAft>
                <a:spcPts val="800"/>
              </a:spcAft>
            </a:pPr>
            <a:r>
              <a:rPr sz="1800" b="0" i="0" lang="en-US">
                <a:solidFill>
                  <a:srgbClr val="1C2333"/>
                </a:solidFill>
                <a:latin typeface="Segoe UI"/>
              </a:rPr>
              <a:t>7) You …… tall.   (am – is – are)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 happy.   (am – is – are)</a:t>
            </a:r>
          </a:p>
          <a:p>
            <a:pPr lvl="1" rtl="0" algn="l">
              <a:spcAft>
                <a:spcPts val="700"/>
              </a:spcAft>
            </a:pPr>
            <a:r>
              <a:rPr sz="1600" b="1" i="0" lang="en-US">
                <a:solidFill>
                  <a:srgbClr val="0F7A3D"/>
                </a:solidFill>
                <a:latin typeface="Segoe UI"/>
              </a:rPr>
              <a:t>✔ am</a:t>
            </a:r>
          </a:p>
          <a:p>
            <a:pPr rtl="0" algn="l">
              <a:spcAft>
                <a:spcPts val="300"/>
              </a:spcAft>
            </a:pPr>
            <a:r>
              <a:rPr sz="1700" b="0" i="0" lang="en-US">
                <a:solidFill>
                  <a:srgbClr val="1C2333"/>
                </a:solidFill>
                <a:latin typeface="Segoe UI"/>
              </a:rPr>
              <a:t>2) She …… a girl.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3) They …… sad.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4) It …… a cat.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5) We …… doctors.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6) He …… a boy.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7) You …… tall.   (am – is – are)</a:t>
            </a:r>
          </a:p>
          <a:p>
            <a:pPr lvl="1" rtl="0" algn="l">
              <a:spcAft>
                <a:spcPts val="700"/>
              </a:spcAft>
            </a:pPr>
            <a:r>
              <a:rPr sz="1600" b="1" i="0" lang="en-US">
                <a:solidFill>
                  <a:srgbClr val="0F7A3D"/>
                </a:solidFill>
                <a:latin typeface="Segoe UI"/>
              </a:rPr>
              <a:t>✔ are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Ahmed …… my brother.   (am – is – are)</a:t>
            </a:r>
          </a:p>
          <a:p>
            <a:pPr rtl="0" algn="l">
              <a:spcAft>
                <a:spcPts val="800"/>
              </a:spcAft>
            </a:pPr>
            <a:r>
              <a:rPr sz="1800" b="0" i="0" lang="en-US">
                <a:solidFill>
                  <a:srgbClr val="1C2333"/>
                </a:solidFill>
                <a:latin typeface="Segoe UI"/>
              </a:rPr>
              <a:t>9) Cats …… fast animals.   (am – is – are)</a:t>
            </a:r>
          </a:p>
          <a:p>
            <a:pPr rtl="0" algn="l">
              <a:spcAft>
                <a:spcPts val="800"/>
              </a:spcAft>
            </a:pPr>
            <a:r>
              <a:rPr sz="1800" b="0" i="0" lang="en-US">
                <a:solidFill>
                  <a:srgbClr val="1C2333"/>
                </a:solidFill>
                <a:latin typeface="Segoe UI"/>
              </a:rPr>
              <a:t>10) A fox …… an animal.   (am – is – are)</a:t>
            </a:r>
          </a:p>
          <a:p>
            <a:pPr rtl="0" algn="l">
              <a:spcAft>
                <a:spcPts val="800"/>
              </a:spcAft>
            </a:pPr>
            <a:r>
              <a:rPr sz="1800" b="0" i="0" lang="en-US">
                <a:solidFill>
                  <a:srgbClr val="1C2333"/>
                </a:solidFill>
                <a:latin typeface="Segoe UI"/>
              </a:rPr>
              <a:t>11) You …… a boy.   (am – is – are)</a:t>
            </a:r>
          </a:p>
          <a:p>
            <a:pPr rtl="0" algn="l">
              <a:spcAft>
                <a:spcPts val="800"/>
              </a:spcAft>
            </a:pPr>
            <a:r>
              <a:rPr sz="1800" b="0" i="0" lang="en-US">
                <a:solidFill>
                  <a:srgbClr val="1C2333"/>
                </a:solidFill>
                <a:latin typeface="Segoe UI"/>
              </a:rPr>
              <a:t>12) This car …… red.   (am – is – are)</a:t>
            </a:r>
          </a:p>
          <a:p>
            <a:pPr rtl="0" algn="l">
              <a:spcAft>
                <a:spcPts val="800"/>
              </a:spcAft>
            </a:pPr>
            <a:r>
              <a:rPr sz="1800" b="0" i="0" lang="en-US">
                <a:solidFill>
                  <a:srgbClr val="1C2333"/>
                </a:solidFill>
                <a:latin typeface="Segoe UI"/>
              </a:rPr>
              <a:t>13) I …… a doctor.   (am – is – are)</a:t>
            </a:r>
          </a:p>
          <a:p>
            <a:pPr rtl="0" algn="l">
              <a:spcAft>
                <a:spcPts val="800"/>
              </a:spcAft>
            </a:pPr>
            <a:r>
              <a:rPr sz="1800" b="0" i="0" lang="en-US">
                <a:solidFill>
                  <a:srgbClr val="1C2333"/>
                </a:solidFill>
                <a:latin typeface="Segoe UI"/>
              </a:rPr>
              <a:t>14) The girls …… tall.   (am – is – are)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Ahmed …… my brother.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9) Cats …… fast animals.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10) A fox …… an animal.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11) You …… a boy.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12) This car …… red.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13) I …… a doctor.   (am – is – are)</a:t>
            </a:r>
          </a:p>
          <a:p>
            <a:pPr lvl="1" rtl="0" algn="l">
              <a:spcAft>
                <a:spcPts val="700"/>
              </a:spcAft>
            </a:pPr>
            <a:r>
              <a:rPr sz="1600" b="1" i="0" lang="en-US">
                <a:solidFill>
                  <a:srgbClr val="0F7A3D"/>
                </a:solidFill>
                <a:latin typeface="Segoe UI"/>
              </a:rPr>
              <a:t>✔ am</a:t>
            </a:r>
          </a:p>
          <a:p>
            <a:pPr rtl="0" algn="l">
              <a:spcAft>
                <a:spcPts val="300"/>
              </a:spcAft>
            </a:pPr>
            <a:r>
              <a:rPr sz="1700" b="0" i="0" lang="en-US">
                <a:solidFill>
                  <a:srgbClr val="1C2333"/>
                </a:solidFill>
                <a:latin typeface="Segoe UI"/>
              </a:rPr>
              <a:t>14) The girls …… tall.   (am – is – are)</a:t>
            </a:r>
          </a:p>
          <a:p>
            <a:pPr lvl="1" rtl="0" algn="l">
              <a:spcAft>
                <a:spcPts val="700"/>
              </a:spcAft>
            </a:pPr>
            <a:r>
              <a:rPr sz="1600" b="1" i="0" lang="en-US">
                <a:solidFill>
                  <a:srgbClr val="0F7A3D"/>
                </a:solidFill>
                <a:latin typeface="Segoe UI"/>
              </a:rPr>
              <a:t>✔ are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We …… happy.   (am – is – are)</a:t>
            </a:r>
          </a:p>
          <a:p>
            <a:pPr rtl="0" algn="l">
              <a:spcAft>
                <a:spcPts val="800"/>
              </a:spcAft>
            </a:pPr>
            <a:r>
              <a:rPr sz="1800" b="0" i="0" lang="en-US">
                <a:solidFill>
                  <a:srgbClr val="1C2333"/>
                </a:solidFill>
                <a:latin typeface="Segoe UI"/>
              </a:rPr>
              <a:t>16) My brother …… fast.   (am – is – are)</a:t>
            </a:r>
          </a:p>
          <a:p>
            <a:pPr rtl="0" algn="l">
              <a:spcAft>
                <a:spcPts val="800"/>
              </a:spcAft>
            </a:pPr>
            <a:r>
              <a:rPr sz="1800" b="0" i="0" lang="en-US">
                <a:solidFill>
                  <a:srgbClr val="1C2333"/>
                </a:solidFill>
                <a:latin typeface="Segoe UI"/>
              </a:rPr>
              <a:t>17) They …… friends.   (am – is – are)</a:t>
            </a:r>
          </a:p>
          <a:p>
            <a:pPr rtl="0" algn="l">
              <a:spcAft>
                <a:spcPts val="800"/>
              </a:spcAft>
            </a:pPr>
            <a:r>
              <a:rPr sz="1800" b="0" i="0" lang="en-US">
                <a:solidFill>
                  <a:srgbClr val="1C2333"/>
                </a:solidFill>
                <a:latin typeface="Segoe UI"/>
              </a:rPr>
              <a:t>18) It …… a bike.   (am – is – are)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I) Put (am – is – are)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We …… happy.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16) My brother …… fast.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17) They …… friends.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18) It …… a bike.   (am – is – are)</a:t>
            </a:r>
          </a:p>
          <a:p>
            <a:pPr lvl="1" rtl="0" algn="l">
              <a:spcAft>
                <a:spcPts val="700"/>
              </a:spcAft>
            </a:pPr>
            <a:r>
              <a:rPr sz="1600" b="1" i="0" lang="en-US">
                <a:solidFill>
                  <a:srgbClr val="0F7A3D"/>
                </a:solidFill>
                <a:latin typeface="Segoe UI"/>
              </a:rPr>
              <a:t>✔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 are boys.   (He – She – They)</a:t>
            </a:r>
          </a:p>
          <a:p>
            <a:pPr rtl="0" algn="l">
              <a:spcAft>
                <a:spcPts val="800"/>
              </a:spcAft>
            </a:pPr>
            <a:r>
              <a:rPr sz="1800" b="0" i="0" lang="en-US">
                <a:solidFill>
                  <a:srgbClr val="1C2333"/>
                </a:solidFill>
                <a:latin typeface="Segoe UI"/>
              </a:rPr>
              <a:t>2) It is …… elephant.   (a – an)</a:t>
            </a:r>
          </a:p>
          <a:p>
            <a:pPr rtl="0" algn="l">
              <a:spcAft>
                <a:spcPts val="800"/>
              </a:spcAft>
            </a:pPr>
            <a:r>
              <a:rPr sz="1800" b="0" i="0" lang="en-US">
                <a:solidFill>
                  <a:srgbClr val="1C2333"/>
                </a:solidFill>
                <a:latin typeface="Segoe UI"/>
              </a:rPr>
              <a:t>3) Sara …… a girl.   (am – is – are)</a:t>
            </a:r>
          </a:p>
          <a:p>
            <a:pPr rtl="0" algn="l">
              <a:spcAft>
                <a:spcPts val="800"/>
              </a:spcAft>
            </a:pPr>
            <a:r>
              <a:rPr sz="1800" b="0" i="0" lang="en-US">
                <a:solidFill>
                  <a:srgbClr val="1C2333"/>
                </a:solidFill>
                <a:latin typeface="Segoe UI"/>
              </a:rPr>
              <a:t>4) He is a …… .   (boy – girl)</a:t>
            </a:r>
          </a:p>
          <a:p>
            <a:pPr rtl="0" algn="l">
              <a:spcAft>
                <a:spcPts val="800"/>
              </a:spcAft>
            </a:pPr>
            <a:r>
              <a:rPr sz="1800" b="0" i="0" lang="en-US">
                <a:solidFill>
                  <a:srgbClr val="1C2333"/>
                </a:solidFill>
                <a:latin typeface="Segoe UI"/>
              </a:rPr>
              <a:t>5) We are …… .   (girls – boy)</a:t>
            </a:r>
          </a:p>
          <a:p>
            <a:pPr rtl="0" algn="l">
              <a:spcAft>
                <a:spcPts val="800"/>
              </a:spcAft>
            </a:pPr>
            <a:r>
              <a:rPr sz="1800" b="0" i="0" lang="en-US">
                <a:solidFill>
                  <a:srgbClr val="1C2333"/>
                </a:solidFill>
                <a:latin typeface="Segoe UI"/>
              </a:rPr>
              <a:t>6) Dogs …… fast.   (am – are – is)</a:t>
            </a:r>
          </a:p>
          <a:p>
            <a:pPr rtl="0" algn="l">
              <a:spcAft>
                <a:spcPts val="800"/>
              </a:spcAft>
            </a:pPr>
            <a:r>
              <a:rPr sz="1800" b="0" i="0" lang="en-US">
                <a:solidFill>
                  <a:srgbClr val="1C2333"/>
                </a:solidFill>
                <a:latin typeface="Segoe UI"/>
              </a:rPr>
              <a:t>7) …… is an orange.   (She – They – It)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 are boys.   (He – She – They)</a:t>
            </a:r>
          </a:p>
          <a:p>
            <a:pPr lvl="1" rtl="0" algn="l">
              <a:spcAft>
                <a:spcPts val="700"/>
              </a:spcAft>
            </a:pPr>
            <a:r>
              <a:rPr sz="1600" b="1" i="0" lang="en-US">
                <a:solidFill>
                  <a:srgbClr val="0F7A3D"/>
                </a:solidFill>
                <a:latin typeface="Segoe UI"/>
              </a:rPr>
              <a:t>✔ They</a:t>
            </a:r>
          </a:p>
          <a:p>
            <a:pPr rtl="0" algn="l">
              <a:spcAft>
                <a:spcPts val="300"/>
              </a:spcAft>
            </a:pPr>
            <a:r>
              <a:rPr sz="1700" b="0" i="0" lang="en-US">
                <a:solidFill>
                  <a:srgbClr val="1C2333"/>
                </a:solidFill>
                <a:latin typeface="Segoe UI"/>
              </a:rPr>
              <a:t>2) It is …… elephant.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3) Sara …… a girl.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4) He is a …… .   (boy – girl)</a:t>
            </a:r>
          </a:p>
          <a:p>
            <a:pPr lvl="1" rtl="0" algn="l">
              <a:spcAft>
                <a:spcPts val="700"/>
              </a:spcAft>
            </a:pPr>
            <a:r>
              <a:rPr sz="1600" b="1" i="0" lang="en-US">
                <a:solidFill>
                  <a:srgbClr val="0F7A3D"/>
                </a:solidFill>
                <a:latin typeface="Segoe UI"/>
              </a:rPr>
              <a:t>✔ boy</a:t>
            </a:r>
          </a:p>
          <a:p>
            <a:pPr rtl="0" algn="l">
              <a:spcAft>
                <a:spcPts val="300"/>
              </a:spcAft>
            </a:pPr>
            <a:r>
              <a:rPr sz="1700" b="0" i="0" lang="en-US">
                <a:solidFill>
                  <a:srgbClr val="1C2333"/>
                </a:solidFill>
                <a:latin typeface="Segoe UI"/>
              </a:rPr>
              <a:t>5) We are …… .   (girls – boy)</a:t>
            </a:r>
          </a:p>
          <a:p>
            <a:pPr lvl="1" rtl="0" algn="l">
              <a:spcAft>
                <a:spcPts val="700"/>
              </a:spcAft>
            </a:pPr>
            <a:r>
              <a:rPr sz="1600" b="1" i="0" lang="en-US">
                <a:solidFill>
                  <a:srgbClr val="0F7A3D"/>
                </a:solidFill>
                <a:latin typeface="Segoe UI"/>
              </a:rPr>
              <a:t>✔ girls</a:t>
            </a:r>
          </a:p>
          <a:p>
            <a:pPr rtl="0" algn="l">
              <a:spcAft>
                <a:spcPts val="300"/>
              </a:spcAft>
            </a:pPr>
            <a:r>
              <a:rPr sz="1700" b="0" i="0" lang="en-US">
                <a:solidFill>
                  <a:srgbClr val="1C2333"/>
                </a:solidFill>
                <a:latin typeface="Segoe UI"/>
              </a:rPr>
              <a:t>6) Dogs …… fast.   (am – are – is)</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7) …… is an orange.   (She – They – It)</a:t>
            </a:r>
          </a:p>
          <a:p>
            <a:pPr lvl="1" rtl="0" algn="l">
              <a:spcAft>
                <a:spcPts val="700"/>
              </a:spcAft>
            </a:pPr>
            <a:r>
              <a:rPr sz="1600" b="1" i="0" lang="en-US">
                <a:solidFill>
                  <a:srgbClr val="0F7A3D"/>
                </a:solidFill>
                <a:latin typeface="Segoe UI"/>
              </a:rPr>
              <a:t>✔ It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 you a boy?   (Am – Is – Are)</a:t>
            </a:r>
          </a:p>
          <a:p>
            <a:pPr rtl="0" algn="l">
              <a:spcAft>
                <a:spcPts val="800"/>
              </a:spcAft>
            </a:pPr>
            <a:r>
              <a:rPr sz="1800" b="0" i="0" lang="en-US">
                <a:solidFill>
                  <a:srgbClr val="1C2333"/>
                </a:solidFill>
                <a:latin typeface="Segoe UI"/>
              </a:rPr>
              <a:t>9) He …… a man.   (isn't – aren't)</a:t>
            </a:r>
          </a:p>
          <a:p>
            <a:pPr rtl="0" algn="l">
              <a:spcAft>
                <a:spcPts val="800"/>
              </a:spcAft>
            </a:pPr>
            <a:r>
              <a:rPr sz="1800" b="0" i="0" lang="en-US">
                <a:solidFill>
                  <a:srgbClr val="1C2333"/>
                </a:solidFill>
                <a:latin typeface="Segoe UI"/>
              </a:rPr>
              <a:t>10) Rody is …… girl.   (an – a)</a:t>
            </a:r>
          </a:p>
          <a:p>
            <a:pPr rtl="0" algn="l">
              <a:spcAft>
                <a:spcPts val="800"/>
              </a:spcAft>
            </a:pPr>
            <a:r>
              <a:rPr sz="1800" b="0" i="0" lang="en-US">
                <a:solidFill>
                  <a:srgbClr val="1C2333"/>
                </a:solidFill>
                <a:latin typeface="Segoe UI"/>
              </a:rPr>
              <a:t>11) …… they happy?   (Is – Are)</a:t>
            </a:r>
          </a:p>
          <a:p>
            <a:pPr rtl="0" algn="l">
              <a:spcAft>
                <a:spcPts val="800"/>
              </a:spcAft>
            </a:pPr>
            <a:r>
              <a:rPr sz="1800" b="0" i="0" lang="en-US">
                <a:solidFill>
                  <a:srgbClr val="1C2333"/>
                </a:solidFill>
                <a:latin typeface="Segoe UI"/>
              </a:rPr>
              <a:t>12) No, he …… .   (aren't – isn't)</a:t>
            </a:r>
          </a:p>
          <a:p>
            <a:pPr rtl="0" algn="l">
              <a:spcAft>
                <a:spcPts val="800"/>
              </a:spcAft>
            </a:pPr>
            <a:r>
              <a:rPr sz="1800" b="0" i="0" lang="en-US">
                <a:solidFill>
                  <a:srgbClr val="1C2333"/>
                </a:solidFill>
                <a:latin typeface="Segoe UI"/>
              </a:rPr>
              <a:t>13) …… she is.   (Yes, – No,)</a:t>
            </a:r>
          </a:p>
          <a:p>
            <a:pPr rtl="0" algn="l">
              <a:spcAft>
                <a:spcPts val="800"/>
              </a:spcAft>
            </a:pPr>
            <a:r>
              <a:rPr sz="1800" b="0" i="0" lang="en-US">
                <a:solidFill>
                  <a:srgbClr val="1C2333"/>
                </a:solidFill>
                <a:latin typeface="Segoe UI"/>
              </a:rPr>
              <a:t>14) Yes, he …… .   (is – isn't)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 you a boy?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9) He …… a man.   (isn't – aren't)</a:t>
            </a:r>
          </a:p>
          <a:p>
            <a:pPr lvl="1" rtl="0" algn="l">
              <a:spcAft>
                <a:spcPts val="700"/>
              </a:spcAft>
            </a:pPr>
            <a:r>
              <a:rPr sz="1600" b="1" i="0" lang="en-US">
                <a:solidFill>
                  <a:srgbClr val="0F7A3D"/>
                </a:solidFill>
                <a:latin typeface="Segoe UI"/>
              </a:rPr>
              <a:t>✔ isn't</a:t>
            </a:r>
          </a:p>
          <a:p>
            <a:pPr rtl="0" algn="l">
              <a:spcAft>
                <a:spcPts val="300"/>
              </a:spcAft>
            </a:pPr>
            <a:r>
              <a:rPr sz="1700" b="0" i="0" lang="en-US">
                <a:solidFill>
                  <a:srgbClr val="1C2333"/>
                </a:solidFill>
                <a:latin typeface="Segoe UI"/>
              </a:rPr>
              <a:t>10) Rody is …… girl.   (an – a)</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11) …… they happy?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12) No, he …… .   (aren't – isn't)</a:t>
            </a:r>
          </a:p>
          <a:p>
            <a:pPr lvl="1" rtl="0" algn="l">
              <a:spcAft>
                <a:spcPts val="700"/>
              </a:spcAft>
            </a:pPr>
            <a:r>
              <a:rPr sz="1600" b="1" i="0" lang="en-US">
                <a:solidFill>
                  <a:srgbClr val="0F7A3D"/>
                </a:solidFill>
                <a:latin typeface="Segoe UI"/>
              </a:rPr>
              <a:t>✔ isn't</a:t>
            </a:r>
          </a:p>
          <a:p>
            <a:pPr rtl="0" algn="l">
              <a:spcAft>
                <a:spcPts val="300"/>
              </a:spcAft>
            </a:pPr>
            <a:r>
              <a:rPr sz="1700" b="0" i="0" lang="en-US">
                <a:solidFill>
                  <a:srgbClr val="1C2333"/>
                </a:solidFill>
                <a:latin typeface="Segoe UI"/>
              </a:rPr>
              <a:t>13) …… she is.   (Yes, – No,)</a:t>
            </a:r>
          </a:p>
          <a:p>
            <a:pPr lvl="1" rtl="0" algn="l">
              <a:spcAft>
                <a:spcPts val="700"/>
              </a:spcAft>
            </a:pPr>
            <a:r>
              <a:rPr sz="1600" b="1" i="0" lang="en-US">
                <a:solidFill>
                  <a:srgbClr val="0F7A3D"/>
                </a:solidFill>
                <a:latin typeface="Segoe UI"/>
              </a:rPr>
              <a:t>✔ Yes,</a:t>
            </a:r>
          </a:p>
          <a:p>
            <a:pPr rtl="0" algn="l">
              <a:spcAft>
                <a:spcPts val="300"/>
              </a:spcAft>
            </a:pPr>
            <a:r>
              <a:rPr sz="1700" b="0" i="0" lang="en-US">
                <a:solidFill>
                  <a:srgbClr val="1C2333"/>
                </a:solidFill>
                <a:latin typeface="Segoe UI"/>
              </a:rPr>
              <a:t>14) Yes, he …… .   (is – isn't)</a:t>
            </a:r>
          </a:p>
          <a:p>
            <a:pPr lvl="1" rtl="0" algn="l">
              <a:spcAft>
                <a:spcPts val="700"/>
              </a:spcAft>
            </a:pPr>
            <a:r>
              <a:rPr sz="1600" b="1" i="0" lang="en-US">
                <a:solidFill>
                  <a:srgbClr val="0F7A3D"/>
                </a:solidFill>
                <a:latin typeface="Segoe UI"/>
              </a:rPr>
              <a:t>✔ is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It is …… apple.   (a – an)</a:t>
            </a:r>
          </a:p>
          <a:p>
            <a:pPr rtl="0" algn="l">
              <a:spcAft>
                <a:spcPts val="800"/>
              </a:spcAft>
            </a:pPr>
            <a:r>
              <a:rPr sz="1800" b="0" i="0" lang="en-US">
                <a:solidFill>
                  <a:srgbClr val="1C2333"/>
                </a:solidFill>
                <a:latin typeface="Segoe UI"/>
              </a:rPr>
              <a:t>16) Yes, we …… .   (are – aren't)</a:t>
            </a:r>
          </a:p>
          <a:p>
            <a:pPr rtl="0" algn="l">
              <a:spcAft>
                <a:spcPts val="800"/>
              </a:spcAft>
            </a:pPr>
            <a:r>
              <a:rPr sz="1800" b="0" i="0" lang="en-US">
                <a:solidFill>
                  <a:srgbClr val="1C2333"/>
                </a:solidFill>
                <a:latin typeface="Segoe UI"/>
              </a:rPr>
              <a:t>17) …… you short?   (Are – Is)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J) Choose the correct answer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It is …… apple.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16) Yes, we …… .   (are – aren't)</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17) …… you short?   (Are – Is)</a:t>
            </a:r>
          </a:p>
          <a:p>
            <a:pPr lvl="1" rtl="0" algn="l">
              <a:spcAft>
                <a:spcPts val="700"/>
              </a:spcAft>
            </a:pPr>
            <a:r>
              <a:rPr sz="1600" b="1" i="0" lang="en-US">
                <a:solidFill>
                  <a:srgbClr val="0F7A3D"/>
                </a:solidFill>
                <a:latin typeface="Segoe UI"/>
              </a:rPr>
              <a:t>✔ Are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My mother is in the garden. The garden is big and beautiful. There is a bench in the garden. There is a rainbow in the sky. There isn't a river in the garden. There is a flower in the garden.</a:t>
            </a:r>
          </a:p>
          <a:p>
            <a:pPr rtl="0" algn="r">
              <a:spcBef>
                <a:spcPts val="800"/>
              </a:spcBef>
            </a:pPr>
            <a:r>
              <a:rPr sz="1400" b="0" i="0" lang="en-US">
                <a:solidFill>
                  <a:srgbClr val="5B6478"/>
                </a:solidFill>
                <a:latin typeface="Segoe UI"/>
              </a:rPr>
              <a:t>bench: مقعد   rainbow: قوس قزح   river: نهر</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My mother is in the …… .   (hospital – garden – park)</a:t>
            </a:r>
          </a:p>
          <a:p>
            <a:pPr rtl="0" algn="l">
              <a:spcAft>
                <a:spcPts val="800"/>
              </a:spcAft>
            </a:pPr>
            <a:r>
              <a:rPr sz="1800" b="0" i="0" lang="en-US">
                <a:solidFill>
                  <a:srgbClr val="1C2333"/>
                </a:solidFill>
                <a:latin typeface="Segoe UI"/>
              </a:rPr>
              <a:t>2) There is a …… in the garden.   (tree – plant – flower)</a:t>
            </a:r>
          </a:p>
          <a:p>
            <a:pPr rtl="0" algn="l">
              <a:spcAft>
                <a:spcPts val="800"/>
              </a:spcAft>
            </a:pPr>
            <a:r>
              <a:rPr sz="1800" b="0" i="0" lang="en-US">
                <a:solidFill>
                  <a:srgbClr val="1C2333"/>
                </a:solidFill>
                <a:latin typeface="Segoe UI"/>
              </a:rPr>
              <a:t>1) The garden isn't big. (The garden is big.)   (True ✓ – False ✗)</a:t>
            </a:r>
          </a:p>
          <a:p>
            <a:pPr rtl="0" algn="l">
              <a:spcAft>
                <a:spcPts val="800"/>
              </a:spcAft>
            </a:pPr>
            <a:r>
              <a:rPr sz="1800" b="0" i="0" lang="en-US">
                <a:solidFill>
                  <a:srgbClr val="1C2333"/>
                </a:solidFill>
                <a:latin typeface="Segoe UI"/>
              </a:rPr>
              <a:t>2) There is a river. (There isn't a river.)   (True ✓ – False ✗)</a:t>
            </a:r>
          </a:p>
          <a:p>
            <a:pPr rtl="0" algn="l">
              <a:spcAft>
                <a:spcPts val="800"/>
              </a:spcAft>
            </a:pPr>
            <a:r>
              <a:rPr sz="1800" b="0" i="0" lang="en-US">
                <a:solidFill>
                  <a:srgbClr val="1C2333"/>
                </a:solidFill>
                <a:latin typeface="Segoe UI"/>
              </a:rPr>
              <a:t>3) There is a rainbow in the sky.   (True ✓ – False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48"/>
                </a:solidFill>
                <a:latin typeface="Segoe UI"/>
              </a:rPr>
              <a:t>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4 — Subject Pronouns &amp; Verb to be</a:t>
            </a:r>
          </a:p>
          <a:p>
            <a:pPr rtl="0" algn="l"/>
            <a:r>
              <a:rPr sz="1400" b="0" i="0" lang="en-US">
                <a:solidFill>
                  <a:srgbClr val="DDE6F3"/>
                </a:solidFill>
                <a:latin typeface="Segoe UI"/>
              </a:rPr>
              <a:t>K) Read the text and answer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My mother is in the …… .   (hospital – garden – park)</a:t>
            </a:r>
          </a:p>
          <a:p>
            <a:pPr lvl="1" rtl="0" algn="l">
              <a:spcAft>
                <a:spcPts val="700"/>
              </a:spcAft>
            </a:pPr>
            <a:r>
              <a:rPr sz="1600" b="1" i="0" lang="en-US">
                <a:solidFill>
                  <a:srgbClr val="0F7A3D"/>
                </a:solidFill>
                <a:latin typeface="Segoe UI"/>
              </a:rPr>
              <a:t>✔ garden</a:t>
            </a:r>
          </a:p>
          <a:p>
            <a:pPr rtl="0" algn="l">
              <a:spcAft>
                <a:spcPts val="300"/>
              </a:spcAft>
            </a:pPr>
            <a:r>
              <a:rPr sz="1700" b="0" i="0" lang="en-US">
                <a:solidFill>
                  <a:srgbClr val="1C2333"/>
                </a:solidFill>
                <a:latin typeface="Segoe UI"/>
              </a:rPr>
              <a:t>2) There is a …… in the garden.   (tree – plant – flower)</a:t>
            </a:r>
          </a:p>
          <a:p>
            <a:pPr lvl="1" rtl="0" algn="l">
              <a:spcAft>
                <a:spcPts val="700"/>
              </a:spcAft>
            </a:pPr>
            <a:r>
              <a:rPr sz="1600" b="1" i="0" lang="en-US">
                <a:solidFill>
                  <a:srgbClr val="0F7A3D"/>
                </a:solidFill>
                <a:latin typeface="Segoe UI"/>
              </a:rPr>
              <a:t>✔ flower</a:t>
            </a:r>
          </a:p>
          <a:p>
            <a:pPr rtl="0" algn="l">
              <a:spcAft>
                <a:spcPts val="300"/>
              </a:spcAft>
            </a:pPr>
            <a:r>
              <a:rPr sz="1700" b="0" i="0" lang="en-US">
                <a:solidFill>
                  <a:srgbClr val="1C2333"/>
                </a:solidFill>
                <a:latin typeface="Segoe UI"/>
              </a:rPr>
              <a:t>1) The garden isn't big. (The garden is big.)   (True ✓ – False ✗)</a:t>
            </a:r>
          </a:p>
          <a:p>
            <a:pPr lvl="1" rtl="0" algn="l">
              <a:spcAft>
                <a:spcPts val="700"/>
              </a:spcAft>
            </a:pPr>
            <a:r>
              <a:rPr sz="1600" b="1" i="0" lang="en-US">
                <a:solidFill>
                  <a:srgbClr val="0F7A3D"/>
                </a:solidFill>
                <a:latin typeface="Segoe UI"/>
              </a:rPr>
              <a:t>✔ False ✗</a:t>
            </a:r>
          </a:p>
          <a:p>
            <a:pPr rtl="0" algn="l">
              <a:spcAft>
                <a:spcPts val="300"/>
              </a:spcAft>
            </a:pPr>
            <a:r>
              <a:rPr sz="1700" b="0" i="0" lang="en-US">
                <a:solidFill>
                  <a:srgbClr val="1C2333"/>
                </a:solidFill>
                <a:latin typeface="Segoe UI"/>
              </a:rPr>
              <a:t>2) There is a river. (There isn't a river.)   (True ✓ – False ✗)</a:t>
            </a:r>
          </a:p>
          <a:p>
            <a:pPr lvl="1" rtl="0" algn="l">
              <a:spcAft>
                <a:spcPts val="700"/>
              </a:spcAft>
            </a:pPr>
            <a:r>
              <a:rPr sz="1600" b="1" i="0" lang="en-US">
                <a:solidFill>
                  <a:srgbClr val="0F7A3D"/>
                </a:solidFill>
                <a:latin typeface="Segoe UI"/>
              </a:rPr>
              <a:t>✔ False ✗</a:t>
            </a:r>
          </a:p>
          <a:p>
            <a:pPr rtl="0" algn="l">
              <a:spcAft>
                <a:spcPts val="300"/>
              </a:spcAft>
            </a:pPr>
            <a:r>
              <a:rPr sz="1700" b="0" i="0" lang="en-US">
                <a:solidFill>
                  <a:srgbClr val="1C2333"/>
                </a:solidFill>
                <a:latin typeface="Segoe UI"/>
              </a:rPr>
              <a:t>3) There is a rainbow in the sky.   (True ✓ – False ✗)</a:t>
            </a:r>
          </a:p>
          <a:p>
            <a:pPr lvl="1" rtl="0" algn="l">
              <a:spcAft>
                <a:spcPts val="700"/>
              </a:spcAft>
            </a:pPr>
            <a:r>
              <a:rPr sz="1600" b="1" i="0" lang="en-US">
                <a:solidFill>
                  <a:srgbClr val="0F7A3D"/>
                </a:solidFill>
                <a:latin typeface="Segoe UI"/>
              </a:rPr>
              <a:t>✔ True ✓</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5</a:t>
            </a:r>
          </a:p>
          <a:p>
            <a:pPr algn="ctr" rtl="0"/>
            <a:r>
              <a:rPr sz="4600" b="1" i="0" lang="en-US">
                <a:solidFill>
                  <a:srgbClr val="FFFFFF"/>
                </a:solidFill>
                <a:latin typeface="Segoe UI"/>
              </a:rPr>
              <a:t>Greetings &amp; Personal Information</a:t>
            </a:r>
          </a:p>
          <a:p>
            <a:pPr algn="ctr" rtl="1"/>
            <a:r>
              <a:rPr sz="2900" b="0" i="0" lang="ar-EG" altLang="en-US">
                <a:solidFill>
                  <a:srgbClr val="FFFFFF"/>
                </a:solidFill>
                <a:latin typeface="Traditional Arabic"/>
              </a:rPr>
              <a:t>التحيات والمعلومات الشخصية</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737360"/>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0" algn="l"/>
                      <a:r>
                        <a:rPr sz="1400" b="1" i="0" lang="en-US">
                          <a:solidFill>
                            <a:srgbClr val="FFFFFF"/>
                          </a:solidFill>
                          <a:latin typeface="Segoe UI"/>
                        </a:rPr>
                        <a:t>Question</a:t>
                      </a:r>
                    </a:p>
                  </a:txBody>
                  <a:tcPr>
                    <a:solidFill>
                      <a:srgbClr val="945B22"/>
                    </a:solidFill>
                  </a:tcPr>
                </a:tc>
                <a:tc>
                  <a:txBody>
                    <a:bodyPr/>
                    <a:lstStyle/>
                    <a:p>
                      <a:pPr rtl="0" algn="l"/>
                      <a:r>
                        <a:rPr sz="1400" b="1" i="0" lang="en-US">
                          <a:solidFill>
                            <a:srgbClr val="FFFFFF"/>
                          </a:solidFill>
                          <a:latin typeface="Segoe UI"/>
                        </a:rPr>
                        <a:t>Answer</a:t>
                      </a:r>
                    </a:p>
                  </a:txBody>
                  <a:tcPr>
                    <a:solidFill>
                      <a:srgbClr val="945B22"/>
                    </a:solidFill>
                  </a:tcPr>
                </a:tc>
                <a:tc>
                  <a:txBody>
                    <a:bodyPr/>
                    <a:lstStyle/>
                    <a:p>
                      <a:pPr rtl="1" algn="r"/>
                      <a:r>
                        <a:rPr sz="1700" b="1" i="0" lang="ar-EG" altLang="en-US">
                          <a:solidFill>
                            <a:srgbClr val="FFFFFF"/>
                          </a:solidFill>
                          <a:latin typeface="Traditional Arabic"/>
                        </a:rPr>
                        <a:t>المعنى</a:t>
                      </a:r>
                    </a:p>
                  </a:txBody>
                  <a:tcPr>
                    <a:solidFill>
                      <a:srgbClr val="945B22"/>
                    </a:solidFill>
                  </a:tcPr>
                </a:tc>
              </a:tr>
              <a:tr h="347472">
                <a:tc>
                  <a:txBody>
                    <a:bodyPr/>
                    <a:lstStyle/>
                    <a:p>
                      <a:pPr rtl="0" algn="l"/>
                      <a:r>
                        <a:rPr sz="1300" b="0" i="0" lang="en-US">
                          <a:solidFill>
                            <a:srgbClr val="1C2333"/>
                          </a:solidFill>
                          <a:latin typeface="Segoe UI"/>
                        </a:rPr>
                        <a:t>What's your name?</a:t>
                      </a:r>
                    </a:p>
                  </a:txBody>
                  <a:tcPr>
                    <a:solidFill>
                      <a:srgbClr val="FFFFFF"/>
                    </a:solidFill>
                  </a:tcPr>
                </a:tc>
                <a:tc>
                  <a:txBody>
                    <a:bodyPr/>
                    <a:lstStyle/>
                    <a:p>
                      <a:pPr rtl="0" algn="l"/>
                      <a:r>
                        <a:rPr sz="1300" b="0" i="0" lang="en-US">
                          <a:solidFill>
                            <a:srgbClr val="1C2333"/>
                          </a:solidFill>
                          <a:latin typeface="Segoe UI"/>
                        </a:rPr>
                        <a:t>I'm Rody. / My name is Rody.</a:t>
                      </a:r>
                    </a:p>
                  </a:txBody>
                  <a:tcPr>
                    <a:solidFill>
                      <a:srgbClr val="FFFFFF"/>
                    </a:solidFill>
                  </a:tcPr>
                </a:tc>
                <a:tc>
                  <a:txBody>
                    <a:bodyPr/>
                    <a:lstStyle/>
                    <a:p>
                      <a:pPr rtl="1" algn="r"/>
                      <a:r>
                        <a:rPr sz="1600" b="0" i="0" lang="ar-EG" altLang="en-US">
                          <a:solidFill>
                            <a:srgbClr val="1C2333"/>
                          </a:solidFill>
                          <a:latin typeface="Traditional Arabic"/>
                        </a:rPr>
                        <a:t>ما اسمك؟</a:t>
                      </a:r>
                    </a:p>
                  </a:txBody>
                  <a:tcPr>
                    <a:solidFill>
                      <a:srgbClr val="FFFFFF"/>
                    </a:solidFill>
                  </a:tcPr>
                </a:tc>
              </a:tr>
              <a:tr h="347472">
                <a:tc>
                  <a:txBody>
                    <a:bodyPr/>
                    <a:lstStyle/>
                    <a:p>
                      <a:pPr rtl="0" algn="l"/>
                      <a:r>
                        <a:rPr sz="1300" b="0" i="0" lang="en-US">
                          <a:solidFill>
                            <a:srgbClr val="1C2333"/>
                          </a:solidFill>
                          <a:latin typeface="Segoe UI"/>
                        </a:rPr>
                        <a:t>How are you?</a:t>
                      </a:r>
                    </a:p>
                  </a:txBody>
                  <a:tcPr>
                    <a:solidFill>
                      <a:srgbClr val="EEF3FA"/>
                    </a:solidFill>
                  </a:tcPr>
                </a:tc>
                <a:tc>
                  <a:txBody>
                    <a:bodyPr/>
                    <a:lstStyle/>
                    <a:p>
                      <a:pPr rtl="0" algn="l"/>
                      <a:r>
                        <a:rPr sz="1300" b="0" i="0" lang="en-US">
                          <a:solidFill>
                            <a:srgbClr val="1C2333"/>
                          </a:solidFill>
                          <a:latin typeface="Segoe UI"/>
                        </a:rPr>
                        <a:t>I'm fine, thank you.</a:t>
                      </a:r>
                    </a:p>
                  </a:txBody>
                  <a:tcPr>
                    <a:solidFill>
                      <a:srgbClr val="EEF3FA"/>
                    </a:solidFill>
                  </a:tcPr>
                </a:tc>
                <a:tc>
                  <a:txBody>
                    <a:bodyPr/>
                    <a:lstStyle/>
                    <a:p>
                      <a:pPr rtl="1" algn="r"/>
                      <a:r>
                        <a:rPr sz="1600" b="0" i="0" lang="ar-EG" altLang="en-US">
                          <a:solidFill>
                            <a:srgbClr val="1C2333"/>
                          </a:solidFill>
                          <a:latin typeface="Traditional Arabic"/>
                        </a:rPr>
                        <a:t>كيف حالك؟</a:t>
                      </a:r>
                    </a:p>
                  </a:txBody>
                  <a:tcPr>
                    <a:solidFill>
                      <a:srgbClr val="EEF3FA"/>
                    </a:solidFill>
                  </a:tcPr>
                </a:tc>
              </a:tr>
              <a:tr h="347472">
                <a:tc>
                  <a:txBody>
                    <a:bodyPr/>
                    <a:lstStyle/>
                    <a:p>
                      <a:pPr rtl="0" algn="l"/>
                      <a:r>
                        <a:rPr sz="1300" b="0" i="0" lang="en-US">
                          <a:solidFill>
                            <a:srgbClr val="1C2333"/>
                          </a:solidFill>
                          <a:latin typeface="Segoe UI"/>
                        </a:rPr>
                        <a:t>How old are you?</a:t>
                      </a:r>
                    </a:p>
                  </a:txBody>
                  <a:tcPr>
                    <a:solidFill>
                      <a:srgbClr val="FFFFFF"/>
                    </a:solidFill>
                  </a:tcPr>
                </a:tc>
                <a:tc>
                  <a:txBody>
                    <a:bodyPr/>
                    <a:lstStyle/>
                    <a:p>
                      <a:pPr rtl="0" algn="l"/>
                      <a:r>
                        <a:rPr sz="1300" b="0" i="0" lang="en-US">
                          <a:solidFill>
                            <a:srgbClr val="1C2333"/>
                          </a:solidFill>
                          <a:latin typeface="Segoe UI"/>
                        </a:rPr>
                        <a:t>I'm 10 years old.</a:t>
                      </a:r>
                    </a:p>
                  </a:txBody>
                  <a:tcPr>
                    <a:solidFill>
                      <a:srgbClr val="FFFFFF"/>
                    </a:solidFill>
                  </a:tcPr>
                </a:tc>
                <a:tc>
                  <a:txBody>
                    <a:bodyPr/>
                    <a:lstStyle/>
                    <a:p>
                      <a:pPr rtl="1" algn="r"/>
                      <a:r>
                        <a:rPr sz="1600" b="0" i="0" lang="ar-EG" altLang="en-US">
                          <a:solidFill>
                            <a:srgbClr val="1C2333"/>
                          </a:solidFill>
                          <a:latin typeface="Traditional Arabic"/>
                        </a:rPr>
                        <a:t>كم عمرك؟</a:t>
                      </a:r>
                    </a:p>
                  </a:txBody>
                  <a:tcPr>
                    <a:solidFill>
                      <a:srgbClr val="FFFFFF"/>
                    </a:solidFill>
                  </a:tcPr>
                </a:tc>
              </a:tr>
              <a:tr h="347472">
                <a:tc>
                  <a:txBody>
                    <a:bodyPr/>
                    <a:lstStyle/>
                    <a:p>
                      <a:pPr rtl="0" algn="l"/>
                      <a:r>
                        <a:rPr sz="1300" b="0" i="0" lang="en-US">
                          <a:solidFill>
                            <a:srgbClr val="1C2333"/>
                          </a:solidFill>
                          <a:latin typeface="Segoe UI"/>
                        </a:rPr>
                        <a:t>Where are you from?</a:t>
                      </a:r>
                    </a:p>
                  </a:txBody>
                  <a:tcPr>
                    <a:solidFill>
                      <a:srgbClr val="EEF3FA"/>
                    </a:solidFill>
                  </a:tcPr>
                </a:tc>
                <a:tc>
                  <a:txBody>
                    <a:bodyPr/>
                    <a:lstStyle/>
                    <a:p>
                      <a:pPr rtl="0" algn="l"/>
                      <a:r>
                        <a:rPr sz="1300" b="0" i="0" lang="en-US">
                          <a:solidFill>
                            <a:srgbClr val="1C2333"/>
                          </a:solidFill>
                          <a:latin typeface="Segoe UI"/>
                        </a:rPr>
                        <a:t>I'm from Egypt.</a:t>
                      </a:r>
                    </a:p>
                  </a:txBody>
                  <a:tcPr>
                    <a:solidFill>
                      <a:srgbClr val="EEF3FA"/>
                    </a:solidFill>
                  </a:tcPr>
                </a:tc>
                <a:tc>
                  <a:txBody>
                    <a:bodyPr/>
                    <a:lstStyle/>
                    <a:p>
                      <a:pPr rtl="1" algn="r"/>
                      <a:r>
                        <a:rPr sz="1600" b="0" i="0" lang="ar-EG" altLang="en-US">
                          <a:solidFill>
                            <a:srgbClr val="1C2333"/>
                          </a:solidFill>
                          <a:latin typeface="Traditional Arabic"/>
                        </a:rPr>
                        <a:t>من أين أنت؟</a:t>
                      </a:r>
                    </a:p>
                  </a:txBody>
                  <a:tcPr>
                    <a:solidFill>
                      <a:srgbClr val="EEF3FA"/>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B22"/>
                          </a:solidFill>
                          <a:latin typeface="Segoe UI"/>
                        </a:rPr>
                        <a:t>Good morning.</a:t>
                      </a:r>
                    </a:p>
                  </a:txBody>
                  <a:tcPr>
                    <a:solidFill>
                      <a:srgbClr val="FFFFFF"/>
                    </a:solidFill>
                  </a:tcPr>
                </a:tc>
                <a:tc>
                  <a:txBody>
                    <a:bodyPr/>
                    <a:lstStyle/>
                    <a:p>
                      <a:pPr rtl="1" algn="r"/>
                      <a:r>
                        <a:rPr sz="1700" b="0" i="0" lang="ar-EG" altLang="en-US">
                          <a:solidFill>
                            <a:srgbClr val="1C2333"/>
                          </a:solidFill>
                          <a:latin typeface="Traditional Arabic"/>
                        </a:rPr>
                        <a:t>صباح الخير</a:t>
                      </a:r>
                    </a:p>
                  </a:txBody>
                  <a:tcPr>
                    <a:solidFill>
                      <a:srgbClr val="FFFFFF"/>
                    </a:solidFill>
                  </a:tcPr>
                </a:tc>
                <a:tc>
                  <a:txBody>
                    <a:bodyPr/>
                    <a:lstStyle/>
                    <a:p>
                      <a:pPr rtl="0" algn="l"/>
                      <a:r>
                        <a:rPr sz="1500" b="1" i="0" lang="en-US">
                          <a:solidFill>
                            <a:srgbClr val="945B22"/>
                          </a:solidFill>
                          <a:latin typeface="Segoe UI"/>
                        </a:rPr>
                        <a:t>Hello / Hi.</a:t>
                      </a:r>
                    </a:p>
                  </a:txBody>
                  <a:tcPr>
                    <a:solidFill>
                      <a:srgbClr val="FFFFFF"/>
                    </a:solidFill>
                  </a:tcPr>
                </a:tc>
                <a:tc>
                  <a:txBody>
                    <a:bodyPr/>
                    <a:lstStyle/>
                    <a:p>
                      <a:pPr rtl="1" algn="r"/>
                      <a:r>
                        <a:rPr sz="1700" b="0" i="0" lang="ar-EG" altLang="en-US">
                          <a:solidFill>
                            <a:srgbClr val="1C2333"/>
                          </a:solidFill>
                          <a:latin typeface="Traditional Arabic"/>
                        </a:rPr>
                        <a:t>أهلاً / مرحباً</a:t>
                      </a:r>
                    </a:p>
                  </a:txBody>
                  <a:tcPr>
                    <a:solidFill>
                      <a:srgbClr val="FFFFFF"/>
                    </a:solidFill>
                  </a:tcPr>
                </a:tc>
                <a:tc>
                  <a:txBody>
                    <a:bodyPr/>
                    <a:lstStyle/>
                    <a:p>
                      <a:pPr rtl="0" algn="l"/>
                      <a:r>
                        <a:rPr sz="1500" b="1" i="0" lang="en-US">
                          <a:solidFill>
                            <a:srgbClr val="945B22"/>
                          </a:solidFill>
                          <a:latin typeface="Segoe UI"/>
                        </a:rPr>
                        <a:t>Nice to meet you.</a:t>
                      </a:r>
                    </a:p>
                  </a:txBody>
                  <a:tcPr>
                    <a:solidFill>
                      <a:srgbClr val="FFFFFF"/>
                    </a:solidFill>
                  </a:tcPr>
                </a:tc>
                <a:tc>
                  <a:txBody>
                    <a:bodyPr/>
                    <a:lstStyle/>
                    <a:p>
                      <a:pPr rtl="1" algn="r"/>
                      <a:r>
                        <a:rPr sz="1700" b="0" i="0" lang="ar-EG" altLang="en-US">
                          <a:solidFill>
                            <a:srgbClr val="1C2333"/>
                          </a:solidFill>
                          <a:latin typeface="Traditional Arabic"/>
                        </a:rPr>
                        <a:t>سعدت بلقائك</a:t>
                      </a:r>
                    </a:p>
                  </a:txBody>
                  <a:tcPr>
                    <a:solidFill>
                      <a:srgbClr val="FFFFFF"/>
                    </a:solidFill>
                  </a:tcPr>
                </a:tc>
              </a:tr>
              <a:tr h="384048">
                <a:tc>
                  <a:txBody>
                    <a:bodyPr/>
                    <a:lstStyle/>
                    <a:p>
                      <a:pPr rtl="0" algn="l"/>
                      <a:r>
                        <a:rPr sz="1500" b="1" i="0" lang="en-US">
                          <a:solidFill>
                            <a:srgbClr val="945B22"/>
                          </a:solidFill>
                          <a:latin typeface="Segoe UI"/>
                        </a:rPr>
                        <a:t>Good afternoon.</a:t>
                      </a:r>
                    </a:p>
                  </a:txBody>
                  <a:tcPr>
                    <a:solidFill>
                      <a:srgbClr val="EEF3FA"/>
                    </a:solidFill>
                  </a:tcPr>
                </a:tc>
                <a:tc>
                  <a:txBody>
                    <a:bodyPr/>
                    <a:lstStyle/>
                    <a:p>
                      <a:pPr rtl="1" algn="r"/>
                      <a:r>
                        <a:rPr sz="1700" b="0" i="0" lang="ar-EG" altLang="en-US">
                          <a:solidFill>
                            <a:srgbClr val="1C2333"/>
                          </a:solidFill>
                          <a:latin typeface="Traditional Arabic"/>
                        </a:rPr>
                        <a:t>مساء الخير (بعد الظهر)</a:t>
                      </a:r>
                    </a:p>
                  </a:txBody>
                  <a:tcPr>
                    <a:solidFill>
                      <a:srgbClr val="EEF3FA"/>
                    </a:solidFill>
                  </a:tcPr>
                </a:tc>
                <a:tc>
                  <a:txBody>
                    <a:bodyPr/>
                    <a:lstStyle/>
                    <a:p>
                      <a:pPr rtl="0" algn="l"/>
                      <a:r>
                        <a:rPr sz="1500" b="1" i="0" lang="en-US">
                          <a:solidFill>
                            <a:srgbClr val="945B22"/>
                          </a:solidFill>
                          <a:latin typeface="Segoe UI"/>
                        </a:rPr>
                        <a:t>Have a nice day.</a:t>
                      </a:r>
                    </a:p>
                  </a:txBody>
                  <a:tcPr>
                    <a:solidFill>
                      <a:srgbClr val="EEF3FA"/>
                    </a:solidFill>
                  </a:tcPr>
                </a:tc>
                <a:tc>
                  <a:txBody>
                    <a:bodyPr/>
                    <a:lstStyle/>
                    <a:p>
                      <a:pPr rtl="1" algn="r"/>
                      <a:r>
                        <a:rPr sz="1700" b="0" i="0" lang="ar-EG" altLang="en-US">
                          <a:solidFill>
                            <a:srgbClr val="1C2333"/>
                          </a:solidFill>
                          <a:latin typeface="Traditional Arabic"/>
                        </a:rPr>
                        <a:t>أتمنى لك يوماً سعيداً</a:t>
                      </a:r>
                    </a:p>
                  </a:txBody>
                  <a:tcPr>
                    <a:solidFill>
                      <a:srgbClr val="EEF3FA"/>
                    </a:solidFill>
                  </a:tcPr>
                </a:tc>
                <a:tc>
                  <a:txBody>
                    <a:bodyPr/>
                    <a:lstStyle/>
                    <a:p>
                      <a:pPr rtl="0" algn="l"/>
                      <a:r>
                        <a:rPr sz="1500" b="1" i="0" lang="en-US">
                          <a:solidFill>
                            <a:srgbClr val="945B22"/>
                          </a:solidFill>
                          <a:latin typeface="Segoe UI"/>
                        </a:rPr>
                        <a:t>Have a nice time.</a:t>
                      </a:r>
                    </a:p>
                  </a:txBody>
                  <a:tcPr>
                    <a:solidFill>
                      <a:srgbClr val="EEF3FA"/>
                    </a:solidFill>
                  </a:tcPr>
                </a:tc>
                <a:tc>
                  <a:txBody>
                    <a:bodyPr/>
                    <a:lstStyle/>
                    <a:p>
                      <a:pPr rtl="1" algn="r"/>
                      <a:r>
                        <a:rPr sz="1700" b="0" i="0" lang="ar-EG" altLang="en-US">
                          <a:solidFill>
                            <a:srgbClr val="1C2333"/>
                          </a:solidFill>
                          <a:latin typeface="Traditional Arabic"/>
                        </a:rPr>
                        <a:t>أتمنى لك وقتاً ممتعاً</a:t>
                      </a:r>
                    </a:p>
                  </a:txBody>
                  <a:tcPr>
                    <a:solidFill>
                      <a:srgbClr val="EEF3FA"/>
                    </a:solidFill>
                  </a:tcPr>
                </a:tc>
              </a:tr>
              <a:tr h="384048">
                <a:tc>
                  <a:txBody>
                    <a:bodyPr/>
                    <a:lstStyle/>
                    <a:p>
                      <a:pPr rtl="0" algn="l"/>
                      <a:r>
                        <a:rPr sz="1500" b="1" i="0" lang="en-US">
                          <a:solidFill>
                            <a:srgbClr val="945B22"/>
                          </a:solidFill>
                          <a:latin typeface="Segoe UI"/>
                        </a:rPr>
                        <a:t>Good evening.</a:t>
                      </a:r>
                    </a:p>
                  </a:txBody>
                  <a:tcPr>
                    <a:solidFill>
                      <a:srgbClr val="FFFFFF"/>
                    </a:solidFill>
                  </a:tcPr>
                </a:tc>
                <a:tc>
                  <a:txBody>
                    <a:bodyPr/>
                    <a:lstStyle/>
                    <a:p>
                      <a:pPr rtl="1" algn="r"/>
                      <a:r>
                        <a:rPr sz="1700" b="0" i="0" lang="ar-EG" altLang="en-US">
                          <a:solidFill>
                            <a:srgbClr val="1C2333"/>
                          </a:solidFill>
                          <a:latin typeface="Traditional Arabic"/>
                        </a:rPr>
                        <a:t>مساء الخير</a:t>
                      </a:r>
                    </a:p>
                  </a:txBody>
                  <a:tcPr>
                    <a:solidFill>
                      <a:srgbClr val="FFFFFF"/>
                    </a:solidFill>
                  </a:tcPr>
                </a:tc>
                <a:tc>
                  <a:txBody>
                    <a:bodyPr/>
                    <a:lstStyle/>
                    <a:p>
                      <a:pPr rtl="0" algn="l"/>
                      <a:r>
                        <a:rPr sz="1500" b="1" i="0" lang="en-US">
                          <a:solidFill>
                            <a:srgbClr val="945B22"/>
                          </a:solidFill>
                          <a:latin typeface="Segoe UI"/>
                        </a:rPr>
                        <a:t>Thank you.</a:t>
                      </a:r>
                    </a:p>
                  </a:txBody>
                  <a:tcPr>
                    <a:solidFill>
                      <a:srgbClr val="FFFFFF"/>
                    </a:solidFill>
                  </a:tcPr>
                </a:tc>
                <a:tc>
                  <a:txBody>
                    <a:bodyPr/>
                    <a:lstStyle/>
                    <a:p>
                      <a:pPr rtl="1" algn="r"/>
                      <a:r>
                        <a:rPr sz="1700" b="0" i="0" lang="ar-EG" altLang="en-US">
                          <a:solidFill>
                            <a:srgbClr val="1C2333"/>
                          </a:solidFill>
                          <a:latin typeface="Traditional Arabic"/>
                        </a:rPr>
                        <a:t>شكراً لك</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B22"/>
                          </a:solidFill>
                          <a:latin typeface="Segoe UI"/>
                        </a:rPr>
                        <a:t>Good night.</a:t>
                      </a:r>
                    </a:p>
                  </a:txBody>
                  <a:tcPr>
                    <a:solidFill>
                      <a:srgbClr val="EEF3FA"/>
                    </a:solidFill>
                  </a:tcPr>
                </a:tc>
                <a:tc>
                  <a:txBody>
                    <a:bodyPr/>
                    <a:lstStyle/>
                    <a:p>
                      <a:pPr rtl="1" algn="r"/>
                      <a:r>
                        <a:rPr sz="1700" b="0" i="0" lang="ar-EG" altLang="en-US">
                          <a:solidFill>
                            <a:srgbClr val="1C2333"/>
                          </a:solidFill>
                          <a:latin typeface="Traditional Arabic"/>
                        </a:rPr>
                        <a:t>تصبح على خير</a:t>
                      </a:r>
                    </a:p>
                  </a:txBody>
                  <a:tcPr>
                    <a:solidFill>
                      <a:srgbClr val="EEF3FA"/>
                    </a:solidFill>
                  </a:tcPr>
                </a:tc>
                <a:tc>
                  <a:txBody>
                    <a:bodyPr/>
                    <a:lstStyle/>
                    <a:p>
                      <a:pPr rtl="0" algn="l"/>
                      <a:r>
                        <a:rPr sz="1500" b="1" i="0" lang="en-US">
                          <a:solidFill>
                            <a:srgbClr val="945B22"/>
                          </a:solidFill>
                          <a:latin typeface="Segoe UI"/>
                        </a:rPr>
                        <a:t>You are welcome.</a:t>
                      </a:r>
                    </a:p>
                  </a:txBody>
                  <a:tcPr>
                    <a:solidFill>
                      <a:srgbClr val="EEF3FA"/>
                    </a:solidFill>
                  </a:tcPr>
                </a:tc>
                <a:tc>
                  <a:txBody>
                    <a:bodyPr/>
                    <a:lstStyle/>
                    <a:p>
                      <a:pPr rtl="1" algn="r"/>
                      <a:r>
                        <a:rPr sz="1700" b="0" i="0" lang="ar-EG" altLang="en-US">
                          <a:solidFill>
                            <a:srgbClr val="1C2333"/>
                          </a:solidFill>
                          <a:latin typeface="Traditional Arabic"/>
                        </a:rPr>
                        <a:t>على الرحب والسعة</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a:p>
            <a:pPr rtl="0" algn="l">
              <a:spcAft>
                <a:spcPts val="400"/>
              </a:spcAft>
            </a:pPr>
            <a:r>
              <a:rPr sz="1700" b="0" i="0" lang="en-US">
                <a:solidFill>
                  <a:srgbClr val="1C2333"/>
                </a:solidFill>
                <a:latin typeface="Segoe UI"/>
              </a:rPr>
              <a:t>Sara: Hello.</a:t>
            </a:r>
          </a:p>
          <a:p>
            <a:pPr rtl="0" algn="l">
              <a:spcAft>
                <a:spcPts val="400"/>
              </a:spcAft>
            </a:pPr>
            <a:r>
              <a:rPr sz="1700" b="0" i="0" lang="en-US">
                <a:solidFill>
                  <a:srgbClr val="1C2333"/>
                </a:solidFill>
                <a:latin typeface="Segoe UI"/>
              </a:rPr>
              <a:t>Rody: ……</a:t>
            </a:r>
          </a:p>
          <a:p>
            <a:pPr rtl="0" algn="l">
              <a:spcAft>
                <a:spcPts val="400"/>
              </a:spcAft>
            </a:pPr>
            <a:r>
              <a:rPr sz="1700" b="0" i="0" lang="en-US">
                <a:solidFill>
                  <a:srgbClr val="1C2333"/>
                </a:solidFill>
                <a:latin typeface="Segoe UI"/>
              </a:rPr>
              <a:t>Sara: …… ?</a:t>
            </a:r>
          </a:p>
          <a:p>
            <a:pPr rtl="0" algn="l">
              <a:spcAft>
                <a:spcPts val="400"/>
              </a:spcAft>
            </a:pPr>
            <a:r>
              <a:rPr sz="1700" b="0" i="0" lang="en-US">
                <a:solidFill>
                  <a:srgbClr val="1C2333"/>
                </a:solidFill>
                <a:latin typeface="Segoe UI"/>
              </a:rPr>
              <a:t>Rody: I'm Rody.</a:t>
            </a:r>
          </a:p>
          <a:p>
            <a:pPr rtl="0" algn="l">
              <a:spcAft>
                <a:spcPts val="400"/>
              </a:spcAft>
            </a:pPr>
            <a:r>
              <a:rPr sz="1700" b="0" i="0" lang="en-US">
                <a:solidFill>
                  <a:srgbClr val="1C2333"/>
                </a:solidFill>
                <a:latin typeface="Segoe UI"/>
              </a:rPr>
              <a:t>Sara: How old are you?</a:t>
            </a:r>
          </a:p>
          <a:p>
            <a:pPr rtl="0" algn="l">
              <a:spcAft>
                <a:spcPts val="400"/>
              </a:spcAft>
            </a:pPr>
            <a:r>
              <a:rPr sz="1700" b="0" i="0" lang="en-US">
                <a:solidFill>
                  <a:srgbClr val="1C2333"/>
                </a:solidFill>
                <a:latin typeface="Segoe UI"/>
              </a:rPr>
              <a:t>Rody: ……</a:t>
            </a:r>
          </a:p>
          <a:p>
            <a:pPr rtl="0" algn="l">
              <a:spcAft>
                <a:spcPts val="400"/>
              </a:spcAft>
            </a:pPr>
            <a:r>
              <a:rPr sz="1700" b="0" i="0" lang="en-US">
                <a:solidFill>
                  <a:srgbClr val="1C2333"/>
                </a:solidFill>
                <a:latin typeface="Segoe UI"/>
              </a:rPr>
              <a:t>Sara: …… ?</a:t>
            </a:r>
          </a:p>
          <a:p>
            <a:pPr rtl="0" algn="l">
              <a:spcAft>
                <a:spcPts val="400"/>
              </a:spcAft>
            </a:pPr>
            <a:r>
              <a:rPr sz="1700" b="0" i="0" lang="en-US">
                <a:solidFill>
                  <a:srgbClr val="1C2333"/>
                </a:solidFill>
                <a:latin typeface="Segoe UI"/>
              </a:rPr>
              <a:t>Rody: I'm from Egypt.</a:t>
            </a:r>
          </a:p>
          <a:p>
            <a:pPr rtl="0" algn="l">
              <a:spcAft>
                <a:spcPts val="400"/>
              </a:spcAft>
            </a:pPr>
            <a:r>
              <a:rPr sz="1700" b="0" i="0" lang="en-US">
                <a:solidFill>
                  <a:srgbClr val="1C2333"/>
                </a:solidFill>
                <a:latin typeface="Segoe UI"/>
              </a:rPr>
              <a:t>Sara: Have a nice day.</a:t>
            </a:r>
          </a:p>
          <a:p>
            <a:pPr rtl="0" algn="l">
              <a:spcAft>
                <a:spcPts val="400"/>
              </a:spcAft>
            </a:pPr>
            <a:r>
              <a:rPr sz="1700" b="0" i="0" lang="en-US">
                <a:solidFill>
                  <a:srgbClr val="1C2333"/>
                </a:solidFill>
                <a:latin typeface="Segoe UI"/>
              </a:rPr>
              <a:t>Rody: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Sara: Hello.</a:t>
            </a:r>
          </a:p>
          <a:p>
            <a:pPr rtl="0" algn="l">
              <a:spcAft>
                <a:spcPts val="400"/>
              </a:spcAft>
            </a:pPr>
            <a:r>
              <a:rPr sz="1700" b="0" i="0" lang="en-US">
                <a:solidFill>
                  <a:srgbClr val="0F7A3D"/>
                </a:solidFill>
                <a:latin typeface="Segoe UI"/>
              </a:rPr>
              <a:t>Rody: Hello. / Hi.</a:t>
            </a:r>
          </a:p>
          <a:p>
            <a:pPr rtl="0" algn="l">
              <a:spcAft>
                <a:spcPts val="400"/>
              </a:spcAft>
            </a:pPr>
            <a:r>
              <a:rPr sz="1700" b="0" i="0" lang="en-US">
                <a:solidFill>
                  <a:srgbClr val="0F7A3D"/>
                </a:solidFill>
                <a:latin typeface="Segoe UI"/>
              </a:rPr>
              <a:t>Sara: What's your name ?</a:t>
            </a:r>
          </a:p>
          <a:p>
            <a:pPr rtl="0" algn="l">
              <a:spcAft>
                <a:spcPts val="400"/>
              </a:spcAft>
            </a:pPr>
            <a:r>
              <a:rPr sz="1700" b="0" i="0" lang="en-US">
                <a:solidFill>
                  <a:srgbClr val="0F7A3D"/>
                </a:solidFill>
                <a:latin typeface="Segoe UI"/>
              </a:rPr>
              <a:t>Rody: I'm Rody.</a:t>
            </a:r>
          </a:p>
          <a:p>
            <a:pPr rtl="0" algn="l">
              <a:spcAft>
                <a:spcPts val="400"/>
              </a:spcAft>
            </a:pPr>
            <a:r>
              <a:rPr sz="1700" b="0" i="0" lang="en-US">
                <a:solidFill>
                  <a:srgbClr val="0F7A3D"/>
                </a:solidFill>
                <a:latin typeface="Segoe UI"/>
              </a:rPr>
              <a:t>Sara: How old are you?</a:t>
            </a:r>
          </a:p>
          <a:p>
            <a:pPr rtl="0" algn="l">
              <a:spcAft>
                <a:spcPts val="400"/>
              </a:spcAft>
            </a:pPr>
            <a:r>
              <a:rPr sz="1700" b="0" i="0" lang="en-US">
                <a:solidFill>
                  <a:srgbClr val="0F7A3D"/>
                </a:solidFill>
                <a:latin typeface="Segoe UI"/>
              </a:rPr>
              <a:t>Rody: I'm 10 years old.</a:t>
            </a:r>
          </a:p>
          <a:p>
            <a:pPr rtl="0" algn="l">
              <a:spcAft>
                <a:spcPts val="400"/>
              </a:spcAft>
            </a:pPr>
            <a:r>
              <a:rPr sz="1700" b="0" i="0" lang="en-US">
                <a:solidFill>
                  <a:srgbClr val="0F7A3D"/>
                </a:solidFill>
                <a:latin typeface="Segoe UI"/>
              </a:rPr>
              <a:t>Sara: Where are you from ?</a:t>
            </a:r>
          </a:p>
          <a:p>
            <a:pPr rtl="0" algn="l">
              <a:spcAft>
                <a:spcPts val="400"/>
              </a:spcAft>
            </a:pPr>
            <a:r>
              <a:rPr sz="1700" b="0" i="0" lang="en-US">
                <a:solidFill>
                  <a:srgbClr val="0F7A3D"/>
                </a:solidFill>
                <a:latin typeface="Segoe UI"/>
              </a:rPr>
              <a:t>Rody: I'm from Egypt.</a:t>
            </a:r>
          </a:p>
          <a:p>
            <a:pPr rtl="0" algn="l">
              <a:spcAft>
                <a:spcPts val="400"/>
              </a:spcAft>
            </a:pPr>
            <a:r>
              <a:rPr sz="1700" b="0" i="0" lang="en-US">
                <a:solidFill>
                  <a:srgbClr val="0F7A3D"/>
                </a:solidFill>
                <a:latin typeface="Segoe UI"/>
              </a:rPr>
              <a:t>Sara: Have a nice day.</a:t>
            </a:r>
          </a:p>
          <a:p>
            <a:pPr rtl="0" algn="l">
              <a:spcAft>
                <a:spcPts val="400"/>
              </a:spcAft>
            </a:pPr>
            <a:r>
              <a:rPr sz="1700" b="0" i="0" lang="en-US">
                <a:solidFill>
                  <a:srgbClr val="0F7A3D"/>
                </a:solidFill>
                <a:latin typeface="Segoe UI"/>
              </a:rPr>
              <a:t>Rody: Thank you.</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dialogues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Complete:</a:t>
            </a:r>
          </a:p>
          <a:p>
            <a:pPr rtl="0" algn="l">
              <a:spcAft>
                <a:spcPts val="400"/>
              </a:spcAft>
            </a:pPr>
            <a:r>
              <a:rPr sz="1700" b="0" i="0" lang="en-US">
                <a:solidFill>
                  <a:srgbClr val="1C2333"/>
                </a:solidFill>
                <a:latin typeface="Segoe UI"/>
              </a:rPr>
              <a:t>Leen: Hi Rawan.</a:t>
            </a:r>
          </a:p>
          <a:p>
            <a:pPr rtl="0" algn="l">
              <a:spcAft>
                <a:spcPts val="400"/>
              </a:spcAft>
            </a:pPr>
            <a:r>
              <a:rPr sz="1700" b="0" i="0" lang="en-US">
                <a:solidFill>
                  <a:srgbClr val="1C2333"/>
                </a:solidFill>
                <a:latin typeface="Segoe UI"/>
              </a:rPr>
              <a:t>Rawan: ……</a:t>
            </a:r>
          </a:p>
          <a:p>
            <a:pPr rtl="0" algn="l">
              <a:spcAft>
                <a:spcPts val="400"/>
              </a:spcAft>
            </a:pPr>
            <a:r>
              <a:rPr sz="1700" b="0" i="0" lang="en-US">
                <a:solidFill>
                  <a:srgbClr val="1C2333"/>
                </a:solidFill>
                <a:latin typeface="Segoe UI"/>
              </a:rPr>
              <a:t>Leen: Are you busy today?</a:t>
            </a:r>
          </a:p>
          <a:p>
            <a:pPr rtl="0" algn="l">
              <a:spcAft>
                <a:spcPts val="400"/>
              </a:spcAft>
            </a:pPr>
            <a:r>
              <a:rPr sz="1700" b="0" i="0" lang="en-US">
                <a:solidFill>
                  <a:srgbClr val="1C2333"/>
                </a:solidFill>
                <a:latin typeface="Segoe UI"/>
              </a:rPr>
              <a:t>Rawan: Yes, …… .</a:t>
            </a:r>
          </a:p>
          <a:p>
            <a:pPr rtl="0" algn="l">
              <a:spcAft>
                <a:spcPts val="400"/>
              </a:spcAft>
            </a:pPr>
            <a:r>
              <a:rPr sz="1700" b="0" i="0" lang="en-US">
                <a:solidFill>
                  <a:srgbClr val="1C2333"/>
                </a:solidFill>
                <a:latin typeface="Segoe UI"/>
              </a:rPr>
              <a:t>Leen: What …… you doing?</a:t>
            </a:r>
          </a:p>
          <a:p>
            <a:pPr rtl="0" algn="l">
              <a:spcAft>
                <a:spcPts val="400"/>
              </a:spcAft>
            </a:pPr>
            <a:r>
              <a:rPr sz="1700" b="0" i="0" lang="en-US">
                <a:solidFill>
                  <a:srgbClr val="1C2333"/>
                </a:solidFill>
                <a:latin typeface="Segoe UI"/>
              </a:rPr>
              <a:t>Rawan: I'm studying English.</a:t>
            </a:r>
          </a:p>
          <a:p>
            <a:pPr rtl="0" algn="l">
              <a:spcAft>
                <a:spcPts val="400"/>
              </a:spcAft>
            </a:pPr>
            <a:r>
              <a:rPr sz="1700" b="0" i="0" lang="en-US">
                <a:solidFill>
                  <a:srgbClr val="1C2333"/>
                </a:solidFill>
                <a:latin typeface="Segoe UI"/>
              </a:rPr>
              <a:t>Leen: …… ?</a:t>
            </a:r>
          </a:p>
          <a:p>
            <a:pPr rtl="0" algn="l">
              <a:spcAft>
                <a:spcPts val="400"/>
              </a:spcAft>
            </a:pPr>
            <a:r>
              <a:rPr sz="1700" b="0" i="0" lang="en-US">
                <a:solidFill>
                  <a:srgbClr val="1C2333"/>
                </a:solidFill>
                <a:latin typeface="Segoe UI"/>
              </a:rPr>
              <a:t>Rawan: Yes, it is easy.</a:t>
            </a:r>
          </a:p>
          <a:p>
            <a:pPr rtl="0" algn="l">
              <a:spcAft>
                <a:spcPts val="400"/>
              </a:spcAft>
            </a:pPr>
            <a:r>
              <a:rPr sz="1700" b="0" i="0" lang="en-US">
                <a:solidFill>
                  <a:srgbClr val="1C2333"/>
                </a:solidFill>
                <a:latin typeface="Segoe UI"/>
              </a:rPr>
              <a:t>Leen: Have a nice time.</a:t>
            </a:r>
          </a:p>
          <a:p>
            <a:pPr rtl="0" algn="l">
              <a:spcAft>
                <a:spcPts val="400"/>
              </a:spcAft>
            </a:pPr>
            <a:r>
              <a:rPr sz="1700" b="0" i="0" lang="en-US">
                <a:solidFill>
                  <a:srgbClr val="1C2333"/>
                </a:solidFill>
                <a:latin typeface="Segoe UI"/>
              </a:rPr>
              <a:t>Rawan: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Leen: Hi Rawan.</a:t>
            </a:r>
          </a:p>
          <a:p>
            <a:pPr rtl="0" algn="l">
              <a:spcAft>
                <a:spcPts val="400"/>
              </a:spcAft>
            </a:pPr>
            <a:r>
              <a:rPr sz="1700" b="0" i="0" lang="en-US">
                <a:solidFill>
                  <a:srgbClr val="0F7A3D"/>
                </a:solidFill>
                <a:latin typeface="Segoe UI"/>
              </a:rPr>
              <a:t>Rawan: Hi Leen.</a:t>
            </a:r>
          </a:p>
          <a:p>
            <a:pPr rtl="0" algn="l">
              <a:spcAft>
                <a:spcPts val="400"/>
              </a:spcAft>
            </a:pPr>
            <a:r>
              <a:rPr sz="1700" b="0" i="0" lang="en-US">
                <a:solidFill>
                  <a:srgbClr val="0F7A3D"/>
                </a:solidFill>
                <a:latin typeface="Segoe UI"/>
              </a:rPr>
              <a:t>Leen: Are you busy today?</a:t>
            </a:r>
          </a:p>
          <a:p>
            <a:pPr rtl="0" algn="l">
              <a:spcAft>
                <a:spcPts val="400"/>
              </a:spcAft>
            </a:pPr>
            <a:r>
              <a:rPr sz="1700" b="0" i="0" lang="en-US">
                <a:solidFill>
                  <a:srgbClr val="0F7A3D"/>
                </a:solidFill>
                <a:latin typeface="Segoe UI"/>
              </a:rPr>
              <a:t>Rawan: Yes, I am busy .</a:t>
            </a:r>
          </a:p>
          <a:p>
            <a:pPr rtl="0" algn="l">
              <a:spcAft>
                <a:spcPts val="400"/>
              </a:spcAft>
            </a:pPr>
            <a:r>
              <a:rPr sz="1700" b="0" i="0" lang="en-US">
                <a:solidFill>
                  <a:srgbClr val="0F7A3D"/>
                </a:solidFill>
                <a:latin typeface="Segoe UI"/>
              </a:rPr>
              <a:t>Leen: What are you doing?</a:t>
            </a:r>
          </a:p>
          <a:p>
            <a:pPr rtl="0" algn="l">
              <a:spcAft>
                <a:spcPts val="400"/>
              </a:spcAft>
            </a:pPr>
            <a:r>
              <a:rPr sz="1700" b="0" i="0" lang="en-US">
                <a:solidFill>
                  <a:srgbClr val="0F7A3D"/>
                </a:solidFill>
                <a:latin typeface="Segoe UI"/>
              </a:rPr>
              <a:t>Rawan: I'm studying English.</a:t>
            </a:r>
          </a:p>
          <a:p>
            <a:pPr rtl="0" algn="l">
              <a:spcAft>
                <a:spcPts val="400"/>
              </a:spcAft>
            </a:pPr>
            <a:r>
              <a:rPr sz="1700" b="0" i="0" lang="en-US">
                <a:solidFill>
                  <a:srgbClr val="0F7A3D"/>
                </a:solidFill>
                <a:latin typeface="Segoe UI"/>
              </a:rPr>
              <a:t>Leen: Is it easy ?</a:t>
            </a:r>
          </a:p>
          <a:p>
            <a:pPr rtl="0" algn="l">
              <a:spcAft>
                <a:spcPts val="400"/>
              </a:spcAft>
            </a:pPr>
            <a:r>
              <a:rPr sz="1700" b="0" i="0" lang="en-US">
                <a:solidFill>
                  <a:srgbClr val="0F7A3D"/>
                </a:solidFill>
                <a:latin typeface="Segoe UI"/>
              </a:rPr>
              <a:t>Rawan: Yes, it is easy.</a:t>
            </a:r>
          </a:p>
          <a:p>
            <a:pPr rtl="0" algn="l">
              <a:spcAft>
                <a:spcPts val="400"/>
              </a:spcAft>
            </a:pPr>
            <a:r>
              <a:rPr sz="1700" b="0" i="0" lang="en-US">
                <a:solidFill>
                  <a:srgbClr val="0F7A3D"/>
                </a:solidFill>
                <a:latin typeface="Segoe UI"/>
              </a:rPr>
              <a:t>Leen: Have a nice time.</a:t>
            </a:r>
          </a:p>
          <a:p>
            <a:pPr rtl="0" algn="l">
              <a:spcAft>
                <a:spcPts val="400"/>
              </a:spcAft>
            </a:pPr>
            <a:r>
              <a:rPr sz="1700" b="0" i="0" lang="en-US">
                <a:solidFill>
                  <a:srgbClr val="0F7A3D"/>
                </a:solidFill>
                <a:latin typeface="Segoe UI"/>
              </a:rPr>
              <a:t>Rawan: Thank you.</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B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B22"/>
                </a:solidFill>
                <a:latin typeface="Segoe UI"/>
              </a:rPr>
              <a:t>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5 — Greetings &amp; Personal Information</a:t>
            </a:r>
          </a:p>
          <a:p>
            <a:pPr rtl="0" algn="l"/>
            <a:r>
              <a:rPr sz="1400" b="0" i="0" lang="en-US">
                <a:solidFill>
                  <a:srgbClr val="DDE6F3"/>
                </a:solidFill>
                <a:latin typeface="Segoe UI"/>
              </a:rPr>
              <a:t>Finish the following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Haneen: Hello, Nada.</a:t>
            </a:r>
          </a:p>
          <a:p>
            <a:pPr rtl="0" algn="l">
              <a:spcAft>
                <a:spcPts val="400"/>
              </a:spcAft>
            </a:pPr>
            <a:r>
              <a:rPr sz="1700" b="0" i="0" lang="en-US">
                <a:solidFill>
                  <a:srgbClr val="1C2333"/>
                </a:solidFill>
                <a:latin typeface="Segoe UI"/>
              </a:rPr>
              <a:t>Nada: ……</a:t>
            </a:r>
          </a:p>
          <a:p>
            <a:pPr rtl="0" algn="l">
              <a:spcAft>
                <a:spcPts val="400"/>
              </a:spcAft>
            </a:pPr>
            <a:r>
              <a:rPr sz="1700" b="0" i="0" lang="en-US">
                <a:solidFill>
                  <a:srgbClr val="1C2333"/>
                </a:solidFill>
                <a:latin typeface="Segoe UI"/>
              </a:rPr>
              <a:t>Haneen: What …… you doing now?</a:t>
            </a:r>
          </a:p>
          <a:p>
            <a:pPr rtl="0" algn="l">
              <a:spcAft>
                <a:spcPts val="400"/>
              </a:spcAft>
            </a:pPr>
            <a:r>
              <a:rPr sz="1700" b="0" i="0" lang="en-US">
                <a:solidFill>
                  <a:srgbClr val="1C2333"/>
                </a:solidFill>
                <a:latin typeface="Segoe UI"/>
              </a:rPr>
              <a:t>Nada: I'm playing now.</a:t>
            </a:r>
          </a:p>
          <a:p>
            <a:pPr rtl="0" algn="l">
              <a:spcAft>
                <a:spcPts val="400"/>
              </a:spcAft>
            </a:pPr>
            <a:r>
              <a:rPr sz="1700" b="0" i="0" lang="en-US">
                <a:solidFill>
                  <a:srgbClr val="1C2333"/>
                </a:solidFill>
                <a:latin typeface="Segoe UI"/>
              </a:rPr>
              <a:t>Haneen: What …… you playing now?</a:t>
            </a:r>
          </a:p>
          <a:p>
            <a:pPr rtl="0" algn="l">
              <a:spcAft>
                <a:spcPts val="400"/>
              </a:spcAft>
            </a:pPr>
            <a:r>
              <a:rPr sz="1700" b="0" i="0" lang="en-US">
                <a:solidFill>
                  <a:srgbClr val="1C2333"/>
                </a:solidFill>
                <a:latin typeface="Segoe UI"/>
              </a:rPr>
              <a:t>Nada: I …… playing tennis.</a:t>
            </a:r>
          </a:p>
          <a:p>
            <a:pPr rtl="0" algn="l">
              <a:spcAft>
                <a:spcPts val="400"/>
              </a:spcAft>
            </a:pPr>
            <a:r>
              <a:rPr sz="1700" b="0" i="0" lang="en-US">
                <a:solidFill>
                  <a:srgbClr val="1C2333"/>
                </a:solidFill>
                <a:latin typeface="Segoe UI"/>
              </a:rPr>
              <a:t>Haneen: ……</a:t>
            </a:r>
          </a:p>
          <a:p>
            <a:pPr rtl="0" algn="l">
              <a:spcAft>
                <a:spcPts val="400"/>
              </a:spcAft>
            </a:pPr>
            <a:r>
              <a:rPr sz="1700" b="0" i="0" lang="en-US">
                <a:solidFill>
                  <a:srgbClr val="1C2333"/>
                </a:solidFill>
                <a:latin typeface="Segoe UI"/>
              </a:rPr>
              <a:t>Nada: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Haneen: Hello, Nada.</a:t>
            </a:r>
          </a:p>
          <a:p>
            <a:pPr rtl="0" algn="l">
              <a:spcAft>
                <a:spcPts val="400"/>
              </a:spcAft>
            </a:pPr>
            <a:r>
              <a:rPr sz="1700" b="0" i="0" lang="en-US">
                <a:solidFill>
                  <a:srgbClr val="0F7A3D"/>
                </a:solidFill>
                <a:latin typeface="Segoe UI"/>
              </a:rPr>
              <a:t>Nada: Hello, Haneen.</a:t>
            </a:r>
          </a:p>
          <a:p>
            <a:pPr rtl="0" algn="l">
              <a:spcAft>
                <a:spcPts val="400"/>
              </a:spcAft>
            </a:pPr>
            <a:r>
              <a:rPr sz="1700" b="0" i="0" lang="en-US">
                <a:solidFill>
                  <a:srgbClr val="0F7A3D"/>
                </a:solidFill>
                <a:latin typeface="Segoe UI"/>
              </a:rPr>
              <a:t>Haneen: What are you doing now?</a:t>
            </a:r>
          </a:p>
          <a:p>
            <a:pPr rtl="0" algn="l">
              <a:spcAft>
                <a:spcPts val="400"/>
              </a:spcAft>
            </a:pPr>
            <a:r>
              <a:rPr sz="1700" b="0" i="0" lang="en-US">
                <a:solidFill>
                  <a:srgbClr val="0F7A3D"/>
                </a:solidFill>
                <a:latin typeface="Segoe UI"/>
              </a:rPr>
              <a:t>Nada: I'm playing now.</a:t>
            </a:r>
          </a:p>
          <a:p>
            <a:pPr rtl="0" algn="l">
              <a:spcAft>
                <a:spcPts val="400"/>
              </a:spcAft>
            </a:pPr>
            <a:r>
              <a:rPr sz="1700" b="0" i="0" lang="en-US">
                <a:solidFill>
                  <a:srgbClr val="0F7A3D"/>
                </a:solidFill>
                <a:latin typeface="Segoe UI"/>
              </a:rPr>
              <a:t>Haneen: What are you playing now?</a:t>
            </a:r>
          </a:p>
          <a:p>
            <a:pPr rtl="0" algn="l">
              <a:spcAft>
                <a:spcPts val="400"/>
              </a:spcAft>
            </a:pPr>
            <a:r>
              <a:rPr sz="1700" b="0" i="0" lang="en-US">
                <a:solidFill>
                  <a:srgbClr val="0F7A3D"/>
                </a:solidFill>
                <a:latin typeface="Segoe UI"/>
              </a:rPr>
              <a:t>Nada: I am playing tennis.</a:t>
            </a:r>
          </a:p>
          <a:p>
            <a:pPr rtl="0" algn="l">
              <a:spcAft>
                <a:spcPts val="400"/>
              </a:spcAft>
            </a:pPr>
            <a:r>
              <a:rPr sz="1700" b="0" i="0" lang="en-US">
                <a:solidFill>
                  <a:srgbClr val="0F7A3D"/>
                </a:solidFill>
                <a:latin typeface="Segoe UI"/>
              </a:rPr>
              <a:t>Haneen: Have a nice time.</a:t>
            </a:r>
          </a:p>
          <a:p>
            <a:pPr rtl="0" algn="l">
              <a:spcAft>
                <a:spcPts val="400"/>
              </a:spcAft>
            </a:pPr>
            <a:r>
              <a:rPr sz="1700" b="0" i="0" lang="en-US">
                <a:solidFill>
                  <a:srgbClr val="0F7A3D"/>
                </a:solidFill>
                <a:latin typeface="Segoe UI"/>
              </a:rPr>
              <a:t>Nada: Thank you.</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6</a:t>
            </a:r>
          </a:p>
          <a:p>
            <a:pPr algn="ctr" rtl="0"/>
            <a:r>
              <a:rPr sz="4600" b="1" i="0" lang="en-US">
                <a:solidFill>
                  <a:srgbClr val="FFFFFF"/>
                </a:solidFill>
                <a:latin typeface="Segoe UI"/>
              </a:rPr>
              <a:t>There is / There are</a:t>
            </a:r>
          </a:p>
          <a:p>
            <a:pPr algn="ctr" rtl="1"/>
            <a:r>
              <a:rPr sz="2900" b="0" i="0" lang="ar-EG" altLang="en-US">
                <a:solidFill>
                  <a:srgbClr val="FFFFFF"/>
                </a:solidFill>
                <a:latin typeface="Traditional Arabic"/>
              </a:rPr>
              <a:t>يوجد</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 a / an + اسم مفرد</a:t>
            </a:r>
          </a:p>
          <a:p>
            <a:pPr rtl="1" algn="r">
              <a:spcAft>
                <a:spcPts val="600"/>
              </a:spcAft>
            </a:pPr>
            <a:r>
              <a:rPr sz="2100" b="0" i="0" lang="ar-EG" altLang="en-US">
                <a:solidFill>
                  <a:srgbClr val="1C2333"/>
                </a:solidFill>
                <a:latin typeface="Traditional Arabic"/>
              </a:rPr>
              <a:t>يوجد … للمفرد.</a:t>
            </a:r>
          </a:p>
          <a:p>
            <a:pPr rtl="0" algn="l">
              <a:spcAft>
                <a:spcPts val="600"/>
              </a:spcAft>
            </a:pPr>
            <a:r>
              <a:rPr sz="2000" b="1" i="0" lang="en-US">
                <a:solidFill>
                  <a:srgbClr val="229422"/>
                </a:solidFill>
                <a:latin typeface="Segoe UI"/>
              </a:rPr>
              <a:t>▶ There are + اسم جمع</a:t>
            </a:r>
          </a:p>
          <a:p>
            <a:pPr rtl="1" algn="r">
              <a:spcAft>
                <a:spcPts val="600"/>
              </a:spcAft>
            </a:pPr>
            <a:r>
              <a:rPr sz="2100" b="0" i="0" lang="ar-EG" altLang="en-US">
                <a:solidFill>
                  <a:srgbClr val="1C2333"/>
                </a:solidFill>
                <a:latin typeface="Traditional Arabic"/>
              </a:rPr>
              <a:t>يوجد … للجمع.</a:t>
            </a:r>
          </a:p>
          <a:p>
            <a:pPr rtl="0" algn="l">
              <a:spcAft>
                <a:spcPts val="600"/>
              </a:spcAft>
            </a:pPr>
            <a:r>
              <a:rPr sz="1700" b="0" i="1" lang="en-US">
                <a:solidFill>
                  <a:srgbClr val="5B6478"/>
                </a:solidFill>
                <a:latin typeface="Segoe UI"/>
              </a:rPr>
              <a:t>   e.g. There is a park. – There are flowers.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There is not (isn't) + a / an + اسم مفرد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9422"/>
                </a:solidFill>
                <a:latin typeface="Segoe UI"/>
              </a:rPr>
              <a:t>▶ There are not (aren't) + اسم جمع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22"/>
                </a:solidFill>
                <a:latin typeface="Segoe UI"/>
              </a:rPr>
              <a:t>▶ Is there + a / an + اسم مفرد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9422"/>
                </a:solidFill>
                <a:latin typeface="Segoe UI"/>
              </a:rPr>
              <a:t>▶ Are there + اسم جمع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there is. / No, there isn't. Yes, there are. / No, there aren't.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22"/>
                          </a:solidFill>
                          <a:latin typeface="Segoe UI"/>
                        </a:rPr>
                        <a:t>camera</a:t>
                      </a:r>
                    </a:p>
                  </a:txBody>
                  <a:tcPr>
                    <a:solidFill>
                      <a:srgbClr val="FFFFFF"/>
                    </a:solidFill>
                  </a:tcPr>
                </a:tc>
                <a:tc>
                  <a:txBody>
                    <a:bodyPr/>
                    <a:lstStyle/>
                    <a:p>
                      <a:pPr rtl="1" algn="r"/>
                      <a:r>
                        <a:rPr sz="1700" b="0" i="0" lang="ar-EG" altLang="en-US">
                          <a:solidFill>
                            <a:srgbClr val="1C2333"/>
                          </a:solidFill>
                          <a:latin typeface="Traditional Arabic"/>
                        </a:rPr>
                        <a:t>كاميرا</a:t>
                      </a:r>
                    </a:p>
                  </a:txBody>
                  <a:tcPr>
                    <a:solidFill>
                      <a:srgbClr val="FFFFFF"/>
                    </a:solidFill>
                  </a:tcPr>
                </a:tc>
                <a:tc>
                  <a:txBody>
                    <a:bodyPr/>
                    <a:lstStyle/>
                    <a:p>
                      <a:pPr rtl="0" algn="l"/>
                      <a:r>
                        <a:rPr sz="1500" b="1" i="0" lang="en-US">
                          <a:solidFill>
                            <a:srgbClr val="229422"/>
                          </a:solidFill>
                          <a:latin typeface="Segoe UI"/>
                        </a:rPr>
                        <a:t>window</a:t>
                      </a:r>
                    </a:p>
                  </a:txBody>
                  <a:tcPr>
                    <a:solidFill>
                      <a:srgbClr val="FFFFFF"/>
                    </a:solidFill>
                  </a:tcPr>
                </a:tc>
                <a:tc>
                  <a:txBody>
                    <a:bodyPr/>
                    <a:lstStyle/>
                    <a:p>
                      <a:pPr rtl="1" algn="r"/>
                      <a:r>
                        <a:rPr sz="1700" b="0" i="0" lang="ar-EG" altLang="en-US">
                          <a:solidFill>
                            <a:srgbClr val="1C2333"/>
                          </a:solidFill>
                          <a:latin typeface="Traditional Arabic"/>
                        </a:rPr>
                        <a:t>شباك</a:t>
                      </a:r>
                    </a:p>
                  </a:txBody>
                  <a:tcPr>
                    <a:solidFill>
                      <a:srgbClr val="FFFFFF"/>
                    </a:solidFill>
                  </a:tcPr>
                </a:tc>
                <a:tc>
                  <a:txBody>
                    <a:bodyPr/>
                    <a:lstStyle/>
                    <a:p>
                      <a:pPr rtl="0" algn="l"/>
                      <a:r>
                        <a:rPr sz="1500" b="1" i="0" lang="en-US">
                          <a:solidFill>
                            <a:srgbClr val="229422"/>
                          </a:solidFill>
                          <a:latin typeface="Segoe UI"/>
                        </a:rPr>
                        <a:t>dish</a:t>
                      </a:r>
                    </a:p>
                  </a:txBody>
                  <a:tcPr>
                    <a:solidFill>
                      <a:srgbClr val="FFFFFF"/>
                    </a:solidFill>
                  </a:tcPr>
                </a:tc>
                <a:tc>
                  <a:txBody>
                    <a:bodyPr/>
                    <a:lstStyle/>
                    <a:p>
                      <a:pPr rtl="1" algn="r"/>
                      <a:r>
                        <a:rPr sz="1700" b="0" i="0" lang="ar-EG" altLang="en-US">
                          <a:solidFill>
                            <a:srgbClr val="1C2333"/>
                          </a:solidFill>
                          <a:latin typeface="Traditional Arabic"/>
                        </a:rPr>
                        <a:t>طبق</a:t>
                      </a:r>
                    </a:p>
                  </a:txBody>
                  <a:tcPr>
                    <a:solidFill>
                      <a:srgbClr val="FFFFFF"/>
                    </a:solidFill>
                  </a:tcPr>
                </a:tc>
              </a:tr>
              <a:tr h="384048">
                <a:tc>
                  <a:txBody>
                    <a:bodyPr/>
                    <a:lstStyle/>
                    <a:p>
                      <a:pPr rtl="0" algn="l"/>
                      <a:r>
                        <a:rPr sz="1500" b="1" i="0" lang="en-US">
                          <a:solidFill>
                            <a:srgbClr val="229422"/>
                          </a:solidFill>
                          <a:latin typeface="Segoe UI"/>
                        </a:rPr>
                        <a:t>door</a:t>
                      </a:r>
                    </a:p>
                  </a:txBody>
                  <a:tcPr>
                    <a:solidFill>
                      <a:srgbClr val="EEF3FA"/>
                    </a:solidFill>
                  </a:tcPr>
                </a:tc>
                <a:tc>
                  <a:txBody>
                    <a:bodyPr/>
                    <a:lstStyle/>
                    <a:p>
                      <a:pPr rtl="1" algn="r"/>
                      <a:r>
                        <a:rPr sz="1700" b="0" i="0" lang="ar-EG" altLang="en-US">
                          <a:solidFill>
                            <a:srgbClr val="1C2333"/>
                          </a:solidFill>
                          <a:latin typeface="Traditional Arabic"/>
                        </a:rPr>
                        <a:t>باب</a:t>
                      </a:r>
                    </a:p>
                  </a:txBody>
                  <a:tcPr>
                    <a:solidFill>
                      <a:srgbClr val="EEF3FA"/>
                    </a:solidFill>
                  </a:tcPr>
                </a:tc>
                <a:tc>
                  <a:txBody>
                    <a:bodyPr/>
                    <a:lstStyle/>
                    <a:p>
                      <a:pPr rtl="0" algn="l"/>
                      <a:r>
                        <a:rPr sz="1500" b="1" i="0" lang="en-US">
                          <a:solidFill>
                            <a:srgbClr val="229422"/>
                          </a:solidFill>
                          <a:latin typeface="Segoe UI"/>
                        </a:rPr>
                        <a:t>queen</a:t>
                      </a:r>
                    </a:p>
                  </a:txBody>
                  <a:tcPr>
                    <a:solidFill>
                      <a:srgbClr val="EEF3FA"/>
                    </a:solidFill>
                  </a:tcPr>
                </a:tc>
                <a:tc>
                  <a:txBody>
                    <a:bodyPr/>
                    <a:lstStyle/>
                    <a:p>
                      <a:pPr rtl="1" algn="r"/>
                      <a:r>
                        <a:rPr sz="1700" b="0" i="0" lang="ar-EG" altLang="en-US">
                          <a:solidFill>
                            <a:srgbClr val="1C2333"/>
                          </a:solidFill>
                          <a:latin typeface="Traditional Arabic"/>
                        </a:rPr>
                        <a:t>ملكة</a:t>
                      </a:r>
                    </a:p>
                  </a:txBody>
                  <a:tcPr>
                    <a:solidFill>
                      <a:srgbClr val="EEF3FA"/>
                    </a:solidFill>
                  </a:tcPr>
                </a:tc>
                <a:tc>
                  <a:txBody>
                    <a:bodyPr/>
                    <a:lstStyle/>
                    <a:p>
                      <a:pPr rtl="0" algn="l"/>
                      <a:r>
                        <a:rPr sz="1500" b="1" i="0" lang="en-US">
                          <a:solidFill>
                            <a:srgbClr val="229422"/>
                          </a:solidFill>
                          <a:latin typeface="Segoe UI"/>
                        </a:rPr>
                        <a:t>mango</a:t>
                      </a:r>
                    </a:p>
                  </a:txBody>
                  <a:tcPr>
                    <a:solidFill>
                      <a:srgbClr val="EEF3FA"/>
                    </a:solidFill>
                  </a:tcPr>
                </a:tc>
                <a:tc>
                  <a:txBody>
                    <a:bodyPr/>
                    <a:lstStyle/>
                    <a:p>
                      <a:pPr rtl="1" algn="r"/>
                      <a:r>
                        <a:rPr sz="1700" b="0" i="0" lang="ar-EG" altLang="en-US">
                          <a:solidFill>
                            <a:srgbClr val="1C2333"/>
                          </a:solidFill>
                          <a:latin typeface="Traditional Arabic"/>
                        </a:rPr>
                        <a:t>مانجة</a:t>
                      </a:r>
                    </a:p>
                  </a:txBody>
                  <a:tcPr>
                    <a:solidFill>
                      <a:srgbClr val="EEF3FA"/>
                    </a:solidFill>
                  </a:tcPr>
                </a:tc>
              </a:tr>
              <a:tr h="384048">
                <a:tc>
                  <a:txBody>
                    <a:bodyPr/>
                    <a:lstStyle/>
                    <a:p>
                      <a:pPr rtl="0" algn="l"/>
                      <a:r>
                        <a:rPr sz="1500" b="1" i="0" lang="en-US">
                          <a:solidFill>
                            <a:srgbClr val="229422"/>
                          </a:solidFill>
                          <a:latin typeface="Segoe UI"/>
                        </a:rPr>
                        <a:t>flower</a:t>
                      </a:r>
                    </a:p>
                  </a:txBody>
                  <a:tcPr>
                    <a:solidFill>
                      <a:srgbClr val="FFFFFF"/>
                    </a:solidFill>
                  </a:tcPr>
                </a:tc>
                <a:tc>
                  <a:txBody>
                    <a:bodyPr/>
                    <a:lstStyle/>
                    <a:p>
                      <a:pPr rtl="1" algn="r"/>
                      <a:r>
                        <a:rPr sz="1700" b="0" i="0" lang="ar-EG" altLang="en-US">
                          <a:solidFill>
                            <a:srgbClr val="1C2333"/>
                          </a:solidFill>
                          <a:latin typeface="Traditional Arabic"/>
                        </a:rPr>
                        <a:t>زهرة</a:t>
                      </a:r>
                    </a:p>
                  </a:txBody>
                  <a:tcPr>
                    <a:solidFill>
                      <a:srgbClr val="FFFFFF"/>
                    </a:solidFill>
                  </a:tcPr>
                </a:tc>
                <a:tc>
                  <a:txBody>
                    <a:bodyPr/>
                    <a:lstStyle/>
                    <a:p>
                      <a:pPr rtl="0" algn="l"/>
                      <a:r>
                        <a:rPr sz="1500" b="1" i="0" lang="en-US">
                          <a:solidFill>
                            <a:srgbClr val="229422"/>
                          </a:solidFill>
                          <a:latin typeface="Segoe UI"/>
                        </a:rPr>
                        <a:t>king</a:t>
                      </a:r>
                    </a:p>
                  </a:txBody>
                  <a:tcPr>
                    <a:solidFill>
                      <a:srgbClr val="FFFFFF"/>
                    </a:solidFill>
                  </a:tcPr>
                </a:tc>
                <a:tc>
                  <a:txBody>
                    <a:bodyPr/>
                    <a:lstStyle/>
                    <a:p>
                      <a:pPr rtl="1" algn="r"/>
                      <a:r>
                        <a:rPr sz="1700" b="0" i="0" lang="ar-EG" altLang="en-US">
                          <a:solidFill>
                            <a:srgbClr val="1C2333"/>
                          </a:solidFill>
                          <a:latin typeface="Traditional Arabic"/>
                        </a:rPr>
                        <a:t>ملك</a:t>
                      </a:r>
                    </a:p>
                  </a:txBody>
                  <a:tcPr>
                    <a:solidFill>
                      <a:srgbClr val="FFFFFF"/>
                    </a:solidFill>
                  </a:tcPr>
                </a:tc>
                <a:tc>
                  <a:txBody>
                    <a:bodyPr/>
                    <a:lstStyle/>
                    <a:p>
                      <a:pPr rtl="0" algn="l"/>
                      <a:r>
                        <a:rPr sz="1500" b="1" i="0" lang="en-US">
                          <a:solidFill>
                            <a:srgbClr val="229422"/>
                          </a:solidFill>
                          <a:latin typeface="Segoe UI"/>
                        </a:rPr>
                        <a:t>bee</a:t>
                      </a:r>
                    </a:p>
                  </a:txBody>
                  <a:tcPr>
                    <a:solidFill>
                      <a:srgbClr val="FFFFFF"/>
                    </a:solidFill>
                  </a:tcPr>
                </a:tc>
                <a:tc>
                  <a:txBody>
                    <a:bodyPr/>
                    <a:lstStyle/>
                    <a:p>
                      <a:pPr rtl="1" algn="r"/>
                      <a:r>
                        <a:rPr sz="1700" b="0" i="0" lang="ar-EG" altLang="en-US">
                          <a:solidFill>
                            <a:srgbClr val="1C2333"/>
                          </a:solidFill>
                          <a:latin typeface="Traditional Arabic"/>
                        </a:rPr>
                        <a:t>نحلة</a:t>
                      </a:r>
                    </a:p>
                  </a:txBody>
                  <a:tcPr>
                    <a:solidFill>
                      <a:srgbClr val="FFFFFF"/>
                    </a:solidFill>
                  </a:tcPr>
                </a:tc>
              </a:tr>
              <a:tr h="384048">
                <a:tc>
                  <a:txBody>
                    <a:bodyPr/>
                    <a:lstStyle/>
                    <a:p>
                      <a:pPr rtl="0" algn="l"/>
                      <a:r>
                        <a:rPr sz="1500" b="1" i="0" lang="en-US">
                          <a:solidFill>
                            <a:srgbClr val="229422"/>
                          </a:solidFill>
                          <a:latin typeface="Segoe UI"/>
                        </a:rPr>
                        <a:t>river</a:t>
                      </a:r>
                    </a:p>
                  </a:txBody>
                  <a:tcPr>
                    <a:solidFill>
                      <a:srgbClr val="EEF3FA"/>
                    </a:solidFill>
                  </a:tcPr>
                </a:tc>
                <a:tc>
                  <a:txBody>
                    <a:bodyPr/>
                    <a:lstStyle/>
                    <a:p>
                      <a:pPr rtl="1" algn="r"/>
                      <a:r>
                        <a:rPr sz="1700" b="0" i="0" lang="ar-EG" altLang="en-US">
                          <a:solidFill>
                            <a:srgbClr val="1C2333"/>
                          </a:solidFill>
                          <a:latin typeface="Traditional Arabic"/>
                        </a:rPr>
                        <a:t>نهر</a:t>
                      </a:r>
                    </a:p>
                  </a:txBody>
                  <a:tcPr>
                    <a:solidFill>
                      <a:srgbClr val="EEF3FA"/>
                    </a:solidFill>
                  </a:tcPr>
                </a:tc>
                <a:tc>
                  <a:txBody>
                    <a:bodyPr/>
                    <a:lstStyle/>
                    <a:p>
                      <a:pPr rtl="0" algn="l"/>
                      <a:r>
                        <a:rPr sz="1500" b="1" i="0" lang="en-US">
                          <a:solidFill>
                            <a:srgbClr val="229422"/>
                          </a:solidFill>
                          <a:latin typeface="Segoe UI"/>
                        </a:rPr>
                        <a:t>tree</a:t>
                      </a:r>
                    </a:p>
                  </a:txBody>
                  <a:tcPr>
                    <a:solidFill>
                      <a:srgbClr val="EEF3FA"/>
                    </a:solidFill>
                  </a:tcPr>
                </a:tc>
                <a:tc>
                  <a:txBody>
                    <a:bodyPr/>
                    <a:lstStyle/>
                    <a:p>
                      <a:pPr rtl="1" algn="r"/>
                      <a:r>
                        <a:rPr sz="1700" b="0" i="0" lang="ar-EG" altLang="en-US">
                          <a:solidFill>
                            <a:srgbClr val="1C2333"/>
                          </a:solidFill>
                          <a:latin typeface="Traditional Arabic"/>
                        </a:rPr>
                        <a:t>شجرة</a:t>
                      </a:r>
                    </a:p>
                  </a:txBody>
                  <a:tcPr>
                    <a:solidFill>
                      <a:srgbClr val="EEF3FA"/>
                    </a:solidFill>
                  </a:tcPr>
                </a:tc>
                <a:tc>
                  <a:txBody>
                    <a:bodyPr/>
                    <a:lstStyle/>
                    <a:p>
                      <a:pPr rtl="0" algn="l"/>
                      <a:r>
                        <a:rPr sz="1500" b="1" i="0" lang="en-US">
                          <a:solidFill>
                            <a:srgbClr val="229422"/>
                          </a:solidFill>
                          <a:latin typeface="Segoe UI"/>
                        </a:rPr>
                        <a:t>chair</a:t>
                      </a:r>
                    </a:p>
                  </a:txBody>
                  <a:tcPr>
                    <a:solidFill>
                      <a:srgbClr val="EEF3FA"/>
                    </a:solidFill>
                  </a:tcPr>
                </a:tc>
                <a:tc>
                  <a:txBody>
                    <a:bodyPr/>
                    <a:lstStyle/>
                    <a:p>
                      <a:pPr rtl="1" algn="r"/>
                      <a:r>
                        <a:rPr sz="1700" b="0" i="0" lang="ar-EG" altLang="en-US">
                          <a:solidFill>
                            <a:srgbClr val="1C2333"/>
                          </a:solidFill>
                          <a:latin typeface="Traditional Arabic"/>
                        </a:rPr>
                        <a:t>كرسي</a:t>
                      </a:r>
                    </a:p>
                  </a:txBody>
                  <a:tcPr>
                    <a:solidFill>
                      <a:srgbClr val="EEF3FA"/>
                    </a:solidFill>
                  </a:tcPr>
                </a:tc>
              </a:tr>
              <a:tr h="384048">
                <a:tc>
                  <a:txBody>
                    <a:bodyPr/>
                    <a:lstStyle/>
                    <a:p>
                      <a:pPr rtl="0" algn="l"/>
                      <a:r>
                        <a:rPr sz="1500" b="1" i="0" lang="en-US">
                          <a:solidFill>
                            <a:srgbClr val="229422"/>
                          </a:solidFill>
                          <a:latin typeface="Segoe UI"/>
                        </a:rPr>
                        <a:t>banana</a:t>
                      </a:r>
                    </a:p>
                  </a:txBody>
                  <a:tcPr>
                    <a:solidFill>
                      <a:srgbClr val="FFFFFF"/>
                    </a:solidFill>
                  </a:tcPr>
                </a:tc>
                <a:tc>
                  <a:txBody>
                    <a:bodyPr/>
                    <a:lstStyle/>
                    <a:p>
                      <a:pPr rtl="1" algn="r"/>
                      <a:r>
                        <a:rPr sz="1700" b="0" i="0" lang="ar-EG" altLang="en-US">
                          <a:solidFill>
                            <a:srgbClr val="1C2333"/>
                          </a:solidFill>
                          <a:latin typeface="Traditional Arabic"/>
                        </a:rPr>
                        <a:t>موزة</a:t>
                      </a:r>
                    </a:p>
                  </a:txBody>
                  <a:tcPr>
                    <a:solidFill>
                      <a:srgbClr val="FFFFFF"/>
                    </a:solidFill>
                  </a:tcPr>
                </a:tc>
                <a:tc>
                  <a:txBody>
                    <a:bodyPr/>
                    <a:lstStyle/>
                    <a:p>
                      <a:pPr rtl="0" algn="l"/>
                      <a:r>
                        <a:rPr sz="1500" b="1" i="0" lang="en-US">
                          <a:solidFill>
                            <a:srgbClr val="229422"/>
                          </a:solidFill>
                          <a:latin typeface="Segoe UI"/>
                        </a:rPr>
                        <a:t>monkey</a:t>
                      </a:r>
                    </a:p>
                  </a:txBody>
                  <a:tcPr>
                    <a:solidFill>
                      <a:srgbClr val="FFFFFF"/>
                    </a:solidFill>
                  </a:tcPr>
                </a:tc>
                <a:tc>
                  <a:txBody>
                    <a:bodyPr/>
                    <a:lstStyle/>
                    <a:p>
                      <a:pPr rtl="1" algn="r"/>
                      <a:r>
                        <a:rPr sz="1700" b="0" i="0" lang="ar-EG" altLang="en-US">
                          <a:solidFill>
                            <a:srgbClr val="1C2333"/>
                          </a:solidFill>
                          <a:latin typeface="Traditional Arabic"/>
                        </a:rPr>
                        <a:t>قرد</a:t>
                      </a:r>
                    </a:p>
                  </a:txBody>
                  <a:tcPr>
                    <a:solidFill>
                      <a:srgbClr val="FFFFFF"/>
                    </a:solidFill>
                  </a:tcPr>
                </a:tc>
                <a:tc>
                  <a:txBody>
                    <a:bodyPr/>
                    <a:lstStyle/>
                    <a:p>
                      <a:pPr rtl="0" algn="l"/>
                      <a:r>
                        <a:rPr sz="1500" b="1" i="0" lang="en-US">
                          <a:solidFill>
                            <a:srgbClr val="229422"/>
                          </a:solidFill>
                          <a:latin typeface="Segoe UI"/>
                        </a:rPr>
                        <a:t>ring</a:t>
                      </a:r>
                    </a:p>
                  </a:txBody>
                  <a:tcPr>
                    <a:solidFill>
                      <a:srgbClr val="FFFFFF"/>
                    </a:solidFill>
                  </a:tcPr>
                </a:tc>
                <a:tc>
                  <a:txBody>
                    <a:bodyPr/>
                    <a:lstStyle/>
                    <a:p>
                      <a:pPr rtl="1" algn="r"/>
                      <a:r>
                        <a:rPr sz="1700" b="0" i="0" lang="ar-EG" altLang="en-US">
                          <a:solidFill>
                            <a:srgbClr val="1C2333"/>
                          </a:solidFill>
                          <a:latin typeface="Traditional Arabic"/>
                        </a:rPr>
                        <a:t>خاتم</a:t>
                      </a:r>
                    </a:p>
                  </a:txBody>
                  <a:tcPr>
                    <a:solidFill>
                      <a:srgbClr val="FFFFFF"/>
                    </a:solidFill>
                  </a:tcPr>
                </a:tc>
              </a:tr>
              <a:tr h="384048">
                <a:tc>
                  <a:txBody>
                    <a:bodyPr/>
                    <a:lstStyle/>
                    <a:p>
                      <a:pPr rtl="0" algn="l"/>
                      <a:r>
                        <a:rPr sz="1500" b="1" i="0" lang="en-US">
                          <a:solidFill>
                            <a:srgbClr val="229422"/>
                          </a:solidFill>
                          <a:latin typeface="Segoe UI"/>
                        </a:rPr>
                        <a:t>key</a:t>
                      </a:r>
                    </a:p>
                  </a:txBody>
                  <a:tcPr>
                    <a:solidFill>
                      <a:srgbClr val="EEF3FA"/>
                    </a:solidFill>
                  </a:tcPr>
                </a:tc>
                <a:tc>
                  <a:txBody>
                    <a:bodyPr/>
                    <a:lstStyle/>
                    <a:p>
                      <a:pPr rtl="1" algn="r"/>
                      <a:r>
                        <a:rPr sz="1700" b="0" i="0" lang="ar-EG" altLang="en-US">
                          <a:solidFill>
                            <a:srgbClr val="1C2333"/>
                          </a:solidFill>
                          <a:latin typeface="Traditional Arabic"/>
                        </a:rPr>
                        <a:t>مفتاح</a:t>
                      </a:r>
                    </a:p>
                  </a:txBody>
                  <a:tcPr>
                    <a:solidFill>
                      <a:srgbClr val="EEF3FA"/>
                    </a:solidFill>
                  </a:tcPr>
                </a:tc>
                <a:tc>
                  <a:txBody>
                    <a:bodyPr/>
                    <a:lstStyle/>
                    <a:p>
                      <a:pPr rtl="0" algn="l"/>
                      <a:r>
                        <a:rPr sz="1500" b="1" i="0" lang="en-US">
                          <a:solidFill>
                            <a:srgbClr val="229422"/>
                          </a:solidFill>
                          <a:latin typeface="Segoe UI"/>
                        </a:rPr>
                        <a:t>couch</a:t>
                      </a:r>
                    </a:p>
                  </a:txBody>
                  <a:tcPr>
                    <a:solidFill>
                      <a:srgbClr val="EEF3FA"/>
                    </a:solidFill>
                  </a:tcPr>
                </a:tc>
                <a:tc>
                  <a:txBody>
                    <a:bodyPr/>
                    <a:lstStyle/>
                    <a:p>
                      <a:pPr rtl="1" algn="r"/>
                      <a:r>
                        <a:rPr sz="1700" b="0" i="0" lang="ar-EG" altLang="en-US">
                          <a:solidFill>
                            <a:srgbClr val="1C2333"/>
                          </a:solidFill>
                          <a:latin typeface="Traditional Arabic"/>
                        </a:rPr>
                        <a:t>كنبة</a:t>
                      </a:r>
                    </a:p>
                  </a:txBody>
                  <a:tcPr>
                    <a:solidFill>
                      <a:srgbClr val="EEF3FA"/>
                    </a:solidFill>
                  </a:tcPr>
                </a:tc>
                <a:tc>
                  <a:txBody>
                    <a:bodyPr/>
                    <a:lstStyle/>
                    <a:p>
                      <a:pPr rtl="0" algn="l"/>
                      <a:r>
                        <a:rPr sz="1500" b="1" i="0" lang="en-US">
                          <a:solidFill>
                            <a:srgbClr val="229422"/>
                          </a:solidFill>
                          <a:latin typeface="Segoe UI"/>
                        </a:rPr>
                        <a:t>fish</a:t>
                      </a:r>
                    </a:p>
                  </a:txBody>
                  <a:tcPr>
                    <a:solidFill>
                      <a:srgbClr val="EEF3FA"/>
                    </a:solidFill>
                  </a:tcPr>
                </a:tc>
                <a:tc>
                  <a:txBody>
                    <a:bodyPr/>
                    <a:lstStyle/>
                    <a:p>
                      <a:pPr rtl="1" algn="r"/>
                      <a:r>
                        <a:rPr sz="1700" b="0" i="0" lang="ar-EG" altLang="en-US">
                          <a:solidFill>
                            <a:srgbClr val="1C2333"/>
                          </a:solidFill>
                          <a:latin typeface="Traditional Arabic"/>
                        </a:rPr>
                        <a:t>سمكة</a:t>
                      </a:r>
                    </a:p>
                  </a:txBody>
                  <a:tcPr>
                    <a:solidFill>
                      <a:srgbClr val="EEF3FA"/>
                    </a:solidFill>
                  </a:tcPr>
                </a:tc>
              </a:tr>
              <a:tr h="384048">
                <a:tc>
                  <a:txBody>
                    <a:bodyPr/>
                    <a:lstStyle/>
                    <a:p>
                      <a:pPr rtl="0" algn="l"/>
                      <a:r>
                        <a:rPr sz="1500" b="1" i="0" lang="en-US">
                          <a:solidFill>
                            <a:srgbClr val="229422"/>
                          </a:solidFill>
                          <a:latin typeface="Segoe UI"/>
                        </a:rPr>
                        <a:t>piano</a:t>
                      </a:r>
                    </a:p>
                  </a:txBody>
                  <a:tcPr>
                    <a:solidFill>
                      <a:srgbClr val="FFFFFF"/>
                    </a:solidFill>
                  </a:tcPr>
                </a:tc>
                <a:tc>
                  <a:txBody>
                    <a:bodyPr/>
                    <a:lstStyle/>
                    <a:p>
                      <a:pPr rtl="1" algn="r"/>
                      <a:r>
                        <a:rPr sz="1700" b="0" i="0" lang="ar-EG" altLang="en-US">
                          <a:solidFill>
                            <a:srgbClr val="1C2333"/>
                          </a:solidFill>
                          <a:latin typeface="Traditional Arabic"/>
                        </a:rPr>
                        <a:t>بيانو</a:t>
                      </a:r>
                    </a:p>
                  </a:txBody>
                  <a:tcPr>
                    <a:solidFill>
                      <a:srgbClr val="FFFFFF"/>
                    </a:solidFill>
                  </a:tcPr>
                </a:tc>
                <a:tc>
                  <a:txBody>
                    <a:bodyPr/>
                    <a:lstStyle/>
                    <a:p>
                      <a:pPr rtl="0" algn="l"/>
                      <a:r>
                        <a:rPr sz="1500" b="1" i="0" lang="en-US">
                          <a:solidFill>
                            <a:srgbClr val="229422"/>
                          </a:solidFill>
                          <a:latin typeface="Segoe UI"/>
                        </a:rPr>
                        <a:t>bench</a:t>
                      </a:r>
                    </a:p>
                  </a:txBody>
                  <a:tcPr>
                    <a:solidFill>
                      <a:srgbClr val="FFFFFF"/>
                    </a:solidFill>
                  </a:tcPr>
                </a:tc>
                <a:tc>
                  <a:txBody>
                    <a:bodyPr/>
                    <a:lstStyle/>
                    <a:p>
                      <a:pPr rtl="1" algn="r"/>
                      <a:r>
                        <a:rPr sz="1700" b="0" i="0" lang="ar-EG" altLang="en-US">
                          <a:solidFill>
                            <a:srgbClr val="1C2333"/>
                          </a:solidFill>
                          <a:latin typeface="Traditional Arabic"/>
                        </a:rPr>
                        <a:t>مقعد</a:t>
                      </a:r>
                    </a:p>
                  </a:txBody>
                  <a:tcPr>
                    <a:solidFill>
                      <a:srgbClr val="FFFFFF"/>
                    </a:solidFill>
                  </a:tcPr>
                </a:tc>
                <a:tc>
                  <a:txBody>
                    <a:bodyPr/>
                    <a:lstStyle/>
                    <a:p>
                      <a:pPr rtl="0" algn="l"/>
                      <a:r>
                        <a:rPr sz="1500" b="1" i="0" lang="en-US">
                          <a:solidFill>
                            <a:srgbClr val="229422"/>
                          </a:solidFill>
                          <a:latin typeface="Segoe UI"/>
                        </a:rPr>
                        <a:t>plant</a:t>
                      </a:r>
                    </a:p>
                  </a:txBody>
                  <a:tcPr>
                    <a:solidFill>
                      <a:srgbClr val="FFFFFF"/>
                    </a:solidFill>
                  </a:tcPr>
                </a:tc>
                <a:tc>
                  <a:txBody>
                    <a:bodyPr/>
                    <a:lstStyle/>
                    <a:p>
                      <a:pPr rtl="1" algn="r"/>
                      <a:r>
                        <a:rPr sz="1700" b="0" i="0" lang="ar-EG" altLang="en-US">
                          <a:solidFill>
                            <a:srgbClr val="1C2333"/>
                          </a:solidFill>
                          <a:latin typeface="Traditional Arabic"/>
                        </a:rPr>
                        <a:t>نبات</a:t>
                      </a:r>
                    </a:p>
                  </a:txBody>
                  <a:tcPr>
                    <a:solidFill>
                      <a:srgbClr val="FFFFFF"/>
                    </a:solidFill>
                  </a:tcPr>
                </a:tc>
              </a:tr>
              <a:tr h="384048">
                <a:tc>
                  <a:txBody>
                    <a:bodyPr/>
                    <a:lstStyle/>
                    <a:p>
                      <a:pPr rtl="0" algn="l"/>
                      <a:r>
                        <a:rPr sz="1500" b="1" i="0" lang="en-US">
                          <a:solidFill>
                            <a:srgbClr val="229422"/>
                          </a:solidFill>
                          <a:latin typeface="Segoe UI"/>
                        </a:rPr>
                        <a:t>animal</a:t>
                      </a:r>
                    </a:p>
                  </a:txBody>
                  <a:tcPr>
                    <a:solidFill>
                      <a:srgbClr val="EEF3FA"/>
                    </a:solidFill>
                  </a:tcPr>
                </a:tc>
                <a:tc>
                  <a:txBody>
                    <a:bodyPr/>
                    <a:lstStyle/>
                    <a:p>
                      <a:pPr rtl="1" algn="r"/>
                      <a:r>
                        <a:rPr sz="1700" b="0" i="0" lang="ar-EG" altLang="en-US">
                          <a:solidFill>
                            <a:srgbClr val="1C2333"/>
                          </a:solidFill>
                          <a:latin typeface="Traditional Arabic"/>
                        </a:rPr>
                        <a:t>حيوان</a:t>
                      </a:r>
                    </a:p>
                  </a:txBody>
                  <a:tcPr>
                    <a:solidFill>
                      <a:srgbClr val="EEF3FA"/>
                    </a:solidFill>
                  </a:tcPr>
                </a:tc>
                <a:tc>
                  <a:txBody>
                    <a:bodyPr/>
                    <a:lstStyle/>
                    <a:p>
                      <a:pPr rtl="0" algn="l"/>
                      <a:r>
                        <a:rPr sz="1500" b="1" i="0" lang="en-US">
                          <a:solidFill>
                            <a:srgbClr val="229422"/>
                          </a:solidFill>
                          <a:latin typeface="Segoe UI"/>
                        </a:rPr>
                        <a:t>glasses</a:t>
                      </a:r>
                    </a:p>
                  </a:txBody>
                  <a:tcPr>
                    <a:solidFill>
                      <a:srgbClr val="EEF3FA"/>
                    </a:solidFill>
                  </a:tcPr>
                </a:tc>
                <a:tc>
                  <a:txBody>
                    <a:bodyPr/>
                    <a:lstStyle/>
                    <a:p>
                      <a:pPr rtl="1" algn="r"/>
                      <a:r>
                        <a:rPr sz="1700" b="0" i="0" lang="ar-EG" altLang="en-US">
                          <a:solidFill>
                            <a:srgbClr val="1C2333"/>
                          </a:solidFill>
                          <a:latin typeface="Traditional Arabic"/>
                        </a:rPr>
                        <a:t>نظارة</a:t>
                      </a:r>
                    </a:p>
                  </a:txBody>
                  <a:tcPr>
                    <a:solidFill>
                      <a:srgbClr val="EEF3FA"/>
                    </a:solidFill>
                  </a:tcPr>
                </a:tc>
                <a:tc>
                  <a:txBody>
                    <a:bodyPr/>
                    <a:lstStyle/>
                    <a:p>
                      <a:pPr rtl="0" algn="l"/>
                      <a:r>
                        <a:rPr sz="1500" b="1" i="0" lang="en-US">
                          <a:solidFill>
                            <a:srgbClr val="229422"/>
                          </a:solidFill>
                          <a:latin typeface="Segoe UI"/>
                        </a:rPr>
                        <a:t>ball</a:t>
                      </a:r>
                    </a:p>
                  </a:txBody>
                  <a:tcPr>
                    <a:solidFill>
                      <a:srgbClr val="EEF3FA"/>
                    </a:solidFill>
                  </a:tcPr>
                </a:tc>
                <a:tc>
                  <a:txBody>
                    <a:bodyPr/>
                    <a:lstStyle/>
                    <a:p>
                      <a:pPr rtl="1" algn="r"/>
                      <a:r>
                        <a:rPr sz="1700" b="0" i="0" lang="ar-EG" altLang="en-US">
                          <a:solidFill>
                            <a:srgbClr val="1C2333"/>
                          </a:solidFill>
                          <a:latin typeface="Traditional Arabic"/>
                        </a:rPr>
                        <a:t>كرة</a:t>
                      </a:r>
                    </a:p>
                  </a:txBody>
                  <a:tcPr>
                    <a:solidFill>
                      <a:srgbClr val="EEF3FA"/>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229422"/>
                          </a:solidFill>
                          <a:latin typeface="Segoe UI"/>
                        </a:rPr>
                        <a:t>zoo</a:t>
                      </a:r>
                    </a:p>
                  </a:txBody>
                  <a:tcPr>
                    <a:solidFill>
                      <a:srgbClr val="FFFFFF"/>
                    </a:solidFill>
                  </a:tcPr>
                </a:tc>
                <a:tc>
                  <a:txBody>
                    <a:bodyPr/>
                    <a:lstStyle/>
                    <a:p>
                      <a:pPr rtl="1" algn="r"/>
                      <a:r>
                        <a:rPr sz="1700" b="0" i="0" lang="ar-EG" altLang="en-US">
                          <a:solidFill>
                            <a:srgbClr val="1C2333"/>
                          </a:solidFill>
                          <a:latin typeface="Traditional Arabic"/>
                        </a:rPr>
                        <a:t>حديقة حيوان</a:t>
                      </a:r>
                    </a:p>
                  </a:txBody>
                  <a:tcPr>
                    <a:solidFill>
                      <a:srgbClr val="FFFFFF"/>
                    </a:solidFill>
                  </a:tcPr>
                </a:tc>
                <a:tc>
                  <a:txBody>
                    <a:bodyPr/>
                    <a:lstStyle/>
                    <a:p>
                      <a:pPr rtl="0" algn="l"/>
                      <a:r>
                        <a:rPr sz="1500" b="1" i="0" lang="en-US">
                          <a:solidFill>
                            <a:srgbClr val="229422"/>
                          </a:solidFill>
                          <a:latin typeface="Segoe UI"/>
                        </a:rPr>
                        <a:t>van</a:t>
                      </a:r>
                    </a:p>
                  </a:txBody>
                  <a:tcPr>
                    <a:solidFill>
                      <a:srgbClr val="FFFFFF"/>
                    </a:solidFill>
                  </a:tcPr>
                </a:tc>
                <a:tc>
                  <a:txBody>
                    <a:bodyPr/>
                    <a:lstStyle/>
                    <a:p>
                      <a:pPr rtl="1" algn="r"/>
                      <a:r>
                        <a:rPr sz="1700" b="0" i="0" lang="ar-EG" altLang="en-US">
                          <a:solidFill>
                            <a:srgbClr val="1C2333"/>
                          </a:solidFill>
                          <a:latin typeface="Traditional Arabic"/>
                        </a:rPr>
                        <a:t>عربة نقل</a:t>
                      </a:r>
                    </a:p>
                  </a:txBody>
                  <a:tcPr>
                    <a:solidFill>
                      <a:srgbClr val="FFFFFF"/>
                    </a:solidFill>
                  </a:tcPr>
                </a:tc>
              </a:tr>
              <a:tr h="384048">
                <a:tc>
                  <a:txBody>
                    <a:bodyPr/>
                    <a:lstStyle/>
                    <a:p>
                      <a:pPr rtl="0" algn="l"/>
                      <a:r>
                        <a:rPr sz="1500" b="1" i="0" lang="en-US">
                          <a:solidFill>
                            <a:srgbClr val="229422"/>
                          </a:solidFill>
                          <a:latin typeface="Segoe UI"/>
                        </a:rPr>
                        <a:t>table</a:t>
                      </a:r>
                    </a:p>
                  </a:txBody>
                  <a:tcPr>
                    <a:solidFill>
                      <a:srgbClr val="EEF3FA"/>
                    </a:solidFill>
                  </a:tcPr>
                </a:tc>
                <a:tc>
                  <a:txBody>
                    <a:bodyPr/>
                    <a:lstStyle/>
                    <a:p>
                      <a:pPr rtl="1" algn="r"/>
                      <a:r>
                        <a:rPr sz="1700" b="0" i="0" lang="ar-EG" altLang="en-US">
                          <a:solidFill>
                            <a:srgbClr val="1C2333"/>
                          </a:solidFill>
                          <a:latin typeface="Traditional Arabic"/>
                        </a:rPr>
                        <a:t>منضدة</a:t>
                      </a:r>
                    </a:p>
                  </a:txBody>
                  <a:tcPr>
                    <a:solidFill>
                      <a:srgbClr val="EEF3FA"/>
                    </a:solidFill>
                  </a:tcPr>
                </a:tc>
                <a:tc>
                  <a:txBody>
                    <a:bodyPr/>
                    <a:lstStyle/>
                    <a:p>
                      <a:pPr rtl="0" algn="l"/>
                      <a:r>
                        <a:rPr sz="1500" b="1" i="0" lang="en-US">
                          <a:solidFill>
                            <a:srgbClr val="229422"/>
                          </a:solidFill>
                          <a:latin typeface="Segoe UI"/>
                        </a:rPr>
                        <a:t>park</a:t>
                      </a:r>
                    </a:p>
                  </a:txBody>
                  <a:tcPr>
                    <a:solidFill>
                      <a:srgbClr val="EEF3FA"/>
                    </a:solidFill>
                  </a:tcPr>
                </a:tc>
                <a:tc>
                  <a:txBody>
                    <a:bodyPr/>
                    <a:lstStyle/>
                    <a:p>
                      <a:pPr rtl="1" algn="r"/>
                      <a:r>
                        <a:rPr sz="1700" b="0" i="0" lang="ar-EG" altLang="en-US">
                          <a:solidFill>
                            <a:srgbClr val="1C2333"/>
                          </a:solidFill>
                          <a:latin typeface="Traditional Arabic"/>
                        </a:rPr>
                        <a:t>حديقة</a:t>
                      </a:r>
                    </a:p>
                  </a:txBody>
                  <a:tcPr>
                    <a:solidFill>
                      <a:srgbClr val="EEF3FA"/>
                    </a:solidFill>
                  </a:tcPr>
                </a:tc>
              </a:tr>
              <a:tr h="384048">
                <a:tc>
                  <a:txBody>
                    <a:bodyPr/>
                    <a:lstStyle/>
                    <a:p>
                      <a:pPr rtl="0" algn="l"/>
                      <a:r>
                        <a:rPr sz="1500" b="1" i="0" lang="en-US">
                          <a:solidFill>
                            <a:srgbClr val="229422"/>
                          </a:solidFill>
                          <a:latin typeface="Segoe UI"/>
                        </a:rPr>
                        <a:t>bat</a:t>
                      </a:r>
                    </a:p>
                  </a:txBody>
                  <a:tcPr>
                    <a:solidFill>
                      <a:srgbClr val="FFFFFF"/>
                    </a:solidFill>
                  </a:tcPr>
                </a:tc>
                <a:tc>
                  <a:txBody>
                    <a:bodyPr/>
                    <a:lstStyle/>
                    <a:p>
                      <a:pPr rtl="1" algn="r"/>
                      <a:r>
                        <a:rPr sz="1700" b="0" i="0" lang="ar-EG" altLang="en-US">
                          <a:solidFill>
                            <a:srgbClr val="1C2333"/>
                          </a:solidFill>
                          <a:latin typeface="Traditional Arabic"/>
                        </a:rPr>
                        <a:t>خفاش</a:t>
                      </a:r>
                    </a:p>
                  </a:txBody>
                  <a:tcPr>
                    <a:solidFill>
                      <a:srgbClr val="FFFFFF"/>
                    </a:solidFill>
                  </a:tcPr>
                </a:tc>
                <a:tc>
                  <a:txBody>
                    <a:bodyPr/>
                    <a:lstStyle/>
                    <a:p>
                      <a:pPr rtl="0" algn="l"/>
                      <a:r>
                        <a:rPr sz="1500" b="1" i="0" lang="en-US">
                          <a:solidFill>
                            <a:srgbClr val="229422"/>
                          </a:solidFill>
                          <a:latin typeface="Segoe UI"/>
                        </a:rPr>
                        <a:t>toy</a:t>
                      </a:r>
                    </a:p>
                  </a:txBody>
                  <a:tcPr>
                    <a:solidFill>
                      <a:srgbClr val="FFFFFF"/>
                    </a:solidFill>
                  </a:tcPr>
                </a:tc>
                <a:tc>
                  <a:txBody>
                    <a:bodyPr/>
                    <a:lstStyle/>
                    <a:p>
                      <a:pPr rtl="1" algn="r"/>
                      <a:r>
                        <a:rPr sz="1700" b="0" i="0" lang="ar-EG" altLang="en-US">
                          <a:solidFill>
                            <a:srgbClr val="1C2333"/>
                          </a:solidFill>
                          <a:latin typeface="Traditional Arabic"/>
                        </a:rPr>
                        <a:t>لعبة</a:t>
                      </a:r>
                    </a:p>
                  </a:txBody>
                  <a:tcPr>
                    <a:solidFill>
                      <a:srgbClr val="FFFFFF"/>
                    </a:solidFill>
                  </a:tcPr>
                </a:tc>
              </a:tr>
            </a:tbl>
          </a:graphicData>
        </a:graphic>
      </p:graphicFrame>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 a park.   (is – are)</a:t>
            </a:r>
          </a:p>
          <a:p>
            <a:pPr rtl="0" algn="l">
              <a:spcAft>
                <a:spcPts val="800"/>
              </a:spcAft>
            </a:pPr>
            <a:r>
              <a:rPr sz="1800" b="0" i="0" lang="en-US">
                <a:solidFill>
                  <a:srgbClr val="1C2333"/>
                </a:solidFill>
                <a:latin typeface="Segoe UI"/>
              </a:rPr>
              <a:t>2) There …… flowers.   (is – are)</a:t>
            </a:r>
          </a:p>
          <a:p>
            <a:pPr rtl="0" algn="l">
              <a:spcAft>
                <a:spcPts val="800"/>
              </a:spcAft>
            </a:pPr>
            <a:r>
              <a:rPr sz="1800" b="0" i="0" lang="en-US">
                <a:solidFill>
                  <a:srgbClr val="1C2333"/>
                </a:solidFill>
                <a:latin typeface="Segoe UI"/>
              </a:rPr>
              <a:t>3) …… is a key.   (They – There)</a:t>
            </a:r>
          </a:p>
          <a:p>
            <a:pPr rtl="0" algn="l">
              <a:spcAft>
                <a:spcPts val="800"/>
              </a:spcAft>
            </a:pPr>
            <a:r>
              <a:rPr sz="1800" b="0" i="0" lang="en-US">
                <a:solidFill>
                  <a:srgbClr val="1C2333"/>
                </a:solidFill>
                <a:latin typeface="Segoe UI"/>
              </a:rPr>
              <a:t>4) There …… a window.   (are – is)</a:t>
            </a:r>
          </a:p>
          <a:p>
            <a:pPr rtl="0" algn="l">
              <a:spcAft>
                <a:spcPts val="800"/>
              </a:spcAft>
            </a:pPr>
            <a:r>
              <a:rPr sz="1800" b="0" i="0" lang="en-US">
                <a:solidFill>
                  <a:srgbClr val="1C2333"/>
                </a:solidFill>
                <a:latin typeface="Segoe UI"/>
              </a:rPr>
              <a:t>5) There is a …… .   (trees – tree)</a:t>
            </a:r>
          </a:p>
          <a:p>
            <a:pPr rtl="0" algn="l">
              <a:spcAft>
                <a:spcPts val="800"/>
              </a:spcAft>
            </a:pPr>
            <a:r>
              <a:rPr sz="1800" b="0" i="0" lang="en-US">
                <a:solidFill>
                  <a:srgbClr val="1C2333"/>
                </a:solidFill>
                <a:latin typeface="Segoe UI"/>
              </a:rPr>
              <a:t>6) There is …… bench.   (a – an)</a:t>
            </a:r>
          </a:p>
          <a:p>
            <a:pPr rtl="0" algn="l">
              <a:spcAft>
                <a:spcPts val="800"/>
              </a:spcAft>
            </a:pPr>
            <a:r>
              <a:rPr sz="1800" b="0" i="0" lang="en-US">
                <a:solidFill>
                  <a:srgbClr val="1C2333"/>
                </a:solidFill>
                <a:latin typeface="Segoe UI"/>
              </a:rPr>
              <a:t>7) …… are books.   (This – There)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 a park.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2) There …… flowers.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3) …… is a key.   (They – There)</a:t>
            </a:r>
          </a:p>
          <a:p>
            <a:pPr lvl="1" rtl="0" algn="l">
              <a:spcAft>
                <a:spcPts val="700"/>
              </a:spcAft>
            </a:pPr>
            <a:r>
              <a:rPr sz="1600" b="1" i="0" lang="en-US">
                <a:solidFill>
                  <a:srgbClr val="0F7A3D"/>
                </a:solidFill>
                <a:latin typeface="Segoe UI"/>
              </a:rPr>
              <a:t>✔ There</a:t>
            </a:r>
          </a:p>
          <a:p>
            <a:pPr rtl="0" algn="l">
              <a:spcAft>
                <a:spcPts val="300"/>
              </a:spcAft>
            </a:pPr>
            <a:r>
              <a:rPr sz="1700" b="0" i="0" lang="en-US">
                <a:solidFill>
                  <a:srgbClr val="1C2333"/>
                </a:solidFill>
                <a:latin typeface="Segoe UI"/>
              </a:rPr>
              <a:t>4) There …… a window.   (are – is)</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5) There is a …… .   (trees – tree)</a:t>
            </a:r>
          </a:p>
          <a:p>
            <a:pPr lvl="1" rtl="0" algn="l">
              <a:spcAft>
                <a:spcPts val="700"/>
              </a:spcAft>
            </a:pPr>
            <a:r>
              <a:rPr sz="1600" b="1" i="0" lang="en-US">
                <a:solidFill>
                  <a:srgbClr val="0F7A3D"/>
                </a:solidFill>
                <a:latin typeface="Segoe UI"/>
              </a:rPr>
              <a:t>✔ tree</a:t>
            </a:r>
          </a:p>
          <a:p>
            <a:pPr rtl="0" algn="l">
              <a:spcAft>
                <a:spcPts val="300"/>
              </a:spcAft>
            </a:pPr>
            <a:r>
              <a:rPr sz="1700" b="0" i="0" lang="en-US">
                <a:solidFill>
                  <a:srgbClr val="1C2333"/>
                </a:solidFill>
                <a:latin typeface="Segoe UI"/>
              </a:rPr>
              <a:t>6) There is …… bench.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7) …… are books.   (This – There)</a:t>
            </a:r>
          </a:p>
          <a:p>
            <a:pPr lvl="1" rtl="0" algn="l">
              <a:spcAft>
                <a:spcPts val="700"/>
              </a:spcAft>
            </a:pPr>
            <a:r>
              <a:rPr sz="1600" b="1" i="0" lang="en-US">
                <a:solidFill>
                  <a:srgbClr val="0F7A3D"/>
                </a:solidFill>
                <a:latin typeface="Segoe UI"/>
              </a:rPr>
              <a:t>✔ There</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 a van.   (is – are)</a:t>
            </a:r>
          </a:p>
          <a:p>
            <a:pPr rtl="0" algn="l">
              <a:spcAft>
                <a:spcPts val="800"/>
              </a:spcAft>
            </a:pPr>
            <a:r>
              <a:rPr sz="1800" b="0" i="0" lang="en-US">
                <a:solidFill>
                  <a:srgbClr val="1C2333"/>
                </a:solidFill>
                <a:latin typeface="Segoe UI"/>
              </a:rPr>
              <a:t>9) There is …… orange.   (a – an)</a:t>
            </a:r>
          </a:p>
          <a:p>
            <a:pPr rtl="0" algn="l">
              <a:spcAft>
                <a:spcPts val="800"/>
              </a:spcAft>
            </a:pPr>
            <a:r>
              <a:rPr sz="1800" b="0" i="0" lang="en-US">
                <a:solidFill>
                  <a:srgbClr val="1C2333"/>
                </a:solidFill>
                <a:latin typeface="Segoe UI"/>
              </a:rPr>
              <a:t>10) There …… apples.   (are – is)</a:t>
            </a:r>
          </a:p>
          <a:p>
            <a:pPr rtl="0" algn="l">
              <a:spcAft>
                <a:spcPts val="800"/>
              </a:spcAft>
            </a:pPr>
            <a:r>
              <a:rPr sz="1800" b="0" i="0" lang="en-US">
                <a:solidFill>
                  <a:srgbClr val="1C2333"/>
                </a:solidFill>
                <a:latin typeface="Segoe UI"/>
              </a:rPr>
              <a:t>11) There is …… mango.   (a – an)</a:t>
            </a:r>
          </a:p>
          <a:p>
            <a:pPr rtl="0" algn="l">
              <a:spcAft>
                <a:spcPts val="800"/>
              </a:spcAft>
            </a:pPr>
            <a:r>
              <a:rPr sz="1800" b="0" i="0" lang="en-US">
                <a:solidFill>
                  <a:srgbClr val="1C2333"/>
                </a:solidFill>
                <a:latin typeface="Segoe UI"/>
              </a:rPr>
              <a:t>12) There …… a ring.   (are – is)</a:t>
            </a:r>
          </a:p>
          <a:p>
            <a:pPr rtl="0" algn="l">
              <a:spcAft>
                <a:spcPts val="800"/>
              </a:spcAft>
            </a:pPr>
            <a:r>
              <a:rPr sz="1800" b="0" i="0" lang="en-US">
                <a:solidFill>
                  <a:srgbClr val="1C2333"/>
                </a:solidFill>
                <a:latin typeface="Segoe UI"/>
              </a:rPr>
              <a:t>13) There …… balls.   (is – are)</a:t>
            </a:r>
          </a:p>
          <a:p>
            <a:pPr rtl="0" algn="l">
              <a:spcAft>
                <a:spcPts val="800"/>
              </a:spcAft>
            </a:pPr>
            <a:r>
              <a:rPr sz="1800" b="0" i="0" lang="en-US">
                <a:solidFill>
                  <a:srgbClr val="1C2333"/>
                </a:solidFill>
                <a:latin typeface="Segoe UI"/>
              </a:rPr>
              <a:t>14) There …… a bat.   (is – are)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A)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 a van.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9) There is …… orange.   (a – an)</a:t>
            </a:r>
          </a:p>
          <a:p>
            <a:pPr lvl="1" rtl="0" algn="l">
              <a:spcAft>
                <a:spcPts val="700"/>
              </a:spcAft>
            </a:pPr>
            <a:r>
              <a:rPr sz="1600" b="1" i="0" lang="en-US">
                <a:solidFill>
                  <a:srgbClr val="0F7A3D"/>
                </a:solidFill>
                <a:latin typeface="Segoe UI"/>
              </a:rPr>
              <a:t>✔ an</a:t>
            </a:r>
          </a:p>
          <a:p>
            <a:pPr rtl="0" algn="l">
              <a:spcAft>
                <a:spcPts val="300"/>
              </a:spcAft>
            </a:pPr>
            <a:r>
              <a:rPr sz="1700" b="0" i="0" lang="en-US">
                <a:solidFill>
                  <a:srgbClr val="1C2333"/>
                </a:solidFill>
                <a:latin typeface="Segoe UI"/>
              </a:rPr>
              <a:t>10) There …… apples.   (are – is)</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11) There is …… mango.   (a – an)</a:t>
            </a:r>
          </a:p>
          <a:p>
            <a:pPr lvl="1" rtl="0" algn="l">
              <a:spcAft>
                <a:spcPts val="700"/>
              </a:spcAft>
            </a:pPr>
            <a:r>
              <a:rPr sz="1600" b="1" i="0" lang="en-US">
                <a:solidFill>
                  <a:srgbClr val="0F7A3D"/>
                </a:solidFill>
                <a:latin typeface="Segoe UI"/>
              </a:rPr>
              <a:t>✔ a</a:t>
            </a:r>
          </a:p>
          <a:p>
            <a:pPr rtl="0" algn="l">
              <a:spcAft>
                <a:spcPts val="300"/>
              </a:spcAft>
            </a:pPr>
            <a:r>
              <a:rPr sz="1700" b="0" i="0" lang="en-US">
                <a:solidFill>
                  <a:srgbClr val="1C2333"/>
                </a:solidFill>
                <a:latin typeface="Segoe UI"/>
              </a:rPr>
              <a:t>12) There …… a ring.   (are – is)</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13) There …… balls.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14) There …… a bat.   (is – are)</a:t>
            </a:r>
          </a:p>
          <a:p>
            <a:pPr lvl="1" rtl="0" algn="l">
              <a:spcAft>
                <a:spcPts val="700"/>
              </a:spcAft>
            </a:pPr>
            <a:r>
              <a:rPr sz="1600" b="1" i="0" lang="en-US">
                <a:solidFill>
                  <a:srgbClr val="0F7A3D"/>
                </a:solidFill>
                <a:latin typeface="Segoe UI"/>
              </a:rPr>
              <a:t>✔ is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is a fish.</a:t>
            </a:r>
          </a:p>
          <a:p>
            <a:pPr rtl="0" algn="l">
              <a:spcAft>
                <a:spcPts val="800"/>
              </a:spcAft>
            </a:pPr>
            <a:r>
              <a:rPr sz="1800" b="0" i="0" lang="en-US">
                <a:solidFill>
                  <a:srgbClr val="1C2333"/>
                </a:solidFill>
                <a:latin typeface="Segoe UI"/>
              </a:rPr>
              <a:t>2) There is a dog.</a:t>
            </a:r>
          </a:p>
          <a:p>
            <a:pPr rtl="0" algn="l">
              <a:spcAft>
                <a:spcPts val="800"/>
              </a:spcAft>
            </a:pPr>
            <a:r>
              <a:rPr sz="1800" b="0" i="0" lang="en-US">
                <a:solidFill>
                  <a:srgbClr val="1C2333"/>
                </a:solidFill>
                <a:latin typeface="Segoe UI"/>
              </a:rPr>
              <a:t>3) There is an apple.</a:t>
            </a:r>
          </a:p>
          <a:p>
            <a:pPr rtl="0" algn="l">
              <a:spcAft>
                <a:spcPts val="800"/>
              </a:spcAft>
            </a:pPr>
            <a:r>
              <a:rPr sz="1800" b="0" i="0" lang="en-US">
                <a:solidFill>
                  <a:srgbClr val="1C2333"/>
                </a:solidFill>
                <a:latin typeface="Segoe UI"/>
              </a:rPr>
              <a:t>4) There is a boy.</a:t>
            </a:r>
          </a:p>
          <a:p>
            <a:pPr rtl="0" algn="l">
              <a:spcAft>
                <a:spcPts val="800"/>
              </a:spcAft>
            </a:pPr>
            <a:r>
              <a:rPr sz="1800" b="0" i="0" lang="en-US">
                <a:solidFill>
                  <a:srgbClr val="1C2333"/>
                </a:solidFill>
                <a:latin typeface="Segoe UI"/>
              </a:rPr>
              <a:t>5) There is an ant.</a:t>
            </a:r>
          </a:p>
          <a:p>
            <a:pPr rtl="0" algn="l">
              <a:spcAft>
                <a:spcPts val="800"/>
              </a:spcAft>
            </a:pPr>
            <a:r>
              <a:rPr sz="1800" b="0" i="0" lang="en-US">
                <a:solidFill>
                  <a:srgbClr val="1C2333"/>
                </a:solidFill>
                <a:latin typeface="Segoe UI"/>
              </a:rPr>
              <a:t>6) There is an orange.</a:t>
            </a:r>
          </a:p>
          <a:p>
            <a:pPr rtl="0" algn="l">
              <a:spcAft>
                <a:spcPts val="800"/>
              </a:spcAft>
            </a:pPr>
            <a:r>
              <a:rPr sz="1800" b="0" i="0" lang="en-US">
                <a:solidFill>
                  <a:srgbClr val="1C2333"/>
                </a:solidFill>
                <a:latin typeface="Segoe UI"/>
              </a:rPr>
              <a:t>7) There is a banana.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is a fish.</a:t>
            </a:r>
          </a:p>
          <a:p>
            <a:pPr lvl="1" rtl="0" algn="l">
              <a:spcAft>
                <a:spcPts val="700"/>
              </a:spcAft>
            </a:pPr>
            <a:r>
              <a:rPr sz="1600" b="1" i="0" lang="en-US">
                <a:solidFill>
                  <a:srgbClr val="0F7A3D"/>
                </a:solidFill>
                <a:latin typeface="Segoe UI"/>
              </a:rPr>
              <a:t>✔ There isn't a fish.</a:t>
            </a:r>
          </a:p>
          <a:p>
            <a:pPr rtl="0" algn="l">
              <a:spcAft>
                <a:spcPts val="300"/>
              </a:spcAft>
            </a:pPr>
            <a:r>
              <a:rPr sz="1700" b="0" i="0" lang="en-US">
                <a:solidFill>
                  <a:srgbClr val="1C2333"/>
                </a:solidFill>
                <a:latin typeface="Segoe UI"/>
              </a:rPr>
              <a:t>2) There is a dog.</a:t>
            </a:r>
          </a:p>
          <a:p>
            <a:pPr lvl="1" rtl="0" algn="l">
              <a:spcAft>
                <a:spcPts val="700"/>
              </a:spcAft>
            </a:pPr>
            <a:r>
              <a:rPr sz="1600" b="1" i="0" lang="en-US">
                <a:solidFill>
                  <a:srgbClr val="0F7A3D"/>
                </a:solidFill>
                <a:latin typeface="Segoe UI"/>
              </a:rPr>
              <a:t>✔ There isn't a dog.</a:t>
            </a:r>
          </a:p>
          <a:p>
            <a:pPr rtl="0" algn="l">
              <a:spcAft>
                <a:spcPts val="300"/>
              </a:spcAft>
            </a:pPr>
            <a:r>
              <a:rPr sz="1700" b="0" i="0" lang="en-US">
                <a:solidFill>
                  <a:srgbClr val="1C2333"/>
                </a:solidFill>
                <a:latin typeface="Segoe UI"/>
              </a:rPr>
              <a:t>3) There is an apple.</a:t>
            </a:r>
          </a:p>
          <a:p>
            <a:pPr lvl="1" rtl="0" algn="l">
              <a:spcAft>
                <a:spcPts val="700"/>
              </a:spcAft>
            </a:pPr>
            <a:r>
              <a:rPr sz="1600" b="1" i="0" lang="en-US">
                <a:solidFill>
                  <a:srgbClr val="0F7A3D"/>
                </a:solidFill>
                <a:latin typeface="Segoe UI"/>
              </a:rPr>
              <a:t>✔ There isn't an apple.</a:t>
            </a:r>
          </a:p>
          <a:p>
            <a:pPr rtl="0" algn="l">
              <a:spcAft>
                <a:spcPts val="300"/>
              </a:spcAft>
            </a:pPr>
            <a:r>
              <a:rPr sz="1700" b="0" i="0" lang="en-US">
                <a:solidFill>
                  <a:srgbClr val="1C2333"/>
                </a:solidFill>
                <a:latin typeface="Segoe UI"/>
              </a:rPr>
              <a:t>4) There is a boy.</a:t>
            </a:r>
          </a:p>
          <a:p>
            <a:pPr lvl="1" rtl="0" algn="l">
              <a:spcAft>
                <a:spcPts val="700"/>
              </a:spcAft>
            </a:pPr>
            <a:r>
              <a:rPr sz="1600" b="1" i="0" lang="en-US">
                <a:solidFill>
                  <a:srgbClr val="0F7A3D"/>
                </a:solidFill>
                <a:latin typeface="Segoe UI"/>
              </a:rPr>
              <a:t>✔ There isn't a boy.</a:t>
            </a:r>
          </a:p>
          <a:p>
            <a:pPr rtl="0" algn="l">
              <a:spcAft>
                <a:spcPts val="300"/>
              </a:spcAft>
            </a:pPr>
            <a:r>
              <a:rPr sz="1700" b="0" i="0" lang="en-US">
                <a:solidFill>
                  <a:srgbClr val="1C2333"/>
                </a:solidFill>
                <a:latin typeface="Segoe UI"/>
              </a:rPr>
              <a:t>5) There is an ant.</a:t>
            </a:r>
          </a:p>
          <a:p>
            <a:pPr lvl="1" rtl="0" algn="l">
              <a:spcAft>
                <a:spcPts val="700"/>
              </a:spcAft>
            </a:pPr>
            <a:r>
              <a:rPr sz="1600" b="1" i="0" lang="en-US">
                <a:solidFill>
                  <a:srgbClr val="0F7A3D"/>
                </a:solidFill>
                <a:latin typeface="Segoe UI"/>
              </a:rPr>
              <a:t>✔ There isn't an ant.</a:t>
            </a:r>
          </a:p>
          <a:p>
            <a:pPr rtl="0" algn="l">
              <a:spcAft>
                <a:spcPts val="300"/>
              </a:spcAft>
            </a:pPr>
            <a:r>
              <a:rPr sz="1700" b="0" i="0" lang="en-US">
                <a:solidFill>
                  <a:srgbClr val="1C2333"/>
                </a:solidFill>
                <a:latin typeface="Segoe UI"/>
              </a:rPr>
              <a:t>6) There is an orange.</a:t>
            </a:r>
          </a:p>
          <a:p>
            <a:pPr lvl="1" rtl="0" algn="l">
              <a:spcAft>
                <a:spcPts val="700"/>
              </a:spcAft>
            </a:pPr>
            <a:r>
              <a:rPr sz="1600" b="1" i="0" lang="en-US">
                <a:solidFill>
                  <a:srgbClr val="0F7A3D"/>
                </a:solidFill>
                <a:latin typeface="Segoe UI"/>
              </a:rPr>
              <a:t>✔ There isn't an orange.</a:t>
            </a:r>
          </a:p>
          <a:p>
            <a:pPr rtl="0" algn="l">
              <a:spcAft>
                <a:spcPts val="300"/>
              </a:spcAft>
            </a:pPr>
            <a:r>
              <a:rPr sz="1700" b="0" i="0" lang="en-US">
                <a:solidFill>
                  <a:srgbClr val="1C2333"/>
                </a:solidFill>
                <a:latin typeface="Segoe UI"/>
              </a:rPr>
              <a:t>7) There is a banana.</a:t>
            </a:r>
          </a:p>
          <a:p>
            <a:pPr lvl="1" rtl="0" algn="l">
              <a:spcAft>
                <a:spcPts val="700"/>
              </a:spcAft>
            </a:pPr>
            <a:r>
              <a:rPr sz="1600" b="1" i="0" lang="en-US">
                <a:solidFill>
                  <a:srgbClr val="0F7A3D"/>
                </a:solidFill>
                <a:latin typeface="Segoe UI"/>
              </a:rPr>
              <a:t>✔ There isn't a banana.</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is an arm.</a:t>
            </a:r>
          </a:p>
          <a:p>
            <a:pPr rtl="0" algn="l">
              <a:spcAft>
                <a:spcPts val="800"/>
              </a:spcAft>
            </a:pPr>
            <a:r>
              <a:rPr sz="1800" b="0" i="0" lang="en-US">
                <a:solidFill>
                  <a:srgbClr val="1C2333"/>
                </a:solidFill>
                <a:latin typeface="Segoe UI"/>
              </a:rPr>
              <a:t>9) There are girls.</a:t>
            </a:r>
          </a:p>
          <a:p>
            <a:pPr rtl="0" algn="l">
              <a:spcAft>
                <a:spcPts val="800"/>
              </a:spcAft>
            </a:pPr>
            <a:r>
              <a:rPr sz="1800" b="0" i="0" lang="en-US">
                <a:solidFill>
                  <a:srgbClr val="1C2333"/>
                </a:solidFill>
                <a:latin typeface="Segoe UI"/>
              </a:rPr>
              <a:t>10) There are birds.</a:t>
            </a:r>
          </a:p>
          <a:p>
            <a:pPr rtl="0" algn="l">
              <a:spcAft>
                <a:spcPts val="800"/>
              </a:spcAft>
            </a:pPr>
            <a:r>
              <a:rPr sz="1800" b="0" i="0" lang="en-US">
                <a:solidFill>
                  <a:srgbClr val="1C2333"/>
                </a:solidFill>
                <a:latin typeface="Segoe UI"/>
              </a:rPr>
              <a:t>11) There are toys.</a:t>
            </a:r>
          </a:p>
          <a:p>
            <a:pPr rtl="0" algn="l">
              <a:spcAft>
                <a:spcPts val="800"/>
              </a:spcAft>
            </a:pPr>
            <a:r>
              <a:rPr sz="1800" b="0" i="0" lang="en-US">
                <a:solidFill>
                  <a:srgbClr val="1C2333"/>
                </a:solidFill>
                <a:latin typeface="Segoe UI"/>
              </a:rPr>
              <a:t>12) There are dogs.</a:t>
            </a:r>
          </a:p>
          <a:p>
            <a:pPr rtl="0" algn="l">
              <a:spcAft>
                <a:spcPts val="800"/>
              </a:spcAft>
            </a:pPr>
            <a:r>
              <a:rPr sz="1800" b="0" i="0" lang="en-US">
                <a:solidFill>
                  <a:srgbClr val="1C2333"/>
                </a:solidFill>
                <a:latin typeface="Segoe UI"/>
              </a:rPr>
              <a:t>13) There are hats.</a:t>
            </a:r>
          </a:p>
          <a:p>
            <a:pPr rtl="0" algn="l">
              <a:spcAft>
                <a:spcPts val="800"/>
              </a:spcAft>
            </a:pPr>
            <a:r>
              <a:rPr sz="1800" b="0" i="0" lang="en-US">
                <a:solidFill>
                  <a:srgbClr val="1C2333"/>
                </a:solidFill>
                <a:latin typeface="Segoe UI"/>
              </a:rPr>
              <a:t>14) There are cats.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is an arm.</a:t>
            </a:r>
          </a:p>
          <a:p>
            <a:pPr lvl="1" rtl="0" algn="l">
              <a:spcAft>
                <a:spcPts val="700"/>
              </a:spcAft>
            </a:pPr>
            <a:r>
              <a:rPr sz="1600" b="1" i="0" lang="en-US">
                <a:solidFill>
                  <a:srgbClr val="0F7A3D"/>
                </a:solidFill>
                <a:latin typeface="Segoe UI"/>
              </a:rPr>
              <a:t>✔ There isn't an arm.</a:t>
            </a:r>
          </a:p>
          <a:p>
            <a:pPr rtl="0" algn="l">
              <a:spcAft>
                <a:spcPts val="300"/>
              </a:spcAft>
            </a:pPr>
            <a:r>
              <a:rPr sz="1700" b="0" i="0" lang="en-US">
                <a:solidFill>
                  <a:srgbClr val="1C2333"/>
                </a:solidFill>
                <a:latin typeface="Segoe UI"/>
              </a:rPr>
              <a:t>9) There are girls.</a:t>
            </a:r>
          </a:p>
          <a:p>
            <a:pPr lvl="1" rtl="0" algn="l">
              <a:spcAft>
                <a:spcPts val="700"/>
              </a:spcAft>
            </a:pPr>
            <a:r>
              <a:rPr sz="1600" b="1" i="0" lang="en-US">
                <a:solidFill>
                  <a:srgbClr val="0F7A3D"/>
                </a:solidFill>
                <a:latin typeface="Segoe UI"/>
              </a:rPr>
              <a:t>✔ There aren't girls.</a:t>
            </a:r>
          </a:p>
          <a:p>
            <a:pPr rtl="0" algn="l">
              <a:spcAft>
                <a:spcPts val="300"/>
              </a:spcAft>
            </a:pPr>
            <a:r>
              <a:rPr sz="1700" b="0" i="0" lang="en-US">
                <a:solidFill>
                  <a:srgbClr val="1C2333"/>
                </a:solidFill>
                <a:latin typeface="Segoe UI"/>
              </a:rPr>
              <a:t>10) There are birds.</a:t>
            </a:r>
          </a:p>
          <a:p>
            <a:pPr lvl="1" rtl="0" algn="l">
              <a:spcAft>
                <a:spcPts val="700"/>
              </a:spcAft>
            </a:pPr>
            <a:r>
              <a:rPr sz="1600" b="1" i="0" lang="en-US">
                <a:solidFill>
                  <a:srgbClr val="0F7A3D"/>
                </a:solidFill>
                <a:latin typeface="Segoe UI"/>
              </a:rPr>
              <a:t>✔ There aren't birds.</a:t>
            </a:r>
          </a:p>
          <a:p>
            <a:pPr rtl="0" algn="l">
              <a:spcAft>
                <a:spcPts val="300"/>
              </a:spcAft>
            </a:pPr>
            <a:r>
              <a:rPr sz="1700" b="0" i="0" lang="en-US">
                <a:solidFill>
                  <a:srgbClr val="1C2333"/>
                </a:solidFill>
                <a:latin typeface="Segoe UI"/>
              </a:rPr>
              <a:t>11) There are toys.</a:t>
            </a:r>
          </a:p>
          <a:p>
            <a:pPr lvl="1" rtl="0" algn="l">
              <a:spcAft>
                <a:spcPts val="700"/>
              </a:spcAft>
            </a:pPr>
            <a:r>
              <a:rPr sz="1600" b="1" i="0" lang="en-US">
                <a:solidFill>
                  <a:srgbClr val="0F7A3D"/>
                </a:solidFill>
                <a:latin typeface="Segoe UI"/>
              </a:rPr>
              <a:t>✔ There aren't toys.</a:t>
            </a:r>
          </a:p>
          <a:p>
            <a:pPr rtl="0" algn="l">
              <a:spcAft>
                <a:spcPts val="300"/>
              </a:spcAft>
            </a:pPr>
            <a:r>
              <a:rPr sz="1700" b="0" i="0" lang="en-US">
                <a:solidFill>
                  <a:srgbClr val="1C2333"/>
                </a:solidFill>
                <a:latin typeface="Segoe UI"/>
              </a:rPr>
              <a:t>12) There are dogs.</a:t>
            </a:r>
          </a:p>
          <a:p>
            <a:pPr lvl="1" rtl="0" algn="l">
              <a:spcAft>
                <a:spcPts val="700"/>
              </a:spcAft>
            </a:pPr>
            <a:r>
              <a:rPr sz="1600" b="1" i="0" lang="en-US">
                <a:solidFill>
                  <a:srgbClr val="0F7A3D"/>
                </a:solidFill>
                <a:latin typeface="Segoe UI"/>
              </a:rPr>
              <a:t>✔ There aren't dogs.</a:t>
            </a:r>
          </a:p>
          <a:p>
            <a:pPr rtl="0" algn="l">
              <a:spcAft>
                <a:spcPts val="300"/>
              </a:spcAft>
            </a:pPr>
            <a:r>
              <a:rPr sz="1700" b="0" i="0" lang="en-US">
                <a:solidFill>
                  <a:srgbClr val="1C2333"/>
                </a:solidFill>
                <a:latin typeface="Segoe UI"/>
              </a:rPr>
              <a:t>13) There are hats.</a:t>
            </a:r>
          </a:p>
          <a:p>
            <a:pPr lvl="1" rtl="0" algn="l">
              <a:spcAft>
                <a:spcPts val="700"/>
              </a:spcAft>
            </a:pPr>
            <a:r>
              <a:rPr sz="1600" b="1" i="0" lang="en-US">
                <a:solidFill>
                  <a:srgbClr val="0F7A3D"/>
                </a:solidFill>
                <a:latin typeface="Segoe UI"/>
              </a:rPr>
              <a:t>✔ There aren't hats.</a:t>
            </a:r>
          </a:p>
          <a:p>
            <a:pPr rtl="0" algn="l">
              <a:spcAft>
                <a:spcPts val="300"/>
              </a:spcAft>
            </a:pPr>
            <a:r>
              <a:rPr sz="1700" b="0" i="0" lang="en-US">
                <a:solidFill>
                  <a:srgbClr val="1C2333"/>
                </a:solidFill>
                <a:latin typeface="Segoe UI"/>
              </a:rPr>
              <a:t>14) There are cats.</a:t>
            </a:r>
          </a:p>
          <a:p>
            <a:pPr lvl="1" rtl="0" algn="l">
              <a:spcAft>
                <a:spcPts val="700"/>
              </a:spcAft>
            </a:pPr>
            <a:r>
              <a:rPr sz="1600" b="1" i="0" lang="en-US">
                <a:solidFill>
                  <a:srgbClr val="0F7A3D"/>
                </a:solidFill>
                <a:latin typeface="Segoe UI"/>
              </a:rPr>
              <a:t>✔ There aren't cats.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There are feet.</a:t>
            </a:r>
          </a:p>
          <a:p>
            <a:pPr rtl="0" algn="l">
              <a:spcAft>
                <a:spcPts val="800"/>
              </a:spcAft>
            </a:pPr>
            <a:r>
              <a:rPr sz="1800" b="0" i="0" lang="en-US">
                <a:solidFill>
                  <a:srgbClr val="1C2333"/>
                </a:solidFill>
                <a:latin typeface="Segoe UI"/>
              </a:rPr>
              <a:t>16) There are doors.</a:t>
            </a:r>
          </a:p>
          <a:p>
            <a:pPr rtl="0" algn="l">
              <a:spcAft>
                <a:spcPts val="800"/>
              </a:spcAft>
            </a:pPr>
            <a:r>
              <a:rPr sz="1800" b="0" i="0" lang="en-US">
                <a:solidFill>
                  <a:srgbClr val="1C2333"/>
                </a:solidFill>
                <a:latin typeface="Segoe UI"/>
              </a:rPr>
              <a:t>17) There are balls.</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B) Negation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There are feet.</a:t>
            </a:r>
          </a:p>
          <a:p>
            <a:pPr lvl="1" rtl="0" algn="l">
              <a:spcAft>
                <a:spcPts val="700"/>
              </a:spcAft>
            </a:pPr>
            <a:r>
              <a:rPr sz="1600" b="1" i="0" lang="en-US">
                <a:solidFill>
                  <a:srgbClr val="0F7A3D"/>
                </a:solidFill>
                <a:latin typeface="Segoe UI"/>
              </a:rPr>
              <a:t>✔ There aren't feet.</a:t>
            </a:r>
          </a:p>
          <a:p>
            <a:pPr rtl="0" algn="l">
              <a:spcAft>
                <a:spcPts val="300"/>
              </a:spcAft>
            </a:pPr>
            <a:r>
              <a:rPr sz="1700" b="0" i="0" lang="en-US">
                <a:solidFill>
                  <a:srgbClr val="1C2333"/>
                </a:solidFill>
                <a:latin typeface="Segoe UI"/>
              </a:rPr>
              <a:t>16) There are doors.</a:t>
            </a:r>
          </a:p>
          <a:p>
            <a:pPr lvl="1" rtl="0" algn="l">
              <a:spcAft>
                <a:spcPts val="700"/>
              </a:spcAft>
            </a:pPr>
            <a:r>
              <a:rPr sz="1600" b="1" i="0" lang="en-US">
                <a:solidFill>
                  <a:srgbClr val="0F7A3D"/>
                </a:solidFill>
                <a:latin typeface="Segoe UI"/>
              </a:rPr>
              <a:t>✔ There aren't doors.</a:t>
            </a:r>
          </a:p>
          <a:p>
            <a:pPr rtl="0" algn="l">
              <a:spcAft>
                <a:spcPts val="300"/>
              </a:spcAft>
            </a:pPr>
            <a:r>
              <a:rPr sz="1700" b="0" i="0" lang="en-US">
                <a:solidFill>
                  <a:srgbClr val="1C2333"/>
                </a:solidFill>
                <a:latin typeface="Segoe UI"/>
              </a:rPr>
              <a:t>17) There are balls.</a:t>
            </a:r>
          </a:p>
          <a:p>
            <a:pPr lvl="1" rtl="0" algn="l">
              <a:spcAft>
                <a:spcPts val="700"/>
              </a:spcAft>
            </a:pPr>
            <a:r>
              <a:rPr sz="1600" b="1" i="0" lang="en-US">
                <a:solidFill>
                  <a:srgbClr val="0F7A3D"/>
                </a:solidFill>
                <a:latin typeface="Segoe UI"/>
              </a:rPr>
              <a:t>✔ There aren't balls.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is an apple.</a:t>
            </a:r>
          </a:p>
          <a:p>
            <a:pPr rtl="0" algn="l">
              <a:spcAft>
                <a:spcPts val="800"/>
              </a:spcAft>
            </a:pPr>
            <a:r>
              <a:rPr sz="1800" b="0" i="0" lang="en-US">
                <a:solidFill>
                  <a:srgbClr val="1C2333"/>
                </a:solidFill>
                <a:latin typeface="Segoe UI"/>
              </a:rPr>
              <a:t>2) There is a cat.</a:t>
            </a:r>
          </a:p>
          <a:p>
            <a:pPr rtl="0" algn="l">
              <a:spcAft>
                <a:spcPts val="800"/>
              </a:spcAft>
            </a:pPr>
            <a:r>
              <a:rPr sz="1800" b="0" i="0" lang="en-US">
                <a:solidFill>
                  <a:srgbClr val="1C2333"/>
                </a:solidFill>
                <a:latin typeface="Segoe UI"/>
              </a:rPr>
              <a:t>3) There is a fish.</a:t>
            </a:r>
          </a:p>
          <a:p>
            <a:pPr rtl="0" algn="l">
              <a:spcAft>
                <a:spcPts val="800"/>
              </a:spcAft>
            </a:pPr>
            <a:r>
              <a:rPr sz="1800" b="0" i="0" lang="en-US">
                <a:solidFill>
                  <a:srgbClr val="1C2333"/>
                </a:solidFill>
                <a:latin typeface="Segoe UI"/>
              </a:rPr>
              <a:t>4) There is a flower.</a:t>
            </a:r>
          </a:p>
          <a:p>
            <a:pPr rtl="0" algn="l">
              <a:spcAft>
                <a:spcPts val="800"/>
              </a:spcAft>
            </a:pPr>
            <a:r>
              <a:rPr sz="1800" b="0" i="0" lang="en-US">
                <a:solidFill>
                  <a:srgbClr val="1C2333"/>
                </a:solidFill>
                <a:latin typeface="Segoe UI"/>
              </a:rPr>
              <a:t>5) There is an ant.</a:t>
            </a:r>
          </a:p>
          <a:p>
            <a:pPr rtl="0" algn="l">
              <a:spcAft>
                <a:spcPts val="800"/>
              </a:spcAft>
            </a:pPr>
            <a:r>
              <a:rPr sz="1800" b="0" i="0" lang="en-US">
                <a:solidFill>
                  <a:srgbClr val="1C2333"/>
                </a:solidFill>
                <a:latin typeface="Segoe UI"/>
              </a:rPr>
              <a:t>6) There is a star.</a:t>
            </a:r>
          </a:p>
          <a:p>
            <a:pPr rtl="0" algn="l">
              <a:spcAft>
                <a:spcPts val="800"/>
              </a:spcAft>
            </a:pPr>
            <a:r>
              <a:rPr sz="1800" b="0" i="0" lang="en-US">
                <a:solidFill>
                  <a:srgbClr val="1C2333"/>
                </a:solidFill>
                <a:latin typeface="Segoe UI"/>
              </a:rPr>
              <a:t>7) There is an animal.</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is an apple.</a:t>
            </a:r>
          </a:p>
          <a:p>
            <a:pPr lvl="1" rtl="0" algn="l">
              <a:spcAft>
                <a:spcPts val="700"/>
              </a:spcAft>
            </a:pPr>
            <a:r>
              <a:rPr sz="1600" b="1" i="0" lang="en-US">
                <a:solidFill>
                  <a:srgbClr val="0F7A3D"/>
                </a:solidFill>
                <a:latin typeface="Segoe UI"/>
              </a:rPr>
              <a:t>✔ Is there an apple?</a:t>
            </a:r>
          </a:p>
          <a:p>
            <a:pPr rtl="0" algn="l">
              <a:spcAft>
                <a:spcPts val="300"/>
              </a:spcAft>
            </a:pPr>
            <a:r>
              <a:rPr sz="1700" b="0" i="0" lang="en-US">
                <a:solidFill>
                  <a:srgbClr val="1C2333"/>
                </a:solidFill>
                <a:latin typeface="Segoe UI"/>
              </a:rPr>
              <a:t>2) There is a cat.</a:t>
            </a:r>
          </a:p>
          <a:p>
            <a:pPr lvl="1" rtl="0" algn="l">
              <a:spcAft>
                <a:spcPts val="700"/>
              </a:spcAft>
            </a:pPr>
            <a:r>
              <a:rPr sz="1600" b="1" i="0" lang="en-US">
                <a:solidFill>
                  <a:srgbClr val="0F7A3D"/>
                </a:solidFill>
                <a:latin typeface="Segoe UI"/>
              </a:rPr>
              <a:t>✔ Is there a cat?</a:t>
            </a:r>
          </a:p>
          <a:p>
            <a:pPr rtl="0" algn="l">
              <a:spcAft>
                <a:spcPts val="300"/>
              </a:spcAft>
            </a:pPr>
            <a:r>
              <a:rPr sz="1700" b="0" i="0" lang="en-US">
                <a:solidFill>
                  <a:srgbClr val="1C2333"/>
                </a:solidFill>
                <a:latin typeface="Segoe UI"/>
              </a:rPr>
              <a:t>3) There is a fish.</a:t>
            </a:r>
          </a:p>
          <a:p>
            <a:pPr lvl="1" rtl="0" algn="l">
              <a:spcAft>
                <a:spcPts val="700"/>
              </a:spcAft>
            </a:pPr>
            <a:r>
              <a:rPr sz="1600" b="1" i="0" lang="en-US">
                <a:solidFill>
                  <a:srgbClr val="0F7A3D"/>
                </a:solidFill>
                <a:latin typeface="Segoe UI"/>
              </a:rPr>
              <a:t>✔ Is there a fish?</a:t>
            </a:r>
          </a:p>
          <a:p>
            <a:pPr rtl="0" algn="l">
              <a:spcAft>
                <a:spcPts val="300"/>
              </a:spcAft>
            </a:pPr>
            <a:r>
              <a:rPr sz="1700" b="0" i="0" lang="en-US">
                <a:solidFill>
                  <a:srgbClr val="1C2333"/>
                </a:solidFill>
                <a:latin typeface="Segoe UI"/>
              </a:rPr>
              <a:t>4) There is a flower.</a:t>
            </a:r>
          </a:p>
          <a:p>
            <a:pPr lvl="1" rtl="0" algn="l">
              <a:spcAft>
                <a:spcPts val="700"/>
              </a:spcAft>
            </a:pPr>
            <a:r>
              <a:rPr sz="1600" b="1" i="0" lang="en-US">
                <a:solidFill>
                  <a:srgbClr val="0F7A3D"/>
                </a:solidFill>
                <a:latin typeface="Segoe UI"/>
              </a:rPr>
              <a:t>✔ Is there a flower?</a:t>
            </a:r>
          </a:p>
          <a:p>
            <a:pPr rtl="0" algn="l">
              <a:spcAft>
                <a:spcPts val="300"/>
              </a:spcAft>
            </a:pPr>
            <a:r>
              <a:rPr sz="1700" b="0" i="0" lang="en-US">
                <a:solidFill>
                  <a:srgbClr val="1C2333"/>
                </a:solidFill>
                <a:latin typeface="Segoe UI"/>
              </a:rPr>
              <a:t>5) There is an ant.</a:t>
            </a:r>
          </a:p>
          <a:p>
            <a:pPr lvl="1" rtl="0" algn="l">
              <a:spcAft>
                <a:spcPts val="700"/>
              </a:spcAft>
            </a:pPr>
            <a:r>
              <a:rPr sz="1600" b="1" i="0" lang="en-US">
                <a:solidFill>
                  <a:srgbClr val="0F7A3D"/>
                </a:solidFill>
                <a:latin typeface="Segoe UI"/>
              </a:rPr>
              <a:t>✔ Is there an ant?</a:t>
            </a:r>
          </a:p>
          <a:p>
            <a:pPr rtl="0" algn="l">
              <a:spcAft>
                <a:spcPts val="300"/>
              </a:spcAft>
            </a:pPr>
            <a:r>
              <a:rPr sz="1700" b="0" i="0" lang="en-US">
                <a:solidFill>
                  <a:srgbClr val="1C2333"/>
                </a:solidFill>
                <a:latin typeface="Segoe UI"/>
              </a:rPr>
              <a:t>6) There is a star.</a:t>
            </a:r>
          </a:p>
          <a:p>
            <a:pPr lvl="1" rtl="0" algn="l">
              <a:spcAft>
                <a:spcPts val="700"/>
              </a:spcAft>
            </a:pPr>
            <a:r>
              <a:rPr sz="1600" b="1" i="0" lang="en-US">
                <a:solidFill>
                  <a:srgbClr val="0F7A3D"/>
                </a:solidFill>
                <a:latin typeface="Segoe UI"/>
              </a:rPr>
              <a:t>✔ Is there a star?</a:t>
            </a:r>
          </a:p>
          <a:p>
            <a:pPr rtl="0" algn="l">
              <a:spcAft>
                <a:spcPts val="300"/>
              </a:spcAft>
            </a:pPr>
            <a:r>
              <a:rPr sz="1700" b="0" i="0" lang="en-US">
                <a:solidFill>
                  <a:srgbClr val="1C2333"/>
                </a:solidFill>
                <a:latin typeface="Segoe UI"/>
              </a:rPr>
              <a:t>7) There is an animal.</a:t>
            </a:r>
          </a:p>
          <a:p>
            <a:pPr lvl="1" rtl="0" algn="l">
              <a:spcAft>
                <a:spcPts val="700"/>
              </a:spcAft>
            </a:pPr>
            <a:r>
              <a:rPr sz="1600" b="1" i="0" lang="en-US">
                <a:solidFill>
                  <a:srgbClr val="0F7A3D"/>
                </a:solidFill>
                <a:latin typeface="Segoe UI"/>
              </a:rPr>
              <a:t>✔ Is there an animal?</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are birds.</a:t>
            </a:r>
          </a:p>
          <a:p>
            <a:pPr rtl="0" algn="l">
              <a:spcAft>
                <a:spcPts val="800"/>
              </a:spcAft>
            </a:pPr>
            <a:r>
              <a:rPr sz="1800" b="0" i="0" lang="en-US">
                <a:solidFill>
                  <a:srgbClr val="1C2333"/>
                </a:solidFill>
                <a:latin typeface="Segoe UI"/>
              </a:rPr>
              <a:t>9) There are oranges.</a:t>
            </a:r>
          </a:p>
          <a:p>
            <a:pPr rtl="0" algn="l">
              <a:spcAft>
                <a:spcPts val="800"/>
              </a:spcAft>
            </a:pPr>
            <a:r>
              <a:rPr sz="1800" b="0" i="0" lang="en-US">
                <a:solidFill>
                  <a:srgbClr val="1C2333"/>
                </a:solidFill>
                <a:latin typeface="Segoe UI"/>
              </a:rPr>
              <a:t>10) There are apples.</a:t>
            </a:r>
          </a:p>
          <a:p>
            <a:pPr rtl="0" algn="l">
              <a:spcAft>
                <a:spcPts val="800"/>
              </a:spcAft>
            </a:pPr>
            <a:r>
              <a:rPr sz="1800" b="0" i="0" lang="en-US">
                <a:solidFill>
                  <a:srgbClr val="1C2333"/>
                </a:solidFill>
                <a:latin typeface="Segoe UI"/>
              </a:rPr>
              <a:t>11) There are cows.</a:t>
            </a:r>
          </a:p>
          <a:p>
            <a:pPr rtl="0" algn="l">
              <a:spcAft>
                <a:spcPts val="800"/>
              </a:spcAft>
            </a:pPr>
            <a:r>
              <a:rPr sz="1800" b="0" i="0" lang="en-US">
                <a:solidFill>
                  <a:srgbClr val="1C2333"/>
                </a:solidFill>
                <a:latin typeface="Segoe UI"/>
              </a:rPr>
              <a:t>12) There are toys.</a:t>
            </a:r>
          </a:p>
          <a:p>
            <a:pPr rtl="0" algn="l">
              <a:spcAft>
                <a:spcPts val="800"/>
              </a:spcAft>
            </a:pPr>
            <a:r>
              <a:rPr sz="1800" b="0" i="0" lang="en-US">
                <a:solidFill>
                  <a:srgbClr val="1C2333"/>
                </a:solidFill>
                <a:latin typeface="Segoe UI"/>
              </a:rPr>
              <a:t>13) There are girls.</a:t>
            </a:r>
          </a:p>
          <a:p>
            <a:pPr rtl="0" algn="l">
              <a:spcAft>
                <a:spcPts val="800"/>
              </a:spcAft>
            </a:pPr>
            <a:r>
              <a:rPr sz="1800" b="0" i="0" lang="en-US">
                <a:solidFill>
                  <a:srgbClr val="1C2333"/>
                </a:solidFill>
                <a:latin typeface="Segoe UI"/>
              </a:rPr>
              <a:t>14) There are stars.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are birds.</a:t>
            </a:r>
          </a:p>
          <a:p>
            <a:pPr lvl="1" rtl="0" algn="l">
              <a:spcAft>
                <a:spcPts val="700"/>
              </a:spcAft>
            </a:pPr>
            <a:r>
              <a:rPr sz="1600" b="1" i="0" lang="en-US">
                <a:solidFill>
                  <a:srgbClr val="0F7A3D"/>
                </a:solidFill>
                <a:latin typeface="Segoe UI"/>
              </a:rPr>
              <a:t>✔ Are there birds?</a:t>
            </a:r>
          </a:p>
          <a:p>
            <a:pPr rtl="0" algn="l">
              <a:spcAft>
                <a:spcPts val="300"/>
              </a:spcAft>
            </a:pPr>
            <a:r>
              <a:rPr sz="1700" b="0" i="0" lang="en-US">
                <a:solidFill>
                  <a:srgbClr val="1C2333"/>
                </a:solidFill>
                <a:latin typeface="Segoe UI"/>
              </a:rPr>
              <a:t>9) There are oranges.</a:t>
            </a:r>
          </a:p>
          <a:p>
            <a:pPr lvl="1" rtl="0" algn="l">
              <a:spcAft>
                <a:spcPts val="700"/>
              </a:spcAft>
            </a:pPr>
            <a:r>
              <a:rPr sz="1600" b="1" i="0" lang="en-US">
                <a:solidFill>
                  <a:srgbClr val="0F7A3D"/>
                </a:solidFill>
                <a:latin typeface="Segoe UI"/>
              </a:rPr>
              <a:t>✔ Are there oranges?</a:t>
            </a:r>
          </a:p>
          <a:p>
            <a:pPr rtl="0" algn="l">
              <a:spcAft>
                <a:spcPts val="300"/>
              </a:spcAft>
            </a:pPr>
            <a:r>
              <a:rPr sz="1700" b="0" i="0" lang="en-US">
                <a:solidFill>
                  <a:srgbClr val="1C2333"/>
                </a:solidFill>
                <a:latin typeface="Segoe UI"/>
              </a:rPr>
              <a:t>10) There are apples.</a:t>
            </a:r>
          </a:p>
          <a:p>
            <a:pPr lvl="1" rtl="0" algn="l">
              <a:spcAft>
                <a:spcPts val="700"/>
              </a:spcAft>
            </a:pPr>
            <a:r>
              <a:rPr sz="1600" b="1" i="0" lang="en-US">
                <a:solidFill>
                  <a:srgbClr val="0F7A3D"/>
                </a:solidFill>
                <a:latin typeface="Segoe UI"/>
              </a:rPr>
              <a:t>✔ Are there apples?</a:t>
            </a:r>
          </a:p>
          <a:p>
            <a:pPr rtl="0" algn="l">
              <a:spcAft>
                <a:spcPts val="300"/>
              </a:spcAft>
            </a:pPr>
            <a:r>
              <a:rPr sz="1700" b="0" i="0" lang="en-US">
                <a:solidFill>
                  <a:srgbClr val="1C2333"/>
                </a:solidFill>
                <a:latin typeface="Segoe UI"/>
              </a:rPr>
              <a:t>11) There are cows.</a:t>
            </a:r>
          </a:p>
          <a:p>
            <a:pPr lvl="1" rtl="0" algn="l">
              <a:spcAft>
                <a:spcPts val="700"/>
              </a:spcAft>
            </a:pPr>
            <a:r>
              <a:rPr sz="1600" b="1" i="0" lang="en-US">
                <a:solidFill>
                  <a:srgbClr val="0F7A3D"/>
                </a:solidFill>
                <a:latin typeface="Segoe UI"/>
              </a:rPr>
              <a:t>✔ Are there cows?</a:t>
            </a:r>
          </a:p>
          <a:p>
            <a:pPr rtl="0" algn="l">
              <a:spcAft>
                <a:spcPts val="300"/>
              </a:spcAft>
            </a:pPr>
            <a:r>
              <a:rPr sz="1700" b="0" i="0" lang="en-US">
                <a:solidFill>
                  <a:srgbClr val="1C2333"/>
                </a:solidFill>
                <a:latin typeface="Segoe UI"/>
              </a:rPr>
              <a:t>12) There are toys.</a:t>
            </a:r>
          </a:p>
          <a:p>
            <a:pPr lvl="1" rtl="0" algn="l">
              <a:spcAft>
                <a:spcPts val="700"/>
              </a:spcAft>
            </a:pPr>
            <a:r>
              <a:rPr sz="1600" b="1" i="0" lang="en-US">
                <a:solidFill>
                  <a:srgbClr val="0F7A3D"/>
                </a:solidFill>
                <a:latin typeface="Segoe UI"/>
              </a:rPr>
              <a:t>✔ Are there toys?</a:t>
            </a:r>
          </a:p>
          <a:p>
            <a:pPr rtl="0" algn="l">
              <a:spcAft>
                <a:spcPts val="300"/>
              </a:spcAft>
            </a:pPr>
            <a:r>
              <a:rPr sz="1700" b="0" i="0" lang="en-US">
                <a:solidFill>
                  <a:srgbClr val="1C2333"/>
                </a:solidFill>
                <a:latin typeface="Segoe UI"/>
              </a:rPr>
              <a:t>13) There are girls.</a:t>
            </a:r>
          </a:p>
          <a:p>
            <a:pPr lvl="1" rtl="0" algn="l">
              <a:spcAft>
                <a:spcPts val="700"/>
              </a:spcAft>
            </a:pPr>
            <a:r>
              <a:rPr sz="1600" b="1" i="0" lang="en-US">
                <a:solidFill>
                  <a:srgbClr val="0F7A3D"/>
                </a:solidFill>
                <a:latin typeface="Segoe UI"/>
              </a:rPr>
              <a:t>✔ Are there girls?</a:t>
            </a:r>
          </a:p>
          <a:p>
            <a:pPr rtl="0" algn="l">
              <a:spcAft>
                <a:spcPts val="300"/>
              </a:spcAft>
            </a:pPr>
            <a:r>
              <a:rPr sz="1700" b="0" i="0" lang="en-US">
                <a:solidFill>
                  <a:srgbClr val="1C2333"/>
                </a:solidFill>
                <a:latin typeface="Segoe UI"/>
              </a:rPr>
              <a:t>14) There are stars.</a:t>
            </a:r>
          </a:p>
          <a:p>
            <a:pPr lvl="1" rtl="0" algn="l">
              <a:spcAft>
                <a:spcPts val="700"/>
              </a:spcAft>
            </a:pPr>
            <a:r>
              <a:rPr sz="1600" b="1" i="0" lang="en-US">
                <a:solidFill>
                  <a:srgbClr val="0F7A3D"/>
                </a:solidFill>
                <a:latin typeface="Segoe UI"/>
              </a:rPr>
              <a:t>✔ Are there stars?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there a car?</a:t>
            </a:r>
          </a:p>
          <a:p>
            <a:pPr rtl="0" algn="l">
              <a:spcAft>
                <a:spcPts val="800"/>
              </a:spcAft>
            </a:pPr>
            <a:r>
              <a:rPr sz="1800" b="0" i="0" lang="en-US">
                <a:solidFill>
                  <a:srgbClr val="1C2333"/>
                </a:solidFill>
                <a:latin typeface="Segoe UI"/>
              </a:rPr>
              <a:t>2) Is there an orange?</a:t>
            </a:r>
          </a:p>
          <a:p>
            <a:pPr rtl="0" algn="l">
              <a:spcAft>
                <a:spcPts val="800"/>
              </a:spcAft>
            </a:pPr>
            <a:r>
              <a:rPr sz="1800" b="0" i="0" lang="en-US">
                <a:solidFill>
                  <a:srgbClr val="1C2333"/>
                </a:solidFill>
                <a:latin typeface="Segoe UI"/>
              </a:rPr>
              <a:t>3) Is there a bird?</a:t>
            </a:r>
          </a:p>
          <a:p>
            <a:pPr rtl="0" algn="l">
              <a:spcAft>
                <a:spcPts val="800"/>
              </a:spcAft>
            </a:pPr>
            <a:r>
              <a:rPr sz="1800" b="0" i="0" lang="en-US">
                <a:solidFill>
                  <a:srgbClr val="1C2333"/>
                </a:solidFill>
                <a:latin typeface="Segoe UI"/>
              </a:rPr>
              <a:t>4) Is there a camel?</a:t>
            </a:r>
          </a:p>
          <a:p>
            <a:pPr rtl="0" algn="l">
              <a:spcAft>
                <a:spcPts val="800"/>
              </a:spcAft>
            </a:pPr>
            <a:r>
              <a:rPr sz="1800" b="0" i="0" lang="en-US">
                <a:solidFill>
                  <a:srgbClr val="1C2333"/>
                </a:solidFill>
                <a:latin typeface="Segoe UI"/>
              </a:rPr>
              <a:t>5) Is there an apple?</a:t>
            </a:r>
          </a:p>
          <a:p>
            <a:pPr rtl="0" algn="l">
              <a:spcAft>
                <a:spcPts val="800"/>
              </a:spcAft>
            </a:pPr>
            <a:r>
              <a:rPr sz="1800" b="0" i="0" lang="en-US">
                <a:solidFill>
                  <a:srgbClr val="1C2333"/>
                </a:solidFill>
                <a:latin typeface="Segoe UI"/>
              </a:rPr>
              <a:t>6) Is there an elephant?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there a car?</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2) Is there an orange?</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3) Is there a bird?</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4) Is there a camel?</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5) Is there an apple?</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6) Is there an elephant?</a:t>
            </a:r>
          </a:p>
          <a:p>
            <a:pPr lvl="1" rtl="0" algn="l">
              <a:spcAft>
                <a:spcPts val="700"/>
              </a:spcAft>
            </a:pPr>
            <a:r>
              <a:rPr sz="1600" b="1" i="0" lang="en-US">
                <a:solidFill>
                  <a:srgbClr val="0F7A3D"/>
                </a:solidFill>
                <a:latin typeface="Segoe UI"/>
              </a:rPr>
              <a:t>✔ Yes, there is. / No, there isn't.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Is there a bench?</a:t>
            </a:r>
          </a:p>
          <a:p>
            <a:pPr rtl="0" algn="l">
              <a:spcAft>
                <a:spcPts val="800"/>
              </a:spcAft>
            </a:pPr>
            <a:r>
              <a:rPr sz="1800" b="0" i="0" lang="en-US">
                <a:solidFill>
                  <a:srgbClr val="1C2333"/>
                </a:solidFill>
                <a:latin typeface="Segoe UI"/>
              </a:rPr>
              <a:t>8) Is there an ant?</a:t>
            </a:r>
          </a:p>
          <a:p>
            <a:pPr rtl="0" algn="l">
              <a:spcAft>
                <a:spcPts val="800"/>
              </a:spcAft>
            </a:pPr>
            <a:r>
              <a:rPr sz="1800" b="0" i="0" lang="en-US">
                <a:solidFill>
                  <a:srgbClr val="1C2333"/>
                </a:solidFill>
                <a:latin typeface="Segoe UI"/>
              </a:rPr>
              <a:t>9) Is there a girl?</a:t>
            </a:r>
          </a:p>
          <a:p>
            <a:pPr rtl="0" algn="l">
              <a:spcAft>
                <a:spcPts val="800"/>
              </a:spcAft>
            </a:pPr>
            <a:r>
              <a:rPr sz="1800" b="0" i="0" lang="en-US">
                <a:solidFill>
                  <a:srgbClr val="1C2333"/>
                </a:solidFill>
                <a:latin typeface="Segoe UI"/>
              </a:rPr>
              <a:t>10) Is there a camera?</a:t>
            </a:r>
          </a:p>
          <a:p>
            <a:pPr rtl="0" algn="l">
              <a:spcAft>
                <a:spcPts val="800"/>
              </a:spcAft>
            </a:pPr>
            <a:r>
              <a:rPr sz="1800" b="0" i="0" lang="en-US">
                <a:solidFill>
                  <a:srgbClr val="1C2333"/>
                </a:solidFill>
                <a:latin typeface="Segoe UI"/>
              </a:rPr>
              <a:t>11) Are there girls?</a:t>
            </a:r>
          </a:p>
          <a:p>
            <a:pPr rtl="0" algn="l">
              <a:spcAft>
                <a:spcPts val="800"/>
              </a:spcAft>
            </a:pPr>
            <a:r>
              <a:rPr sz="1800" b="0" i="0" lang="en-US">
                <a:solidFill>
                  <a:srgbClr val="1C2333"/>
                </a:solidFill>
                <a:latin typeface="Segoe UI"/>
              </a:rPr>
              <a:t>12) Are there cats?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Is there a bench?</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8) Is there an ant?</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9) Is there a girl?</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10) Is there a camera?</a:t>
            </a:r>
          </a:p>
          <a:p>
            <a:pPr lvl="1" rtl="0" algn="l">
              <a:spcAft>
                <a:spcPts val="700"/>
              </a:spcAft>
            </a:pPr>
            <a:r>
              <a:rPr sz="1600" b="1" i="0" lang="en-US">
                <a:solidFill>
                  <a:srgbClr val="0F7A3D"/>
                </a:solidFill>
                <a:latin typeface="Segoe UI"/>
              </a:rPr>
              <a:t>✔ Yes, there is. / No, there isn't.</a:t>
            </a:r>
          </a:p>
          <a:p>
            <a:pPr rtl="0" algn="l">
              <a:spcAft>
                <a:spcPts val="300"/>
              </a:spcAft>
            </a:pPr>
            <a:r>
              <a:rPr sz="1700" b="0" i="0" lang="en-US">
                <a:solidFill>
                  <a:srgbClr val="1C2333"/>
                </a:solidFill>
                <a:latin typeface="Segoe UI"/>
              </a:rPr>
              <a:t>11) Are there girls?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12) Are there cats?</a:t>
            </a:r>
          </a:p>
          <a:p>
            <a:pPr lvl="1" rtl="0" algn="l">
              <a:spcAft>
                <a:spcPts val="700"/>
              </a:spcAft>
            </a:pPr>
            <a:r>
              <a:rPr sz="1600" b="1" i="0" lang="en-US">
                <a:solidFill>
                  <a:srgbClr val="0F7A3D"/>
                </a:solidFill>
                <a:latin typeface="Segoe UI"/>
              </a:rPr>
              <a:t>✔ Yes, there are. / No, there aren't.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Are there apples?</a:t>
            </a:r>
          </a:p>
          <a:p>
            <a:pPr rtl="0" algn="l">
              <a:spcAft>
                <a:spcPts val="800"/>
              </a:spcAft>
            </a:pPr>
            <a:r>
              <a:rPr sz="1800" b="0" i="0" lang="en-US">
                <a:solidFill>
                  <a:srgbClr val="1C2333"/>
                </a:solidFill>
                <a:latin typeface="Segoe UI"/>
              </a:rPr>
              <a:t>14) Are there boys?</a:t>
            </a:r>
          </a:p>
          <a:p>
            <a:pPr rtl="0" algn="l">
              <a:spcAft>
                <a:spcPts val="800"/>
              </a:spcAft>
            </a:pPr>
            <a:r>
              <a:rPr sz="1800" b="0" i="0" lang="en-US">
                <a:solidFill>
                  <a:srgbClr val="1C2333"/>
                </a:solidFill>
                <a:latin typeface="Segoe UI"/>
              </a:rPr>
              <a:t>15) Are there trees?</a:t>
            </a:r>
          </a:p>
          <a:p>
            <a:pPr rtl="0" algn="l">
              <a:spcAft>
                <a:spcPts val="800"/>
              </a:spcAft>
            </a:pPr>
            <a:r>
              <a:rPr sz="1800" b="0" i="0" lang="en-US">
                <a:solidFill>
                  <a:srgbClr val="1C2333"/>
                </a:solidFill>
                <a:latin typeface="Segoe UI"/>
              </a:rPr>
              <a:t>16) Are there doors?</a:t>
            </a:r>
          </a:p>
          <a:p>
            <a:pPr rtl="0" algn="l">
              <a:spcAft>
                <a:spcPts val="800"/>
              </a:spcAft>
            </a:pPr>
            <a:r>
              <a:rPr sz="1800" b="0" i="0" lang="en-US">
                <a:solidFill>
                  <a:srgbClr val="1C2333"/>
                </a:solidFill>
                <a:latin typeface="Segoe UI"/>
              </a:rPr>
              <a:t>17) Are there pens?</a:t>
            </a:r>
          </a:p>
          <a:p>
            <a:pPr rtl="0" algn="l">
              <a:spcAft>
                <a:spcPts val="800"/>
              </a:spcAft>
            </a:pPr>
            <a:r>
              <a:rPr sz="1800" b="0" i="0" lang="en-US">
                <a:solidFill>
                  <a:srgbClr val="1C2333"/>
                </a:solidFill>
                <a:latin typeface="Segoe UI"/>
              </a:rPr>
              <a:t>18) Are there rulers?</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Are there apples?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14) Are there boys?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15) Are there trees?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16) Are there doors?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17) Are there pens?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18) Are there rulers?</a:t>
            </a:r>
          </a:p>
          <a:p>
            <a:pPr lvl="1" rtl="0" algn="l">
              <a:spcAft>
                <a:spcPts val="700"/>
              </a:spcAft>
            </a:pPr>
            <a:r>
              <a:rPr sz="1600" b="1" i="0" lang="en-US">
                <a:solidFill>
                  <a:srgbClr val="0F7A3D"/>
                </a:solidFill>
                <a:latin typeface="Segoe UI"/>
              </a:rPr>
              <a:t>✔ Yes, there are. / No, there aren't.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Are there lions?</a:t>
            </a:r>
          </a:p>
          <a:p>
            <a:pPr rtl="0" algn="l">
              <a:spcAft>
                <a:spcPts val="800"/>
              </a:spcAft>
            </a:pPr>
            <a:r>
              <a:rPr sz="1800" b="0" i="0" lang="en-US">
                <a:solidFill>
                  <a:srgbClr val="1C2333"/>
                </a:solidFill>
                <a:latin typeface="Segoe UI"/>
              </a:rPr>
              <a:t>20) Are there animals?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D) Answer with Yes or No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Are there lions?</a:t>
            </a:r>
          </a:p>
          <a:p>
            <a:pPr lvl="1" rtl="0" algn="l">
              <a:spcAft>
                <a:spcPts val="700"/>
              </a:spcAft>
            </a:pPr>
            <a:r>
              <a:rPr sz="1600" b="1" i="0" lang="en-US">
                <a:solidFill>
                  <a:srgbClr val="0F7A3D"/>
                </a:solidFill>
                <a:latin typeface="Segoe UI"/>
              </a:rPr>
              <a:t>✔ Yes, there are. / No, there aren't.</a:t>
            </a:r>
          </a:p>
          <a:p>
            <a:pPr rtl="0" algn="l">
              <a:spcAft>
                <a:spcPts val="300"/>
              </a:spcAft>
            </a:pPr>
            <a:r>
              <a:rPr sz="1700" b="0" i="0" lang="en-US">
                <a:solidFill>
                  <a:srgbClr val="1C2333"/>
                </a:solidFill>
                <a:latin typeface="Segoe UI"/>
              </a:rPr>
              <a:t>20) Are there animals?</a:t>
            </a:r>
          </a:p>
          <a:p>
            <a:pPr lvl="1" rtl="0" algn="l">
              <a:spcAft>
                <a:spcPts val="700"/>
              </a:spcAft>
            </a:pPr>
            <a:r>
              <a:rPr sz="1600" b="1" i="0" lang="en-US">
                <a:solidFill>
                  <a:srgbClr val="0F7A3D"/>
                </a:solidFill>
                <a:latin typeface="Segoe UI"/>
              </a:rPr>
              <a:t>✔ Yes, there are. / No, there aren't.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Yes, there is a cat.</a:t>
            </a:r>
          </a:p>
          <a:p>
            <a:pPr rtl="0" algn="l">
              <a:spcAft>
                <a:spcPts val="800"/>
              </a:spcAft>
            </a:pPr>
            <a:r>
              <a:rPr sz="1800" b="0" i="0" lang="en-US">
                <a:solidFill>
                  <a:srgbClr val="1C2333"/>
                </a:solidFill>
                <a:latin typeface="Segoe UI"/>
              </a:rPr>
              <a:t>2) No, there isn't a tree.</a:t>
            </a:r>
          </a:p>
          <a:p>
            <a:pPr rtl="0" algn="l">
              <a:spcAft>
                <a:spcPts val="800"/>
              </a:spcAft>
            </a:pPr>
            <a:r>
              <a:rPr sz="1800" b="0" i="0" lang="en-US">
                <a:solidFill>
                  <a:srgbClr val="1C2333"/>
                </a:solidFill>
                <a:latin typeface="Segoe UI"/>
              </a:rPr>
              <a:t>3) Yes, there is a ball.</a:t>
            </a:r>
          </a:p>
          <a:p>
            <a:pPr rtl="0" algn="l">
              <a:spcAft>
                <a:spcPts val="800"/>
              </a:spcAft>
            </a:pPr>
            <a:r>
              <a:rPr sz="1800" b="0" i="0" lang="en-US">
                <a:solidFill>
                  <a:srgbClr val="1C2333"/>
                </a:solidFill>
                <a:latin typeface="Segoe UI"/>
              </a:rPr>
              <a:t>4) No, there isn't an orange.</a:t>
            </a:r>
          </a:p>
          <a:p>
            <a:pPr rtl="0" algn="l">
              <a:spcAft>
                <a:spcPts val="800"/>
              </a:spcAft>
            </a:pPr>
            <a:r>
              <a:rPr sz="1800" b="0" i="0" lang="en-US">
                <a:solidFill>
                  <a:srgbClr val="1C2333"/>
                </a:solidFill>
                <a:latin typeface="Segoe UI"/>
              </a:rPr>
              <a:t>5) Yes, there is a fish.</a:t>
            </a:r>
          </a:p>
          <a:p>
            <a:pPr rtl="0" algn="l">
              <a:spcAft>
                <a:spcPts val="800"/>
              </a:spcAft>
            </a:pPr>
            <a:r>
              <a:rPr sz="1800" b="0" i="0" lang="en-US">
                <a:solidFill>
                  <a:srgbClr val="1C2333"/>
                </a:solidFill>
                <a:latin typeface="Segoe UI"/>
              </a:rPr>
              <a:t>6) No, there isn't a camel.</a:t>
            </a:r>
          </a:p>
          <a:p>
            <a:pPr rtl="0" algn="l">
              <a:spcAft>
                <a:spcPts val="800"/>
              </a:spcAft>
            </a:pPr>
            <a:r>
              <a:rPr sz="1800" b="0" i="0" lang="en-US">
                <a:solidFill>
                  <a:srgbClr val="1C2333"/>
                </a:solidFill>
                <a:latin typeface="Segoe UI"/>
              </a:rPr>
              <a:t>7) Yes, there is an animal.</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Yes, there is a cat.</a:t>
            </a:r>
          </a:p>
          <a:p>
            <a:pPr lvl="1" rtl="0" algn="l">
              <a:spcAft>
                <a:spcPts val="700"/>
              </a:spcAft>
            </a:pPr>
            <a:r>
              <a:rPr sz="1600" b="1" i="0" lang="en-US">
                <a:solidFill>
                  <a:srgbClr val="0F7A3D"/>
                </a:solidFill>
                <a:latin typeface="Segoe UI"/>
              </a:rPr>
              <a:t>✔ Is there a cat?</a:t>
            </a:r>
          </a:p>
          <a:p>
            <a:pPr rtl="0" algn="l">
              <a:spcAft>
                <a:spcPts val="300"/>
              </a:spcAft>
            </a:pPr>
            <a:r>
              <a:rPr sz="1700" b="0" i="0" lang="en-US">
                <a:solidFill>
                  <a:srgbClr val="1C2333"/>
                </a:solidFill>
                <a:latin typeface="Segoe UI"/>
              </a:rPr>
              <a:t>2) No, there isn't a tree.</a:t>
            </a:r>
          </a:p>
          <a:p>
            <a:pPr lvl="1" rtl="0" algn="l">
              <a:spcAft>
                <a:spcPts val="700"/>
              </a:spcAft>
            </a:pPr>
            <a:r>
              <a:rPr sz="1600" b="1" i="0" lang="en-US">
                <a:solidFill>
                  <a:srgbClr val="0F7A3D"/>
                </a:solidFill>
                <a:latin typeface="Segoe UI"/>
              </a:rPr>
              <a:t>✔ Is there a tree?</a:t>
            </a:r>
          </a:p>
          <a:p>
            <a:pPr rtl="0" algn="l">
              <a:spcAft>
                <a:spcPts val="300"/>
              </a:spcAft>
            </a:pPr>
            <a:r>
              <a:rPr sz="1700" b="0" i="0" lang="en-US">
                <a:solidFill>
                  <a:srgbClr val="1C2333"/>
                </a:solidFill>
                <a:latin typeface="Segoe UI"/>
              </a:rPr>
              <a:t>3) Yes, there is a ball.</a:t>
            </a:r>
          </a:p>
          <a:p>
            <a:pPr lvl="1" rtl="0" algn="l">
              <a:spcAft>
                <a:spcPts val="700"/>
              </a:spcAft>
            </a:pPr>
            <a:r>
              <a:rPr sz="1600" b="1" i="0" lang="en-US">
                <a:solidFill>
                  <a:srgbClr val="0F7A3D"/>
                </a:solidFill>
                <a:latin typeface="Segoe UI"/>
              </a:rPr>
              <a:t>✔ Is there a ball?</a:t>
            </a:r>
          </a:p>
          <a:p>
            <a:pPr rtl="0" algn="l">
              <a:spcAft>
                <a:spcPts val="300"/>
              </a:spcAft>
            </a:pPr>
            <a:r>
              <a:rPr sz="1700" b="0" i="0" lang="en-US">
                <a:solidFill>
                  <a:srgbClr val="1C2333"/>
                </a:solidFill>
                <a:latin typeface="Segoe UI"/>
              </a:rPr>
              <a:t>4) No, there isn't an orange.</a:t>
            </a:r>
          </a:p>
          <a:p>
            <a:pPr lvl="1" rtl="0" algn="l">
              <a:spcAft>
                <a:spcPts val="700"/>
              </a:spcAft>
            </a:pPr>
            <a:r>
              <a:rPr sz="1600" b="1" i="0" lang="en-US">
                <a:solidFill>
                  <a:srgbClr val="0F7A3D"/>
                </a:solidFill>
                <a:latin typeface="Segoe UI"/>
              </a:rPr>
              <a:t>✔ Is there an orange?</a:t>
            </a:r>
          </a:p>
          <a:p>
            <a:pPr rtl="0" algn="l">
              <a:spcAft>
                <a:spcPts val="300"/>
              </a:spcAft>
            </a:pPr>
            <a:r>
              <a:rPr sz="1700" b="0" i="0" lang="en-US">
                <a:solidFill>
                  <a:srgbClr val="1C2333"/>
                </a:solidFill>
                <a:latin typeface="Segoe UI"/>
              </a:rPr>
              <a:t>5) Yes, there is a fish.</a:t>
            </a:r>
          </a:p>
          <a:p>
            <a:pPr lvl="1" rtl="0" algn="l">
              <a:spcAft>
                <a:spcPts val="700"/>
              </a:spcAft>
            </a:pPr>
            <a:r>
              <a:rPr sz="1600" b="1" i="0" lang="en-US">
                <a:solidFill>
                  <a:srgbClr val="0F7A3D"/>
                </a:solidFill>
                <a:latin typeface="Segoe UI"/>
              </a:rPr>
              <a:t>✔ Is there a fish?</a:t>
            </a:r>
          </a:p>
          <a:p>
            <a:pPr rtl="0" algn="l">
              <a:spcAft>
                <a:spcPts val="300"/>
              </a:spcAft>
            </a:pPr>
            <a:r>
              <a:rPr sz="1700" b="0" i="0" lang="en-US">
                <a:solidFill>
                  <a:srgbClr val="1C2333"/>
                </a:solidFill>
                <a:latin typeface="Segoe UI"/>
              </a:rPr>
              <a:t>6) No, there isn't a camel.</a:t>
            </a:r>
          </a:p>
          <a:p>
            <a:pPr lvl="1" rtl="0" algn="l">
              <a:spcAft>
                <a:spcPts val="700"/>
              </a:spcAft>
            </a:pPr>
            <a:r>
              <a:rPr sz="1600" b="1" i="0" lang="en-US">
                <a:solidFill>
                  <a:srgbClr val="0F7A3D"/>
                </a:solidFill>
                <a:latin typeface="Segoe UI"/>
              </a:rPr>
              <a:t>✔ Is there a camel?</a:t>
            </a:r>
          </a:p>
          <a:p>
            <a:pPr rtl="0" algn="l">
              <a:spcAft>
                <a:spcPts val="300"/>
              </a:spcAft>
            </a:pPr>
            <a:r>
              <a:rPr sz="1700" b="0" i="0" lang="en-US">
                <a:solidFill>
                  <a:srgbClr val="1C2333"/>
                </a:solidFill>
                <a:latin typeface="Segoe UI"/>
              </a:rPr>
              <a:t>7) Yes, there is an animal.</a:t>
            </a:r>
          </a:p>
          <a:p>
            <a:pPr lvl="1" rtl="0" algn="l">
              <a:spcAft>
                <a:spcPts val="700"/>
              </a:spcAft>
            </a:pPr>
            <a:r>
              <a:rPr sz="1600" b="1" i="0" lang="en-US">
                <a:solidFill>
                  <a:srgbClr val="0F7A3D"/>
                </a:solidFill>
                <a:latin typeface="Segoe UI"/>
              </a:rPr>
              <a:t>✔ Is there an animal?</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No, there isn't a bird.</a:t>
            </a:r>
          </a:p>
          <a:p>
            <a:pPr rtl="0" algn="l">
              <a:spcAft>
                <a:spcPts val="800"/>
              </a:spcAft>
            </a:pPr>
            <a:r>
              <a:rPr sz="1800" b="0" i="0" lang="en-US">
                <a:solidFill>
                  <a:srgbClr val="1C2333"/>
                </a:solidFill>
                <a:latin typeface="Segoe UI"/>
              </a:rPr>
              <a:t>9) Yes, there is a boy.</a:t>
            </a:r>
          </a:p>
          <a:p>
            <a:pPr rtl="0" algn="l">
              <a:spcAft>
                <a:spcPts val="800"/>
              </a:spcAft>
            </a:pPr>
            <a:r>
              <a:rPr sz="1800" b="0" i="0" lang="en-US">
                <a:solidFill>
                  <a:srgbClr val="1C2333"/>
                </a:solidFill>
                <a:latin typeface="Segoe UI"/>
              </a:rPr>
              <a:t>10) No, there aren't cars.</a:t>
            </a:r>
          </a:p>
          <a:p>
            <a:pPr rtl="0" algn="l">
              <a:spcAft>
                <a:spcPts val="800"/>
              </a:spcAft>
            </a:pPr>
            <a:r>
              <a:rPr sz="1800" b="0" i="0" lang="en-US">
                <a:solidFill>
                  <a:srgbClr val="1C2333"/>
                </a:solidFill>
                <a:latin typeface="Segoe UI"/>
              </a:rPr>
              <a:t>11) Yes, there are dolls.</a:t>
            </a:r>
          </a:p>
          <a:p>
            <a:pPr rtl="0" algn="l">
              <a:spcAft>
                <a:spcPts val="800"/>
              </a:spcAft>
            </a:pPr>
            <a:r>
              <a:rPr sz="1800" b="0" i="0" lang="en-US">
                <a:solidFill>
                  <a:srgbClr val="1C2333"/>
                </a:solidFill>
                <a:latin typeface="Segoe UI"/>
              </a:rPr>
              <a:t>12) No, there aren't pens.</a:t>
            </a:r>
          </a:p>
          <a:p>
            <a:pPr rtl="0" algn="l">
              <a:spcAft>
                <a:spcPts val="800"/>
              </a:spcAft>
            </a:pPr>
            <a:r>
              <a:rPr sz="1800" b="0" i="0" lang="en-US">
                <a:solidFill>
                  <a:srgbClr val="1C2333"/>
                </a:solidFill>
                <a:latin typeface="Segoe UI"/>
              </a:rPr>
              <a:t>13) Yes, there are girls.</a:t>
            </a:r>
          </a:p>
          <a:p>
            <a:pPr rtl="0" algn="l">
              <a:spcAft>
                <a:spcPts val="800"/>
              </a:spcAft>
            </a:pPr>
            <a:r>
              <a:rPr sz="1800" b="0" i="0" lang="en-US">
                <a:solidFill>
                  <a:srgbClr val="1C2333"/>
                </a:solidFill>
                <a:latin typeface="Segoe UI"/>
              </a:rPr>
              <a:t>14) No, there aren't ducks.</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No, there isn't a bird.</a:t>
            </a:r>
          </a:p>
          <a:p>
            <a:pPr lvl="1" rtl="0" algn="l">
              <a:spcAft>
                <a:spcPts val="700"/>
              </a:spcAft>
            </a:pPr>
            <a:r>
              <a:rPr sz="1600" b="1" i="0" lang="en-US">
                <a:solidFill>
                  <a:srgbClr val="0F7A3D"/>
                </a:solidFill>
                <a:latin typeface="Segoe UI"/>
              </a:rPr>
              <a:t>✔ Is there a bird?</a:t>
            </a:r>
          </a:p>
          <a:p>
            <a:pPr rtl="0" algn="l">
              <a:spcAft>
                <a:spcPts val="300"/>
              </a:spcAft>
            </a:pPr>
            <a:r>
              <a:rPr sz="1700" b="0" i="0" lang="en-US">
                <a:solidFill>
                  <a:srgbClr val="1C2333"/>
                </a:solidFill>
                <a:latin typeface="Segoe UI"/>
              </a:rPr>
              <a:t>9) Yes, there is a boy.</a:t>
            </a:r>
          </a:p>
          <a:p>
            <a:pPr lvl="1" rtl="0" algn="l">
              <a:spcAft>
                <a:spcPts val="700"/>
              </a:spcAft>
            </a:pPr>
            <a:r>
              <a:rPr sz="1600" b="1" i="0" lang="en-US">
                <a:solidFill>
                  <a:srgbClr val="0F7A3D"/>
                </a:solidFill>
                <a:latin typeface="Segoe UI"/>
              </a:rPr>
              <a:t>✔ Is there a boy?</a:t>
            </a:r>
          </a:p>
          <a:p>
            <a:pPr rtl="0" algn="l">
              <a:spcAft>
                <a:spcPts val="300"/>
              </a:spcAft>
            </a:pPr>
            <a:r>
              <a:rPr sz="1700" b="0" i="0" lang="en-US">
                <a:solidFill>
                  <a:srgbClr val="1C2333"/>
                </a:solidFill>
                <a:latin typeface="Segoe UI"/>
              </a:rPr>
              <a:t>10) No, there aren't cars.</a:t>
            </a:r>
          </a:p>
          <a:p>
            <a:pPr lvl="1" rtl="0" algn="l">
              <a:spcAft>
                <a:spcPts val="700"/>
              </a:spcAft>
            </a:pPr>
            <a:r>
              <a:rPr sz="1600" b="1" i="0" lang="en-US">
                <a:solidFill>
                  <a:srgbClr val="0F7A3D"/>
                </a:solidFill>
                <a:latin typeface="Segoe UI"/>
              </a:rPr>
              <a:t>✔ Are there cars?</a:t>
            </a:r>
          </a:p>
          <a:p>
            <a:pPr rtl="0" algn="l">
              <a:spcAft>
                <a:spcPts val="300"/>
              </a:spcAft>
            </a:pPr>
            <a:r>
              <a:rPr sz="1700" b="0" i="0" lang="en-US">
                <a:solidFill>
                  <a:srgbClr val="1C2333"/>
                </a:solidFill>
                <a:latin typeface="Segoe UI"/>
              </a:rPr>
              <a:t>11) Yes, there are dolls.</a:t>
            </a:r>
          </a:p>
          <a:p>
            <a:pPr lvl="1" rtl="0" algn="l">
              <a:spcAft>
                <a:spcPts val="700"/>
              </a:spcAft>
            </a:pPr>
            <a:r>
              <a:rPr sz="1600" b="1" i="0" lang="en-US">
                <a:solidFill>
                  <a:srgbClr val="0F7A3D"/>
                </a:solidFill>
                <a:latin typeface="Segoe UI"/>
              </a:rPr>
              <a:t>✔ Are there dolls?</a:t>
            </a:r>
          </a:p>
          <a:p>
            <a:pPr rtl="0" algn="l">
              <a:spcAft>
                <a:spcPts val="300"/>
              </a:spcAft>
            </a:pPr>
            <a:r>
              <a:rPr sz="1700" b="0" i="0" lang="en-US">
                <a:solidFill>
                  <a:srgbClr val="1C2333"/>
                </a:solidFill>
                <a:latin typeface="Segoe UI"/>
              </a:rPr>
              <a:t>12) No, there aren't pens.</a:t>
            </a:r>
          </a:p>
          <a:p>
            <a:pPr lvl="1" rtl="0" algn="l">
              <a:spcAft>
                <a:spcPts val="700"/>
              </a:spcAft>
            </a:pPr>
            <a:r>
              <a:rPr sz="1600" b="1" i="0" lang="en-US">
                <a:solidFill>
                  <a:srgbClr val="0F7A3D"/>
                </a:solidFill>
                <a:latin typeface="Segoe UI"/>
              </a:rPr>
              <a:t>✔ Are there pens?</a:t>
            </a:r>
          </a:p>
          <a:p>
            <a:pPr rtl="0" algn="l">
              <a:spcAft>
                <a:spcPts val="300"/>
              </a:spcAft>
            </a:pPr>
            <a:r>
              <a:rPr sz="1700" b="0" i="0" lang="en-US">
                <a:solidFill>
                  <a:srgbClr val="1C2333"/>
                </a:solidFill>
                <a:latin typeface="Segoe UI"/>
              </a:rPr>
              <a:t>13) Yes, there are girls.</a:t>
            </a:r>
          </a:p>
          <a:p>
            <a:pPr lvl="1" rtl="0" algn="l">
              <a:spcAft>
                <a:spcPts val="700"/>
              </a:spcAft>
            </a:pPr>
            <a:r>
              <a:rPr sz="1600" b="1" i="0" lang="en-US">
                <a:solidFill>
                  <a:srgbClr val="0F7A3D"/>
                </a:solidFill>
                <a:latin typeface="Segoe UI"/>
              </a:rPr>
              <a:t>✔ Are there girls?</a:t>
            </a:r>
          </a:p>
          <a:p>
            <a:pPr rtl="0" algn="l">
              <a:spcAft>
                <a:spcPts val="300"/>
              </a:spcAft>
            </a:pPr>
            <a:r>
              <a:rPr sz="1700" b="0" i="0" lang="en-US">
                <a:solidFill>
                  <a:srgbClr val="1C2333"/>
                </a:solidFill>
                <a:latin typeface="Segoe UI"/>
              </a:rPr>
              <a:t>14) No, there aren't ducks.</a:t>
            </a:r>
          </a:p>
          <a:p>
            <a:pPr lvl="1" rtl="0" algn="l">
              <a:spcAft>
                <a:spcPts val="700"/>
              </a:spcAft>
            </a:pPr>
            <a:r>
              <a:rPr sz="1600" b="1" i="0" lang="en-US">
                <a:solidFill>
                  <a:srgbClr val="0F7A3D"/>
                </a:solidFill>
                <a:latin typeface="Segoe UI"/>
              </a:rPr>
              <a:t>✔ Are there ducks?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Yes, there are lions.</a:t>
            </a:r>
          </a:p>
          <a:p>
            <a:pPr rtl="0" algn="l">
              <a:spcAft>
                <a:spcPts val="800"/>
              </a:spcAft>
            </a:pPr>
            <a:r>
              <a:rPr sz="1800" b="0" i="0" lang="en-US">
                <a:solidFill>
                  <a:srgbClr val="1C2333"/>
                </a:solidFill>
                <a:latin typeface="Segoe UI"/>
              </a:rPr>
              <a:t>16) No, there aren't ants.</a:t>
            </a:r>
          </a:p>
          <a:p>
            <a:pPr rtl="0" algn="l">
              <a:spcAft>
                <a:spcPts val="800"/>
              </a:spcAft>
            </a:pPr>
            <a:r>
              <a:rPr sz="1800" b="0" i="0" lang="en-US">
                <a:solidFill>
                  <a:srgbClr val="1C2333"/>
                </a:solidFill>
                <a:latin typeface="Segoe UI"/>
              </a:rPr>
              <a:t>17) Yes, there are oranges.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E) Make a question for these answers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Yes, there are lions.</a:t>
            </a:r>
          </a:p>
          <a:p>
            <a:pPr lvl="1" rtl="0" algn="l">
              <a:spcAft>
                <a:spcPts val="700"/>
              </a:spcAft>
            </a:pPr>
            <a:r>
              <a:rPr sz="1600" b="1" i="0" lang="en-US">
                <a:solidFill>
                  <a:srgbClr val="0F7A3D"/>
                </a:solidFill>
                <a:latin typeface="Segoe UI"/>
              </a:rPr>
              <a:t>✔ Are there lions?</a:t>
            </a:r>
          </a:p>
          <a:p>
            <a:pPr rtl="0" algn="l">
              <a:spcAft>
                <a:spcPts val="300"/>
              </a:spcAft>
            </a:pPr>
            <a:r>
              <a:rPr sz="1700" b="0" i="0" lang="en-US">
                <a:solidFill>
                  <a:srgbClr val="1C2333"/>
                </a:solidFill>
                <a:latin typeface="Segoe UI"/>
              </a:rPr>
              <a:t>16) No, there aren't ants.</a:t>
            </a:r>
          </a:p>
          <a:p>
            <a:pPr lvl="1" rtl="0" algn="l">
              <a:spcAft>
                <a:spcPts val="700"/>
              </a:spcAft>
            </a:pPr>
            <a:r>
              <a:rPr sz="1600" b="1" i="0" lang="en-US">
                <a:solidFill>
                  <a:srgbClr val="0F7A3D"/>
                </a:solidFill>
                <a:latin typeface="Segoe UI"/>
              </a:rPr>
              <a:t>✔ Are there ants?</a:t>
            </a:r>
          </a:p>
          <a:p>
            <a:pPr rtl="0" algn="l">
              <a:spcAft>
                <a:spcPts val="300"/>
              </a:spcAft>
            </a:pPr>
            <a:r>
              <a:rPr sz="1700" b="0" i="0" lang="en-US">
                <a:solidFill>
                  <a:srgbClr val="1C2333"/>
                </a:solidFill>
                <a:latin typeface="Segoe UI"/>
              </a:rPr>
              <a:t>17) Yes, there are oranges.</a:t>
            </a:r>
          </a:p>
          <a:p>
            <a:pPr lvl="1" rtl="0" algn="l">
              <a:spcAft>
                <a:spcPts val="700"/>
              </a:spcAft>
            </a:pPr>
            <a:r>
              <a:rPr sz="1600" b="1" i="0" lang="en-US">
                <a:solidFill>
                  <a:srgbClr val="0F7A3D"/>
                </a:solidFill>
                <a:latin typeface="Segoe UI"/>
              </a:rPr>
              <a:t>✔ Are there oranges?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is a key.</a:t>
            </a:r>
          </a:p>
          <a:p>
            <a:pPr rtl="0" algn="l">
              <a:spcAft>
                <a:spcPts val="800"/>
              </a:spcAft>
            </a:pPr>
            <a:r>
              <a:rPr sz="1800" b="0" i="0" lang="en-US">
                <a:solidFill>
                  <a:srgbClr val="1C2333"/>
                </a:solidFill>
                <a:latin typeface="Segoe UI"/>
              </a:rPr>
              <a:t>2) There are kings.</a:t>
            </a:r>
          </a:p>
          <a:p>
            <a:pPr rtl="0" algn="l">
              <a:spcAft>
                <a:spcPts val="800"/>
              </a:spcAft>
            </a:pPr>
            <a:r>
              <a:rPr sz="1800" b="0" i="0" lang="en-US">
                <a:solidFill>
                  <a:srgbClr val="1C2333"/>
                </a:solidFill>
                <a:latin typeface="Segoe UI"/>
              </a:rPr>
              <a:t>3) There are chairs.</a:t>
            </a:r>
          </a:p>
          <a:p>
            <a:pPr rtl="0" algn="l">
              <a:spcAft>
                <a:spcPts val="800"/>
              </a:spcAft>
            </a:pPr>
            <a:r>
              <a:rPr sz="1800" b="0" i="0" lang="en-US">
                <a:solidFill>
                  <a:srgbClr val="1C2333"/>
                </a:solidFill>
                <a:latin typeface="Segoe UI"/>
              </a:rPr>
              <a:t>4) There is a dish.</a:t>
            </a:r>
          </a:p>
          <a:p>
            <a:pPr rtl="0" algn="l">
              <a:spcAft>
                <a:spcPts val="800"/>
              </a:spcAft>
            </a:pPr>
            <a:r>
              <a:rPr sz="1800" b="0" i="0" lang="en-US">
                <a:solidFill>
                  <a:srgbClr val="1C2333"/>
                </a:solidFill>
                <a:latin typeface="Segoe UI"/>
              </a:rPr>
              <a:t>5) There is a plant.</a:t>
            </a:r>
          </a:p>
          <a:p>
            <a:pPr rtl="0" algn="l">
              <a:spcAft>
                <a:spcPts val="800"/>
              </a:spcAft>
            </a:pPr>
            <a:r>
              <a:rPr sz="1800" b="0" i="0" lang="en-US">
                <a:solidFill>
                  <a:srgbClr val="1C2333"/>
                </a:solidFill>
                <a:latin typeface="Segoe UI"/>
              </a:rPr>
              <a:t>6) There are parks.</a:t>
            </a:r>
          </a:p>
          <a:p>
            <a:pPr rtl="0" algn="l">
              <a:spcAft>
                <a:spcPts val="800"/>
              </a:spcAft>
            </a:pPr>
            <a:r>
              <a:rPr sz="1800" b="0" i="0" lang="en-US">
                <a:solidFill>
                  <a:srgbClr val="1C2333"/>
                </a:solidFill>
                <a:latin typeface="Segoe UI"/>
              </a:rPr>
              <a:t>7) There are monkeys.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is a key.</a:t>
            </a:r>
          </a:p>
          <a:p>
            <a:pPr lvl="1" rtl="0" algn="l">
              <a:spcAft>
                <a:spcPts val="700"/>
              </a:spcAft>
            </a:pPr>
            <a:r>
              <a:rPr sz="1600" b="1" i="0" lang="en-US">
                <a:solidFill>
                  <a:srgbClr val="0F7A3D"/>
                </a:solidFill>
                <a:latin typeface="Segoe UI"/>
              </a:rPr>
              <a:t>✔ Is there a key?</a:t>
            </a:r>
          </a:p>
          <a:p>
            <a:pPr rtl="0" algn="l">
              <a:spcAft>
                <a:spcPts val="300"/>
              </a:spcAft>
            </a:pPr>
            <a:r>
              <a:rPr sz="1700" b="0" i="0" lang="en-US">
                <a:solidFill>
                  <a:srgbClr val="1C2333"/>
                </a:solidFill>
                <a:latin typeface="Segoe UI"/>
              </a:rPr>
              <a:t>2) There are kings.</a:t>
            </a:r>
          </a:p>
          <a:p>
            <a:pPr lvl="1" rtl="0" algn="l">
              <a:spcAft>
                <a:spcPts val="700"/>
              </a:spcAft>
            </a:pPr>
            <a:r>
              <a:rPr sz="1600" b="1" i="0" lang="en-US">
                <a:solidFill>
                  <a:srgbClr val="0F7A3D"/>
                </a:solidFill>
                <a:latin typeface="Segoe UI"/>
              </a:rPr>
              <a:t>✔ Are there kings?</a:t>
            </a:r>
          </a:p>
          <a:p>
            <a:pPr rtl="0" algn="l">
              <a:spcAft>
                <a:spcPts val="300"/>
              </a:spcAft>
            </a:pPr>
            <a:r>
              <a:rPr sz="1700" b="0" i="0" lang="en-US">
                <a:solidFill>
                  <a:srgbClr val="1C2333"/>
                </a:solidFill>
                <a:latin typeface="Segoe UI"/>
              </a:rPr>
              <a:t>3) There are chairs.</a:t>
            </a:r>
          </a:p>
          <a:p>
            <a:pPr lvl="1" rtl="0" algn="l">
              <a:spcAft>
                <a:spcPts val="700"/>
              </a:spcAft>
            </a:pPr>
            <a:r>
              <a:rPr sz="1600" b="1" i="0" lang="en-US">
                <a:solidFill>
                  <a:srgbClr val="0F7A3D"/>
                </a:solidFill>
                <a:latin typeface="Segoe UI"/>
              </a:rPr>
              <a:t>✔ Are there chairs?</a:t>
            </a:r>
          </a:p>
          <a:p>
            <a:pPr rtl="0" algn="l">
              <a:spcAft>
                <a:spcPts val="300"/>
              </a:spcAft>
            </a:pPr>
            <a:r>
              <a:rPr sz="1700" b="0" i="0" lang="en-US">
                <a:solidFill>
                  <a:srgbClr val="1C2333"/>
                </a:solidFill>
                <a:latin typeface="Segoe UI"/>
              </a:rPr>
              <a:t>4) There is a dish.</a:t>
            </a:r>
          </a:p>
          <a:p>
            <a:pPr lvl="1" rtl="0" algn="l">
              <a:spcAft>
                <a:spcPts val="700"/>
              </a:spcAft>
            </a:pPr>
            <a:r>
              <a:rPr sz="1600" b="1" i="0" lang="en-US">
                <a:solidFill>
                  <a:srgbClr val="0F7A3D"/>
                </a:solidFill>
                <a:latin typeface="Segoe UI"/>
              </a:rPr>
              <a:t>✔ Is there a dish?</a:t>
            </a:r>
          </a:p>
          <a:p>
            <a:pPr rtl="0" algn="l">
              <a:spcAft>
                <a:spcPts val="300"/>
              </a:spcAft>
            </a:pPr>
            <a:r>
              <a:rPr sz="1700" b="0" i="0" lang="en-US">
                <a:solidFill>
                  <a:srgbClr val="1C2333"/>
                </a:solidFill>
                <a:latin typeface="Segoe UI"/>
              </a:rPr>
              <a:t>5) There is a plant.</a:t>
            </a:r>
          </a:p>
          <a:p>
            <a:pPr lvl="1" rtl="0" algn="l">
              <a:spcAft>
                <a:spcPts val="700"/>
              </a:spcAft>
            </a:pPr>
            <a:r>
              <a:rPr sz="1600" b="1" i="0" lang="en-US">
                <a:solidFill>
                  <a:srgbClr val="0F7A3D"/>
                </a:solidFill>
                <a:latin typeface="Segoe UI"/>
              </a:rPr>
              <a:t>✔ Is there a plant?</a:t>
            </a:r>
          </a:p>
          <a:p>
            <a:pPr rtl="0" algn="l">
              <a:spcAft>
                <a:spcPts val="300"/>
              </a:spcAft>
            </a:pPr>
            <a:r>
              <a:rPr sz="1700" b="0" i="0" lang="en-US">
                <a:solidFill>
                  <a:srgbClr val="1C2333"/>
                </a:solidFill>
                <a:latin typeface="Segoe UI"/>
              </a:rPr>
              <a:t>6) There are parks.</a:t>
            </a:r>
          </a:p>
          <a:p>
            <a:pPr lvl="1" rtl="0" algn="l">
              <a:spcAft>
                <a:spcPts val="700"/>
              </a:spcAft>
            </a:pPr>
            <a:r>
              <a:rPr sz="1600" b="1" i="0" lang="en-US">
                <a:solidFill>
                  <a:srgbClr val="0F7A3D"/>
                </a:solidFill>
                <a:latin typeface="Segoe UI"/>
              </a:rPr>
              <a:t>✔ Are there parks?</a:t>
            </a:r>
          </a:p>
          <a:p>
            <a:pPr rtl="0" algn="l">
              <a:spcAft>
                <a:spcPts val="300"/>
              </a:spcAft>
            </a:pPr>
            <a:r>
              <a:rPr sz="1700" b="0" i="0" lang="en-US">
                <a:solidFill>
                  <a:srgbClr val="1C2333"/>
                </a:solidFill>
                <a:latin typeface="Segoe UI"/>
              </a:rPr>
              <a:t>7) There are monkeys.</a:t>
            </a:r>
          </a:p>
          <a:p>
            <a:pPr lvl="1" rtl="0" algn="l">
              <a:spcAft>
                <a:spcPts val="700"/>
              </a:spcAft>
            </a:pPr>
            <a:r>
              <a:rPr sz="1600" b="1" i="0" lang="en-US">
                <a:solidFill>
                  <a:srgbClr val="0F7A3D"/>
                </a:solidFill>
                <a:latin typeface="Segoe UI"/>
              </a:rPr>
              <a:t>✔ Are there monkeys?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is an orange.</a:t>
            </a:r>
          </a:p>
          <a:p>
            <a:pPr rtl="0" algn="l">
              <a:spcAft>
                <a:spcPts val="800"/>
              </a:spcAft>
            </a:pPr>
            <a:r>
              <a:rPr sz="1800" b="0" i="0" lang="en-US">
                <a:solidFill>
                  <a:srgbClr val="1C2333"/>
                </a:solidFill>
                <a:latin typeface="Segoe UI"/>
              </a:rPr>
              <a:t>9) There is an elephant.</a:t>
            </a:r>
          </a:p>
          <a:p>
            <a:pPr rtl="0" algn="l">
              <a:spcAft>
                <a:spcPts val="800"/>
              </a:spcAft>
            </a:pPr>
            <a:r>
              <a:rPr sz="1800" b="0" i="0" lang="en-US">
                <a:solidFill>
                  <a:srgbClr val="1C2333"/>
                </a:solidFill>
                <a:latin typeface="Segoe UI"/>
              </a:rPr>
              <a:t>10) There are horses.</a:t>
            </a:r>
          </a:p>
          <a:p>
            <a:pPr rtl="0" algn="l">
              <a:spcAft>
                <a:spcPts val="800"/>
              </a:spcAft>
            </a:pPr>
            <a:r>
              <a:rPr sz="1800" b="0" i="0" lang="en-US">
                <a:solidFill>
                  <a:srgbClr val="1C2333"/>
                </a:solidFill>
                <a:latin typeface="Segoe UI"/>
              </a:rPr>
              <a:t>11) There is a ring.</a:t>
            </a:r>
          </a:p>
          <a:p>
            <a:pPr rtl="0" algn="l">
              <a:spcAft>
                <a:spcPts val="800"/>
              </a:spcAft>
            </a:pPr>
            <a:r>
              <a:rPr sz="1800" b="0" i="0" lang="en-US">
                <a:solidFill>
                  <a:srgbClr val="1C2333"/>
                </a:solidFill>
                <a:latin typeface="Segoe UI"/>
              </a:rPr>
              <a:t>12) There are bananas.</a:t>
            </a:r>
          </a:p>
          <a:p>
            <a:pPr rtl="0" algn="l">
              <a:spcAft>
                <a:spcPts val="800"/>
              </a:spcAft>
            </a:pPr>
            <a:r>
              <a:rPr sz="1800" b="0" i="0" lang="en-US">
                <a:solidFill>
                  <a:srgbClr val="1C2333"/>
                </a:solidFill>
                <a:latin typeface="Segoe UI"/>
              </a:rPr>
              <a:t>13) There is a couch.</a:t>
            </a:r>
          </a:p>
          <a:p>
            <a:pPr rtl="0" algn="l">
              <a:spcAft>
                <a:spcPts val="800"/>
              </a:spcAft>
            </a:pPr>
            <a:r>
              <a:rPr sz="1800" b="0" i="0" lang="en-US">
                <a:solidFill>
                  <a:srgbClr val="1C2333"/>
                </a:solidFill>
                <a:latin typeface="Segoe UI"/>
              </a:rPr>
              <a:t>14) There are keys.</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is an orange.</a:t>
            </a:r>
          </a:p>
          <a:p>
            <a:pPr lvl="1" rtl="0" algn="l">
              <a:spcAft>
                <a:spcPts val="700"/>
              </a:spcAft>
            </a:pPr>
            <a:r>
              <a:rPr sz="1600" b="1" i="0" lang="en-US">
                <a:solidFill>
                  <a:srgbClr val="0F7A3D"/>
                </a:solidFill>
                <a:latin typeface="Segoe UI"/>
              </a:rPr>
              <a:t>✔ Is there an orange?</a:t>
            </a:r>
          </a:p>
          <a:p>
            <a:pPr rtl="0" algn="l">
              <a:spcAft>
                <a:spcPts val="300"/>
              </a:spcAft>
            </a:pPr>
            <a:r>
              <a:rPr sz="1700" b="0" i="0" lang="en-US">
                <a:solidFill>
                  <a:srgbClr val="1C2333"/>
                </a:solidFill>
                <a:latin typeface="Segoe UI"/>
              </a:rPr>
              <a:t>9) There is an elephant.</a:t>
            </a:r>
          </a:p>
          <a:p>
            <a:pPr lvl="1" rtl="0" algn="l">
              <a:spcAft>
                <a:spcPts val="700"/>
              </a:spcAft>
            </a:pPr>
            <a:r>
              <a:rPr sz="1600" b="1" i="0" lang="en-US">
                <a:solidFill>
                  <a:srgbClr val="0F7A3D"/>
                </a:solidFill>
                <a:latin typeface="Segoe UI"/>
              </a:rPr>
              <a:t>✔ Is there an elephant?</a:t>
            </a:r>
          </a:p>
          <a:p>
            <a:pPr rtl="0" algn="l">
              <a:spcAft>
                <a:spcPts val="300"/>
              </a:spcAft>
            </a:pPr>
            <a:r>
              <a:rPr sz="1700" b="0" i="0" lang="en-US">
                <a:solidFill>
                  <a:srgbClr val="1C2333"/>
                </a:solidFill>
                <a:latin typeface="Segoe UI"/>
              </a:rPr>
              <a:t>10) There are horses.</a:t>
            </a:r>
          </a:p>
          <a:p>
            <a:pPr lvl="1" rtl="0" algn="l">
              <a:spcAft>
                <a:spcPts val="700"/>
              </a:spcAft>
            </a:pPr>
            <a:r>
              <a:rPr sz="1600" b="1" i="0" lang="en-US">
                <a:solidFill>
                  <a:srgbClr val="0F7A3D"/>
                </a:solidFill>
                <a:latin typeface="Segoe UI"/>
              </a:rPr>
              <a:t>✔ Are there horses?</a:t>
            </a:r>
          </a:p>
          <a:p>
            <a:pPr rtl="0" algn="l">
              <a:spcAft>
                <a:spcPts val="300"/>
              </a:spcAft>
            </a:pPr>
            <a:r>
              <a:rPr sz="1700" b="0" i="0" lang="en-US">
                <a:solidFill>
                  <a:srgbClr val="1C2333"/>
                </a:solidFill>
                <a:latin typeface="Segoe UI"/>
              </a:rPr>
              <a:t>11) There is a ring.</a:t>
            </a:r>
          </a:p>
          <a:p>
            <a:pPr lvl="1" rtl="0" algn="l">
              <a:spcAft>
                <a:spcPts val="700"/>
              </a:spcAft>
            </a:pPr>
            <a:r>
              <a:rPr sz="1600" b="1" i="0" lang="en-US">
                <a:solidFill>
                  <a:srgbClr val="0F7A3D"/>
                </a:solidFill>
                <a:latin typeface="Segoe UI"/>
              </a:rPr>
              <a:t>✔ Is there a ring?</a:t>
            </a:r>
          </a:p>
          <a:p>
            <a:pPr rtl="0" algn="l">
              <a:spcAft>
                <a:spcPts val="300"/>
              </a:spcAft>
            </a:pPr>
            <a:r>
              <a:rPr sz="1700" b="0" i="0" lang="en-US">
                <a:solidFill>
                  <a:srgbClr val="1C2333"/>
                </a:solidFill>
                <a:latin typeface="Segoe UI"/>
              </a:rPr>
              <a:t>12) There are bananas.</a:t>
            </a:r>
          </a:p>
          <a:p>
            <a:pPr lvl="1" rtl="0" algn="l">
              <a:spcAft>
                <a:spcPts val="700"/>
              </a:spcAft>
            </a:pPr>
            <a:r>
              <a:rPr sz="1600" b="1" i="0" lang="en-US">
                <a:solidFill>
                  <a:srgbClr val="0F7A3D"/>
                </a:solidFill>
                <a:latin typeface="Segoe UI"/>
              </a:rPr>
              <a:t>✔ Are there bananas?</a:t>
            </a:r>
          </a:p>
          <a:p>
            <a:pPr rtl="0" algn="l">
              <a:spcAft>
                <a:spcPts val="300"/>
              </a:spcAft>
            </a:pPr>
            <a:r>
              <a:rPr sz="1700" b="0" i="0" lang="en-US">
                <a:solidFill>
                  <a:srgbClr val="1C2333"/>
                </a:solidFill>
                <a:latin typeface="Segoe UI"/>
              </a:rPr>
              <a:t>13) There is a couch.</a:t>
            </a:r>
          </a:p>
          <a:p>
            <a:pPr lvl="1" rtl="0" algn="l">
              <a:spcAft>
                <a:spcPts val="700"/>
              </a:spcAft>
            </a:pPr>
            <a:r>
              <a:rPr sz="1600" b="1" i="0" lang="en-US">
                <a:solidFill>
                  <a:srgbClr val="0F7A3D"/>
                </a:solidFill>
                <a:latin typeface="Segoe UI"/>
              </a:rPr>
              <a:t>✔ Is there a couch?</a:t>
            </a:r>
          </a:p>
          <a:p>
            <a:pPr rtl="0" algn="l">
              <a:spcAft>
                <a:spcPts val="300"/>
              </a:spcAft>
            </a:pPr>
            <a:r>
              <a:rPr sz="1700" b="0" i="0" lang="en-US">
                <a:solidFill>
                  <a:srgbClr val="1C2333"/>
                </a:solidFill>
                <a:latin typeface="Segoe UI"/>
              </a:rPr>
              <a:t>14) There are keys.</a:t>
            </a:r>
          </a:p>
          <a:p>
            <a:pPr lvl="1" rtl="0" algn="l">
              <a:spcAft>
                <a:spcPts val="700"/>
              </a:spcAft>
            </a:pPr>
            <a:r>
              <a:rPr sz="1600" b="1" i="0" lang="en-US">
                <a:solidFill>
                  <a:srgbClr val="0F7A3D"/>
                </a:solidFill>
                <a:latin typeface="Segoe UI"/>
              </a:rPr>
              <a:t>✔ Are there keys?</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There is a table.</a:t>
            </a:r>
          </a:p>
          <a:p>
            <a:pPr rtl="0" algn="l">
              <a:spcAft>
                <a:spcPts val="800"/>
              </a:spcAft>
            </a:pPr>
            <a:r>
              <a:rPr sz="1800" b="0" i="0" lang="en-US">
                <a:solidFill>
                  <a:srgbClr val="1C2333"/>
                </a:solidFill>
                <a:latin typeface="Segoe UI"/>
              </a:rPr>
              <a:t>16) There are kings.</a:t>
            </a:r>
          </a:p>
          <a:p>
            <a:pPr rtl="0" algn="l">
              <a:spcAft>
                <a:spcPts val="800"/>
              </a:spcAft>
            </a:pPr>
            <a:r>
              <a:rPr sz="1800" b="0" i="0" lang="en-US">
                <a:solidFill>
                  <a:srgbClr val="1C2333"/>
                </a:solidFill>
                <a:latin typeface="Segoe UI"/>
              </a:rPr>
              <a:t>17) There are boys.</a:t>
            </a:r>
          </a:p>
          <a:p>
            <a:pPr rtl="0" algn="l">
              <a:spcAft>
                <a:spcPts val="800"/>
              </a:spcAft>
            </a:pPr>
            <a:r>
              <a:rPr sz="1800" b="0" i="0" lang="en-US">
                <a:solidFill>
                  <a:srgbClr val="1C2333"/>
                </a:solidFill>
                <a:latin typeface="Segoe UI"/>
              </a:rPr>
              <a:t>18) There is a zoo.</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F) Make a question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There is a table.</a:t>
            </a:r>
          </a:p>
          <a:p>
            <a:pPr lvl="1" rtl="0" algn="l">
              <a:spcAft>
                <a:spcPts val="700"/>
              </a:spcAft>
            </a:pPr>
            <a:r>
              <a:rPr sz="1600" b="1" i="0" lang="en-US">
                <a:solidFill>
                  <a:srgbClr val="0F7A3D"/>
                </a:solidFill>
                <a:latin typeface="Segoe UI"/>
              </a:rPr>
              <a:t>✔ Is there a table?</a:t>
            </a:r>
          </a:p>
          <a:p>
            <a:pPr rtl="0" algn="l">
              <a:spcAft>
                <a:spcPts val="300"/>
              </a:spcAft>
            </a:pPr>
            <a:r>
              <a:rPr sz="1700" b="0" i="0" lang="en-US">
                <a:solidFill>
                  <a:srgbClr val="1C2333"/>
                </a:solidFill>
                <a:latin typeface="Segoe UI"/>
              </a:rPr>
              <a:t>16) There are kings.</a:t>
            </a:r>
          </a:p>
          <a:p>
            <a:pPr lvl="1" rtl="0" algn="l">
              <a:spcAft>
                <a:spcPts val="700"/>
              </a:spcAft>
            </a:pPr>
            <a:r>
              <a:rPr sz="1600" b="1" i="0" lang="en-US">
                <a:solidFill>
                  <a:srgbClr val="0F7A3D"/>
                </a:solidFill>
                <a:latin typeface="Segoe UI"/>
              </a:rPr>
              <a:t>✔ Are there kings?</a:t>
            </a:r>
          </a:p>
          <a:p>
            <a:pPr rtl="0" algn="l">
              <a:spcAft>
                <a:spcPts val="300"/>
              </a:spcAft>
            </a:pPr>
            <a:r>
              <a:rPr sz="1700" b="0" i="0" lang="en-US">
                <a:solidFill>
                  <a:srgbClr val="1C2333"/>
                </a:solidFill>
                <a:latin typeface="Segoe UI"/>
              </a:rPr>
              <a:t>17) There are boys.</a:t>
            </a:r>
          </a:p>
          <a:p>
            <a:pPr lvl="1" rtl="0" algn="l">
              <a:spcAft>
                <a:spcPts val="700"/>
              </a:spcAft>
            </a:pPr>
            <a:r>
              <a:rPr sz="1600" b="1" i="0" lang="en-US">
                <a:solidFill>
                  <a:srgbClr val="0F7A3D"/>
                </a:solidFill>
                <a:latin typeface="Segoe UI"/>
              </a:rPr>
              <a:t>✔ Are there boys?</a:t>
            </a:r>
          </a:p>
          <a:p>
            <a:pPr rtl="0" algn="l">
              <a:spcAft>
                <a:spcPts val="300"/>
              </a:spcAft>
            </a:pPr>
            <a:r>
              <a:rPr sz="1700" b="0" i="0" lang="en-US">
                <a:solidFill>
                  <a:srgbClr val="1C2333"/>
                </a:solidFill>
                <a:latin typeface="Segoe UI"/>
              </a:rPr>
              <a:t>18) There is a zoo.</a:t>
            </a:r>
          </a:p>
          <a:p>
            <a:pPr lvl="1" rtl="0" algn="l">
              <a:spcAft>
                <a:spcPts val="700"/>
              </a:spcAft>
            </a:pPr>
            <a:r>
              <a:rPr sz="1600" b="1" i="0" lang="en-US">
                <a:solidFill>
                  <a:srgbClr val="0F7A3D"/>
                </a:solidFill>
                <a:latin typeface="Segoe UI"/>
              </a:rPr>
              <a:t>✔ Is there a zoo?</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 an – There – apple.</a:t>
            </a:r>
          </a:p>
          <a:p>
            <a:pPr rtl="0" algn="l">
              <a:spcAft>
                <a:spcPts val="800"/>
              </a:spcAft>
            </a:pPr>
            <a:r>
              <a:rPr sz="1800" b="0" i="0" lang="en-US">
                <a:solidFill>
                  <a:srgbClr val="1C2333"/>
                </a:solidFill>
                <a:latin typeface="Segoe UI"/>
              </a:rPr>
              <a:t>2) not – is – There – a boy.</a:t>
            </a:r>
          </a:p>
          <a:p>
            <a:pPr rtl="0" algn="l">
              <a:spcAft>
                <a:spcPts val="800"/>
              </a:spcAft>
            </a:pPr>
            <a:r>
              <a:rPr sz="1800" b="0" i="0" lang="en-US">
                <a:solidFill>
                  <a:srgbClr val="1C2333"/>
                </a:solidFill>
                <a:latin typeface="Segoe UI"/>
              </a:rPr>
              <a:t>3) there – orange – an – Is?</a:t>
            </a:r>
          </a:p>
          <a:p>
            <a:pPr rtl="0" algn="l">
              <a:spcAft>
                <a:spcPts val="800"/>
              </a:spcAft>
            </a:pPr>
            <a:r>
              <a:rPr sz="1800" b="0" i="0" lang="en-US">
                <a:solidFill>
                  <a:srgbClr val="1C2333"/>
                </a:solidFill>
                <a:latin typeface="Segoe UI"/>
              </a:rPr>
              <a:t>4) girls – are – There.</a:t>
            </a:r>
          </a:p>
          <a:p>
            <a:pPr rtl="0" algn="l">
              <a:spcAft>
                <a:spcPts val="800"/>
              </a:spcAft>
            </a:pPr>
            <a:r>
              <a:rPr sz="1800" b="0" i="0" lang="en-US">
                <a:solidFill>
                  <a:srgbClr val="1C2333"/>
                </a:solidFill>
                <a:latin typeface="Segoe UI"/>
              </a:rPr>
              <a:t>5) there – Are – birds?</a:t>
            </a:r>
          </a:p>
          <a:p>
            <a:pPr rtl="0" algn="l">
              <a:spcAft>
                <a:spcPts val="800"/>
              </a:spcAft>
            </a:pPr>
            <a:r>
              <a:rPr sz="1800" b="0" i="0" lang="en-US">
                <a:solidFill>
                  <a:srgbClr val="1C2333"/>
                </a:solidFill>
                <a:latin typeface="Segoe UI"/>
              </a:rPr>
              <a:t>6) not – There – a – is – star.</a:t>
            </a:r>
          </a:p>
          <a:p>
            <a:pPr rtl="0" algn="l">
              <a:spcAft>
                <a:spcPts val="800"/>
              </a:spcAft>
            </a:pPr>
            <a:r>
              <a:rPr sz="1800" b="0" i="0" lang="en-US">
                <a:solidFill>
                  <a:srgbClr val="1C2333"/>
                </a:solidFill>
                <a:latin typeface="Segoe UI"/>
              </a:rPr>
              <a:t>7) an – there – Is – egg?</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 an – There – apple.</a:t>
            </a:r>
          </a:p>
          <a:p>
            <a:pPr lvl="1" rtl="0" algn="l">
              <a:spcAft>
                <a:spcPts val="700"/>
              </a:spcAft>
            </a:pPr>
            <a:r>
              <a:rPr sz="1600" b="1" i="0" lang="en-US">
                <a:solidFill>
                  <a:srgbClr val="0F7A3D"/>
                </a:solidFill>
                <a:latin typeface="Segoe UI"/>
              </a:rPr>
              <a:t>✔ There is an apple.</a:t>
            </a:r>
          </a:p>
          <a:p>
            <a:pPr rtl="0" algn="l">
              <a:spcAft>
                <a:spcPts val="300"/>
              </a:spcAft>
            </a:pPr>
            <a:r>
              <a:rPr sz="1700" b="0" i="0" lang="en-US">
                <a:solidFill>
                  <a:srgbClr val="1C2333"/>
                </a:solidFill>
                <a:latin typeface="Segoe UI"/>
              </a:rPr>
              <a:t>2) not – is – There – a boy.</a:t>
            </a:r>
          </a:p>
          <a:p>
            <a:pPr lvl="1" rtl="0" algn="l">
              <a:spcAft>
                <a:spcPts val="700"/>
              </a:spcAft>
            </a:pPr>
            <a:r>
              <a:rPr sz="1600" b="1" i="0" lang="en-US">
                <a:solidFill>
                  <a:srgbClr val="0F7A3D"/>
                </a:solidFill>
                <a:latin typeface="Segoe UI"/>
              </a:rPr>
              <a:t>✔ There is not a boy.</a:t>
            </a:r>
          </a:p>
          <a:p>
            <a:pPr rtl="0" algn="l">
              <a:spcAft>
                <a:spcPts val="300"/>
              </a:spcAft>
            </a:pPr>
            <a:r>
              <a:rPr sz="1700" b="0" i="0" lang="en-US">
                <a:solidFill>
                  <a:srgbClr val="1C2333"/>
                </a:solidFill>
                <a:latin typeface="Segoe UI"/>
              </a:rPr>
              <a:t>3) there – orange – an – Is?</a:t>
            </a:r>
          </a:p>
          <a:p>
            <a:pPr lvl="1" rtl="0" algn="l">
              <a:spcAft>
                <a:spcPts val="700"/>
              </a:spcAft>
            </a:pPr>
            <a:r>
              <a:rPr sz="1600" b="1" i="0" lang="en-US">
                <a:solidFill>
                  <a:srgbClr val="0F7A3D"/>
                </a:solidFill>
                <a:latin typeface="Segoe UI"/>
              </a:rPr>
              <a:t>✔ Is there an orange?</a:t>
            </a:r>
          </a:p>
          <a:p>
            <a:pPr rtl="0" algn="l">
              <a:spcAft>
                <a:spcPts val="300"/>
              </a:spcAft>
            </a:pPr>
            <a:r>
              <a:rPr sz="1700" b="0" i="0" lang="en-US">
                <a:solidFill>
                  <a:srgbClr val="1C2333"/>
                </a:solidFill>
                <a:latin typeface="Segoe UI"/>
              </a:rPr>
              <a:t>4) girls – are – There.</a:t>
            </a:r>
          </a:p>
          <a:p>
            <a:pPr lvl="1" rtl="0" algn="l">
              <a:spcAft>
                <a:spcPts val="700"/>
              </a:spcAft>
            </a:pPr>
            <a:r>
              <a:rPr sz="1600" b="1" i="0" lang="en-US">
                <a:solidFill>
                  <a:srgbClr val="0F7A3D"/>
                </a:solidFill>
                <a:latin typeface="Segoe UI"/>
              </a:rPr>
              <a:t>✔ There are girls.</a:t>
            </a:r>
          </a:p>
          <a:p>
            <a:pPr rtl="0" algn="l">
              <a:spcAft>
                <a:spcPts val="300"/>
              </a:spcAft>
            </a:pPr>
            <a:r>
              <a:rPr sz="1700" b="0" i="0" lang="en-US">
                <a:solidFill>
                  <a:srgbClr val="1C2333"/>
                </a:solidFill>
                <a:latin typeface="Segoe UI"/>
              </a:rPr>
              <a:t>5) there – Are – birds?</a:t>
            </a:r>
          </a:p>
          <a:p>
            <a:pPr lvl="1" rtl="0" algn="l">
              <a:spcAft>
                <a:spcPts val="700"/>
              </a:spcAft>
            </a:pPr>
            <a:r>
              <a:rPr sz="1600" b="1" i="0" lang="en-US">
                <a:solidFill>
                  <a:srgbClr val="0F7A3D"/>
                </a:solidFill>
                <a:latin typeface="Segoe UI"/>
              </a:rPr>
              <a:t>✔ Are there birds?</a:t>
            </a:r>
          </a:p>
          <a:p>
            <a:pPr rtl="0" algn="l">
              <a:spcAft>
                <a:spcPts val="300"/>
              </a:spcAft>
            </a:pPr>
            <a:r>
              <a:rPr sz="1700" b="0" i="0" lang="en-US">
                <a:solidFill>
                  <a:srgbClr val="1C2333"/>
                </a:solidFill>
                <a:latin typeface="Segoe UI"/>
              </a:rPr>
              <a:t>6) not – There – a – is – star.</a:t>
            </a:r>
          </a:p>
          <a:p>
            <a:pPr lvl="1" rtl="0" algn="l">
              <a:spcAft>
                <a:spcPts val="700"/>
              </a:spcAft>
            </a:pPr>
            <a:r>
              <a:rPr sz="1600" b="1" i="0" lang="en-US">
                <a:solidFill>
                  <a:srgbClr val="0F7A3D"/>
                </a:solidFill>
                <a:latin typeface="Segoe UI"/>
              </a:rPr>
              <a:t>✔ There is not a star.</a:t>
            </a:r>
          </a:p>
          <a:p>
            <a:pPr rtl="0" algn="l">
              <a:spcAft>
                <a:spcPts val="300"/>
              </a:spcAft>
            </a:pPr>
            <a:r>
              <a:rPr sz="1700" b="0" i="0" lang="en-US">
                <a:solidFill>
                  <a:srgbClr val="1C2333"/>
                </a:solidFill>
                <a:latin typeface="Segoe UI"/>
              </a:rPr>
              <a:t>7) an – there – Is – egg?</a:t>
            </a:r>
          </a:p>
          <a:p>
            <a:pPr lvl="1" rtl="0" algn="l">
              <a:spcAft>
                <a:spcPts val="700"/>
              </a:spcAft>
            </a:pPr>
            <a:r>
              <a:rPr sz="1600" b="1" i="0" lang="en-US">
                <a:solidFill>
                  <a:srgbClr val="0F7A3D"/>
                </a:solidFill>
                <a:latin typeface="Segoe UI"/>
              </a:rPr>
              <a:t>✔ Is there an egg?</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arm – There – an – is.</a:t>
            </a:r>
          </a:p>
          <a:p>
            <a:pPr rtl="0" algn="l">
              <a:spcAft>
                <a:spcPts val="800"/>
              </a:spcAft>
            </a:pPr>
            <a:r>
              <a:rPr sz="1800" b="0" i="0" lang="en-US">
                <a:solidFill>
                  <a:srgbClr val="1C2333"/>
                </a:solidFill>
                <a:latin typeface="Segoe UI"/>
              </a:rPr>
              <a:t>9) lion – There – not – is – a.</a:t>
            </a:r>
          </a:p>
          <a:p>
            <a:pPr rtl="0" algn="l">
              <a:spcAft>
                <a:spcPts val="800"/>
              </a:spcAft>
            </a:pPr>
            <a:r>
              <a:rPr sz="1800" b="0" i="0" lang="en-US">
                <a:solidFill>
                  <a:srgbClr val="1C2333"/>
                </a:solidFill>
                <a:latin typeface="Segoe UI"/>
              </a:rPr>
              <a:t>10) banana – there – a – Is?</a:t>
            </a:r>
          </a:p>
          <a:p>
            <a:pPr rtl="0" algn="l">
              <a:spcAft>
                <a:spcPts val="800"/>
              </a:spcAft>
            </a:pPr>
            <a:r>
              <a:rPr sz="1800" b="0" i="0" lang="en-US">
                <a:solidFill>
                  <a:srgbClr val="1C2333"/>
                </a:solidFill>
                <a:latin typeface="Segoe UI"/>
              </a:rPr>
              <a:t>11) umbrella – a – There – is.</a:t>
            </a:r>
          </a:p>
          <a:p>
            <a:pPr rtl="0" algn="l">
              <a:spcAft>
                <a:spcPts val="800"/>
              </a:spcAft>
            </a:pPr>
            <a:r>
              <a:rPr sz="1800" b="0" i="0" lang="en-US">
                <a:solidFill>
                  <a:srgbClr val="1C2333"/>
                </a:solidFill>
                <a:latin typeface="Segoe UI"/>
              </a:rPr>
              <a:t>12) not – pens – There – are.</a:t>
            </a:r>
          </a:p>
          <a:p>
            <a:pPr rtl="0" algn="l">
              <a:spcAft>
                <a:spcPts val="800"/>
              </a:spcAft>
            </a:pPr>
            <a:r>
              <a:rPr sz="1800" b="0" i="0" lang="en-US">
                <a:solidFill>
                  <a:srgbClr val="1C2333"/>
                </a:solidFill>
                <a:latin typeface="Segoe UI"/>
              </a:rPr>
              <a:t>13) teeth – Are – there?</a:t>
            </a:r>
          </a:p>
          <a:p>
            <a:pPr rtl="0" algn="l">
              <a:spcAft>
                <a:spcPts val="800"/>
              </a:spcAft>
            </a:pPr>
            <a:r>
              <a:rPr sz="1800" b="0" i="0" lang="en-US">
                <a:solidFill>
                  <a:srgbClr val="1C2333"/>
                </a:solidFill>
                <a:latin typeface="Segoe UI"/>
              </a:rPr>
              <a:t>14) park – there – Is – a?</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arm – There – an – is.</a:t>
            </a:r>
          </a:p>
          <a:p>
            <a:pPr lvl="1" rtl="0" algn="l">
              <a:spcAft>
                <a:spcPts val="700"/>
              </a:spcAft>
            </a:pPr>
            <a:r>
              <a:rPr sz="1600" b="1" i="0" lang="en-US">
                <a:solidFill>
                  <a:srgbClr val="0F7A3D"/>
                </a:solidFill>
                <a:latin typeface="Segoe UI"/>
              </a:rPr>
              <a:t>✔ There is an arm.</a:t>
            </a:r>
          </a:p>
          <a:p>
            <a:pPr rtl="0" algn="l">
              <a:spcAft>
                <a:spcPts val="300"/>
              </a:spcAft>
            </a:pPr>
            <a:r>
              <a:rPr sz="1700" b="0" i="0" lang="en-US">
                <a:solidFill>
                  <a:srgbClr val="1C2333"/>
                </a:solidFill>
                <a:latin typeface="Segoe UI"/>
              </a:rPr>
              <a:t>9) lion – There – not – is – a.</a:t>
            </a:r>
          </a:p>
          <a:p>
            <a:pPr lvl="1" rtl="0" algn="l">
              <a:spcAft>
                <a:spcPts val="700"/>
              </a:spcAft>
            </a:pPr>
            <a:r>
              <a:rPr sz="1600" b="1" i="0" lang="en-US">
                <a:solidFill>
                  <a:srgbClr val="0F7A3D"/>
                </a:solidFill>
                <a:latin typeface="Segoe UI"/>
              </a:rPr>
              <a:t>✔ There is not a lion.</a:t>
            </a:r>
          </a:p>
          <a:p>
            <a:pPr rtl="0" algn="l">
              <a:spcAft>
                <a:spcPts val="300"/>
              </a:spcAft>
            </a:pPr>
            <a:r>
              <a:rPr sz="1700" b="0" i="0" lang="en-US">
                <a:solidFill>
                  <a:srgbClr val="1C2333"/>
                </a:solidFill>
                <a:latin typeface="Segoe UI"/>
              </a:rPr>
              <a:t>10) banana – there – a – Is?</a:t>
            </a:r>
          </a:p>
          <a:p>
            <a:pPr lvl="1" rtl="0" algn="l">
              <a:spcAft>
                <a:spcPts val="700"/>
              </a:spcAft>
            </a:pPr>
            <a:r>
              <a:rPr sz="1600" b="1" i="0" lang="en-US">
                <a:solidFill>
                  <a:srgbClr val="0F7A3D"/>
                </a:solidFill>
                <a:latin typeface="Segoe UI"/>
              </a:rPr>
              <a:t>✔ Is there a banana?</a:t>
            </a:r>
          </a:p>
          <a:p>
            <a:pPr rtl="0" algn="l">
              <a:spcAft>
                <a:spcPts val="300"/>
              </a:spcAft>
            </a:pPr>
            <a:r>
              <a:rPr sz="1700" b="0" i="0" lang="en-US">
                <a:solidFill>
                  <a:srgbClr val="1C2333"/>
                </a:solidFill>
                <a:latin typeface="Segoe UI"/>
              </a:rPr>
              <a:t>11) umbrella – a – There – is.</a:t>
            </a:r>
          </a:p>
          <a:p>
            <a:pPr lvl="1" rtl="0" algn="l">
              <a:spcAft>
                <a:spcPts val="700"/>
              </a:spcAft>
            </a:pPr>
            <a:r>
              <a:rPr sz="1600" b="1" i="0" lang="en-US">
                <a:solidFill>
                  <a:srgbClr val="0F7A3D"/>
                </a:solidFill>
                <a:latin typeface="Segoe UI"/>
              </a:rPr>
              <a:t>✔ There is an umbrella.</a:t>
            </a:r>
          </a:p>
          <a:p>
            <a:pPr rtl="0" algn="l">
              <a:spcAft>
                <a:spcPts val="300"/>
              </a:spcAft>
            </a:pPr>
            <a:r>
              <a:rPr sz="1700" b="0" i="0" lang="en-US">
                <a:solidFill>
                  <a:srgbClr val="1C2333"/>
                </a:solidFill>
                <a:latin typeface="Segoe UI"/>
              </a:rPr>
              <a:t>12) not – pens – There – are.</a:t>
            </a:r>
          </a:p>
          <a:p>
            <a:pPr lvl="1" rtl="0" algn="l">
              <a:spcAft>
                <a:spcPts val="700"/>
              </a:spcAft>
            </a:pPr>
            <a:r>
              <a:rPr sz="1600" b="1" i="0" lang="en-US">
                <a:solidFill>
                  <a:srgbClr val="0F7A3D"/>
                </a:solidFill>
                <a:latin typeface="Segoe UI"/>
              </a:rPr>
              <a:t>✔ There are not pens.</a:t>
            </a:r>
          </a:p>
          <a:p>
            <a:pPr rtl="0" algn="l">
              <a:spcAft>
                <a:spcPts val="300"/>
              </a:spcAft>
            </a:pPr>
            <a:r>
              <a:rPr sz="1700" b="0" i="0" lang="en-US">
                <a:solidFill>
                  <a:srgbClr val="1C2333"/>
                </a:solidFill>
                <a:latin typeface="Segoe UI"/>
              </a:rPr>
              <a:t>13) teeth – Are – there?</a:t>
            </a:r>
          </a:p>
          <a:p>
            <a:pPr lvl="1" rtl="0" algn="l">
              <a:spcAft>
                <a:spcPts val="700"/>
              </a:spcAft>
            </a:pPr>
            <a:r>
              <a:rPr sz="1600" b="1" i="0" lang="en-US">
                <a:solidFill>
                  <a:srgbClr val="0F7A3D"/>
                </a:solidFill>
                <a:latin typeface="Segoe UI"/>
              </a:rPr>
              <a:t>✔ Are there teeth?</a:t>
            </a:r>
          </a:p>
          <a:p>
            <a:pPr rtl="0" algn="l">
              <a:spcAft>
                <a:spcPts val="300"/>
              </a:spcAft>
            </a:pPr>
            <a:r>
              <a:rPr sz="1700" b="0" i="0" lang="en-US">
                <a:solidFill>
                  <a:srgbClr val="1C2333"/>
                </a:solidFill>
                <a:latin typeface="Segoe UI"/>
              </a:rPr>
              <a:t>14) park – there – Is – a?</a:t>
            </a:r>
          </a:p>
          <a:p>
            <a:pPr lvl="1" rtl="0" algn="l">
              <a:spcAft>
                <a:spcPts val="700"/>
              </a:spcAft>
            </a:pPr>
            <a:r>
              <a:rPr sz="1600" b="1" i="0" lang="en-US">
                <a:solidFill>
                  <a:srgbClr val="0F7A3D"/>
                </a:solidFill>
                <a:latin typeface="Segoe UI"/>
              </a:rPr>
              <a:t>✔ Is there a park?</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camera – a – is – There.</a:t>
            </a:r>
          </a:p>
          <a:p>
            <a:pPr rtl="0" algn="l">
              <a:spcAft>
                <a:spcPts val="800"/>
              </a:spcAft>
            </a:pPr>
            <a:r>
              <a:rPr sz="1800" b="0" i="0" lang="en-US">
                <a:solidFill>
                  <a:srgbClr val="1C2333"/>
                </a:solidFill>
                <a:latin typeface="Segoe UI"/>
              </a:rPr>
              <a:t>16) not – There – a – bee – is.</a:t>
            </a:r>
          </a:p>
          <a:p>
            <a:pPr rtl="0" algn="l">
              <a:spcAft>
                <a:spcPts val="800"/>
              </a:spcAft>
            </a:pPr>
            <a:r>
              <a:rPr sz="1800" b="0" i="0" lang="en-US">
                <a:solidFill>
                  <a:srgbClr val="1C2333"/>
                </a:solidFill>
                <a:latin typeface="Segoe UI"/>
              </a:rPr>
              <a:t>17) ants – are – There – not.</a:t>
            </a:r>
          </a:p>
          <a:p>
            <a:pPr rtl="0" algn="l">
              <a:spcAft>
                <a:spcPts val="800"/>
              </a:spcAft>
            </a:pPr>
            <a:r>
              <a:rPr sz="1800" b="0" i="0" lang="en-US">
                <a:solidFill>
                  <a:srgbClr val="1C2333"/>
                </a:solidFill>
                <a:latin typeface="Segoe UI"/>
              </a:rPr>
              <a:t>18) child – a – Is – there?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G) Rearrange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camera – a – is – There.</a:t>
            </a:r>
          </a:p>
          <a:p>
            <a:pPr lvl="1" rtl="0" algn="l">
              <a:spcAft>
                <a:spcPts val="700"/>
              </a:spcAft>
            </a:pPr>
            <a:r>
              <a:rPr sz="1600" b="1" i="0" lang="en-US">
                <a:solidFill>
                  <a:srgbClr val="0F7A3D"/>
                </a:solidFill>
                <a:latin typeface="Segoe UI"/>
              </a:rPr>
              <a:t>✔ There is a camera.</a:t>
            </a:r>
          </a:p>
          <a:p>
            <a:pPr rtl="0" algn="l">
              <a:spcAft>
                <a:spcPts val="300"/>
              </a:spcAft>
            </a:pPr>
            <a:r>
              <a:rPr sz="1700" b="0" i="0" lang="en-US">
                <a:solidFill>
                  <a:srgbClr val="1C2333"/>
                </a:solidFill>
                <a:latin typeface="Segoe UI"/>
              </a:rPr>
              <a:t>16) not – There – a – bee – is.</a:t>
            </a:r>
          </a:p>
          <a:p>
            <a:pPr lvl="1" rtl="0" algn="l">
              <a:spcAft>
                <a:spcPts val="700"/>
              </a:spcAft>
            </a:pPr>
            <a:r>
              <a:rPr sz="1600" b="1" i="0" lang="en-US">
                <a:solidFill>
                  <a:srgbClr val="0F7A3D"/>
                </a:solidFill>
                <a:latin typeface="Segoe UI"/>
              </a:rPr>
              <a:t>✔ There is not a bee.</a:t>
            </a:r>
          </a:p>
          <a:p>
            <a:pPr rtl="0" algn="l">
              <a:spcAft>
                <a:spcPts val="300"/>
              </a:spcAft>
            </a:pPr>
            <a:r>
              <a:rPr sz="1700" b="0" i="0" lang="en-US">
                <a:solidFill>
                  <a:srgbClr val="1C2333"/>
                </a:solidFill>
                <a:latin typeface="Segoe UI"/>
              </a:rPr>
              <a:t>17) ants – are – There – not.</a:t>
            </a:r>
          </a:p>
          <a:p>
            <a:pPr lvl="1" rtl="0" algn="l">
              <a:spcAft>
                <a:spcPts val="700"/>
              </a:spcAft>
            </a:pPr>
            <a:r>
              <a:rPr sz="1600" b="1" i="0" lang="en-US">
                <a:solidFill>
                  <a:srgbClr val="0F7A3D"/>
                </a:solidFill>
                <a:latin typeface="Segoe UI"/>
              </a:rPr>
              <a:t>✔ There are not ants.</a:t>
            </a:r>
          </a:p>
          <a:p>
            <a:pPr rtl="0" algn="l">
              <a:spcAft>
                <a:spcPts val="300"/>
              </a:spcAft>
            </a:pPr>
            <a:r>
              <a:rPr sz="1700" b="0" i="0" lang="en-US">
                <a:solidFill>
                  <a:srgbClr val="1C2333"/>
                </a:solidFill>
                <a:latin typeface="Segoe UI"/>
              </a:rPr>
              <a:t>18) child – a – Is – there?</a:t>
            </a:r>
          </a:p>
          <a:p>
            <a:pPr lvl="1" rtl="0" algn="l">
              <a:spcAft>
                <a:spcPts val="700"/>
              </a:spcAft>
            </a:pPr>
            <a:r>
              <a:rPr sz="1600" b="1" i="0" lang="en-US">
                <a:solidFill>
                  <a:srgbClr val="0F7A3D"/>
                </a:solidFill>
                <a:latin typeface="Segoe UI"/>
              </a:rPr>
              <a:t>✔ Is there a child?</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is birds.</a:t>
            </a:r>
          </a:p>
          <a:p>
            <a:pPr rtl="0" algn="l">
              <a:spcAft>
                <a:spcPts val="800"/>
              </a:spcAft>
            </a:pPr>
            <a:r>
              <a:rPr sz="1800" b="0" i="0" lang="en-US">
                <a:solidFill>
                  <a:srgbClr val="1C2333"/>
                </a:solidFill>
                <a:latin typeface="Segoe UI"/>
              </a:rPr>
              <a:t>2) There are a tree.</a:t>
            </a:r>
          </a:p>
          <a:p>
            <a:pPr rtl="0" algn="l">
              <a:spcAft>
                <a:spcPts val="800"/>
              </a:spcAft>
            </a:pPr>
            <a:r>
              <a:rPr sz="1800" b="0" i="0" lang="en-US">
                <a:solidFill>
                  <a:srgbClr val="1C2333"/>
                </a:solidFill>
                <a:latin typeface="Segoe UI"/>
              </a:rPr>
              <a:t>3) There are a car.</a:t>
            </a:r>
          </a:p>
          <a:p>
            <a:pPr rtl="0" algn="l">
              <a:spcAft>
                <a:spcPts val="800"/>
              </a:spcAft>
            </a:pPr>
            <a:r>
              <a:rPr sz="1800" b="0" i="0" lang="en-US">
                <a:solidFill>
                  <a:srgbClr val="1C2333"/>
                </a:solidFill>
                <a:latin typeface="Segoe UI"/>
              </a:rPr>
              <a:t>4) Is there cows?</a:t>
            </a:r>
          </a:p>
          <a:p>
            <a:pPr rtl="0" algn="l">
              <a:spcAft>
                <a:spcPts val="800"/>
              </a:spcAft>
            </a:pPr>
            <a:r>
              <a:rPr sz="1800" b="0" i="0" lang="en-US">
                <a:solidFill>
                  <a:srgbClr val="1C2333"/>
                </a:solidFill>
                <a:latin typeface="Segoe UI"/>
              </a:rPr>
              <a:t>5) Are there a book?</a:t>
            </a:r>
          </a:p>
          <a:p>
            <a:pPr rtl="0" algn="l">
              <a:spcAft>
                <a:spcPts val="800"/>
              </a:spcAft>
            </a:pPr>
            <a:r>
              <a:rPr sz="1800" b="0" i="0" lang="en-US">
                <a:solidFill>
                  <a:srgbClr val="1C2333"/>
                </a:solidFill>
                <a:latin typeface="Segoe UI"/>
              </a:rPr>
              <a:t>6) There isn't parks.</a:t>
            </a:r>
          </a:p>
          <a:p>
            <a:pPr rtl="0" algn="l">
              <a:spcAft>
                <a:spcPts val="800"/>
              </a:spcAft>
            </a:pPr>
            <a:r>
              <a:rPr sz="1800" b="0" i="0" lang="en-US">
                <a:solidFill>
                  <a:srgbClr val="1C2333"/>
                </a:solidFill>
                <a:latin typeface="Segoe UI"/>
              </a:rPr>
              <a:t>7) There are a man.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is birds.</a:t>
            </a:r>
          </a:p>
          <a:p>
            <a:pPr lvl="1" rtl="0" algn="l">
              <a:spcAft>
                <a:spcPts val="700"/>
              </a:spcAft>
            </a:pPr>
            <a:r>
              <a:rPr sz="1600" b="1" i="0" lang="en-US">
                <a:solidFill>
                  <a:srgbClr val="0F7A3D"/>
                </a:solidFill>
                <a:latin typeface="Segoe UI"/>
              </a:rPr>
              <a:t>✔ There are birds.</a:t>
            </a:r>
          </a:p>
          <a:p>
            <a:pPr rtl="0" algn="l">
              <a:spcAft>
                <a:spcPts val="300"/>
              </a:spcAft>
            </a:pPr>
            <a:r>
              <a:rPr sz="1700" b="0" i="0" lang="en-US">
                <a:solidFill>
                  <a:srgbClr val="1C2333"/>
                </a:solidFill>
                <a:latin typeface="Segoe UI"/>
              </a:rPr>
              <a:t>2) There are a tree.</a:t>
            </a:r>
          </a:p>
          <a:p>
            <a:pPr lvl="1" rtl="0" algn="l">
              <a:spcAft>
                <a:spcPts val="700"/>
              </a:spcAft>
            </a:pPr>
            <a:r>
              <a:rPr sz="1600" b="1" i="0" lang="en-US">
                <a:solidFill>
                  <a:srgbClr val="0F7A3D"/>
                </a:solidFill>
                <a:latin typeface="Segoe UI"/>
              </a:rPr>
              <a:t>✔ There is a tree.</a:t>
            </a:r>
          </a:p>
          <a:p>
            <a:pPr rtl="0" algn="l">
              <a:spcAft>
                <a:spcPts val="300"/>
              </a:spcAft>
            </a:pPr>
            <a:r>
              <a:rPr sz="1700" b="0" i="0" lang="en-US">
                <a:solidFill>
                  <a:srgbClr val="1C2333"/>
                </a:solidFill>
                <a:latin typeface="Segoe UI"/>
              </a:rPr>
              <a:t>3) There are a car.</a:t>
            </a:r>
          </a:p>
          <a:p>
            <a:pPr lvl="1" rtl="0" algn="l">
              <a:spcAft>
                <a:spcPts val="700"/>
              </a:spcAft>
            </a:pPr>
            <a:r>
              <a:rPr sz="1600" b="1" i="0" lang="en-US">
                <a:solidFill>
                  <a:srgbClr val="0F7A3D"/>
                </a:solidFill>
                <a:latin typeface="Segoe UI"/>
              </a:rPr>
              <a:t>✔ There is a car.</a:t>
            </a:r>
          </a:p>
          <a:p>
            <a:pPr rtl="0" algn="l">
              <a:spcAft>
                <a:spcPts val="300"/>
              </a:spcAft>
            </a:pPr>
            <a:r>
              <a:rPr sz="1700" b="0" i="0" lang="en-US">
                <a:solidFill>
                  <a:srgbClr val="1C2333"/>
                </a:solidFill>
                <a:latin typeface="Segoe UI"/>
              </a:rPr>
              <a:t>4) Is there cows?</a:t>
            </a:r>
          </a:p>
          <a:p>
            <a:pPr lvl="1" rtl="0" algn="l">
              <a:spcAft>
                <a:spcPts val="700"/>
              </a:spcAft>
            </a:pPr>
            <a:r>
              <a:rPr sz="1600" b="1" i="0" lang="en-US">
                <a:solidFill>
                  <a:srgbClr val="0F7A3D"/>
                </a:solidFill>
                <a:latin typeface="Segoe UI"/>
              </a:rPr>
              <a:t>✔ Are there cows?</a:t>
            </a:r>
          </a:p>
          <a:p>
            <a:pPr rtl="0" algn="l">
              <a:spcAft>
                <a:spcPts val="300"/>
              </a:spcAft>
            </a:pPr>
            <a:r>
              <a:rPr sz="1700" b="0" i="0" lang="en-US">
                <a:solidFill>
                  <a:srgbClr val="1C2333"/>
                </a:solidFill>
                <a:latin typeface="Segoe UI"/>
              </a:rPr>
              <a:t>5) Are there a book?</a:t>
            </a:r>
          </a:p>
          <a:p>
            <a:pPr lvl="1" rtl="0" algn="l">
              <a:spcAft>
                <a:spcPts val="700"/>
              </a:spcAft>
            </a:pPr>
            <a:r>
              <a:rPr sz="1600" b="1" i="0" lang="en-US">
                <a:solidFill>
                  <a:srgbClr val="0F7A3D"/>
                </a:solidFill>
                <a:latin typeface="Segoe UI"/>
              </a:rPr>
              <a:t>✔ Is there a book?</a:t>
            </a:r>
          </a:p>
          <a:p>
            <a:pPr rtl="0" algn="l">
              <a:spcAft>
                <a:spcPts val="300"/>
              </a:spcAft>
            </a:pPr>
            <a:r>
              <a:rPr sz="1700" b="0" i="0" lang="en-US">
                <a:solidFill>
                  <a:srgbClr val="1C2333"/>
                </a:solidFill>
                <a:latin typeface="Segoe UI"/>
              </a:rPr>
              <a:t>6) There isn't parks.</a:t>
            </a:r>
          </a:p>
          <a:p>
            <a:pPr lvl="1" rtl="0" algn="l">
              <a:spcAft>
                <a:spcPts val="700"/>
              </a:spcAft>
            </a:pPr>
            <a:r>
              <a:rPr sz="1600" b="1" i="0" lang="en-US">
                <a:solidFill>
                  <a:srgbClr val="0F7A3D"/>
                </a:solidFill>
                <a:latin typeface="Segoe UI"/>
              </a:rPr>
              <a:t>✔ There aren't parks.</a:t>
            </a:r>
          </a:p>
          <a:p>
            <a:pPr rtl="0" algn="l">
              <a:spcAft>
                <a:spcPts val="300"/>
              </a:spcAft>
            </a:pPr>
            <a:r>
              <a:rPr sz="1700" b="0" i="0" lang="en-US">
                <a:solidFill>
                  <a:srgbClr val="1C2333"/>
                </a:solidFill>
                <a:latin typeface="Segoe UI"/>
              </a:rPr>
              <a:t>7) There are a man.</a:t>
            </a:r>
          </a:p>
          <a:p>
            <a:pPr lvl="1" rtl="0" algn="l">
              <a:spcAft>
                <a:spcPts val="700"/>
              </a:spcAft>
            </a:pPr>
            <a:r>
              <a:rPr sz="1600" b="1" i="0" lang="en-US">
                <a:solidFill>
                  <a:srgbClr val="0F7A3D"/>
                </a:solidFill>
                <a:latin typeface="Segoe UI"/>
              </a:rPr>
              <a:t>✔ There is a man.</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are child .</a:t>
            </a:r>
          </a:p>
          <a:p>
            <a:pPr rtl="0" algn="l">
              <a:spcAft>
                <a:spcPts val="800"/>
              </a:spcAft>
            </a:pPr>
            <a:r>
              <a:rPr sz="1800" b="0" i="0" lang="en-US">
                <a:solidFill>
                  <a:srgbClr val="1C2333"/>
                </a:solidFill>
                <a:latin typeface="Segoe UI"/>
              </a:rPr>
              <a:t>9) There is boys.</a:t>
            </a:r>
          </a:p>
          <a:p>
            <a:pPr rtl="0" algn="l">
              <a:spcAft>
                <a:spcPts val="800"/>
              </a:spcAft>
            </a:pPr>
            <a:r>
              <a:rPr sz="1800" b="0" i="0" lang="en-US">
                <a:solidFill>
                  <a:srgbClr val="1C2333"/>
                </a:solidFill>
                <a:latin typeface="Segoe UI"/>
              </a:rPr>
              <a:t>10) There are a cat.</a:t>
            </a:r>
          </a:p>
          <a:p>
            <a:pPr rtl="0" algn="l">
              <a:spcAft>
                <a:spcPts val="800"/>
              </a:spcAft>
            </a:pPr>
            <a:r>
              <a:rPr sz="1800" b="0" i="0" lang="en-US">
                <a:solidFill>
                  <a:srgbClr val="1C2333"/>
                </a:solidFill>
                <a:latin typeface="Segoe UI"/>
              </a:rPr>
              <a:t>11) There is books.</a:t>
            </a:r>
          </a:p>
          <a:p>
            <a:pPr rtl="0" algn="l">
              <a:spcAft>
                <a:spcPts val="800"/>
              </a:spcAft>
            </a:pPr>
            <a:r>
              <a:rPr sz="1800" b="0" i="0" lang="en-US">
                <a:solidFill>
                  <a:srgbClr val="1C2333"/>
                </a:solidFill>
                <a:latin typeface="Segoe UI"/>
              </a:rPr>
              <a:t>12) There is a girls .</a:t>
            </a:r>
          </a:p>
          <a:p>
            <a:pPr rtl="0" algn="l">
              <a:spcAft>
                <a:spcPts val="800"/>
              </a:spcAft>
            </a:pPr>
            <a:r>
              <a:rPr sz="1800" b="0" i="0" lang="en-US">
                <a:solidFill>
                  <a:srgbClr val="1C2333"/>
                </a:solidFill>
                <a:latin typeface="Segoe UI"/>
              </a:rPr>
              <a:t>13) There are an egg.</a:t>
            </a:r>
          </a:p>
          <a:p>
            <a:pPr rtl="0" algn="l">
              <a:spcAft>
                <a:spcPts val="800"/>
              </a:spcAft>
            </a:pPr>
            <a:r>
              <a:rPr sz="1800" b="0" i="0" lang="en-US">
                <a:solidFill>
                  <a:srgbClr val="1C2333"/>
                </a:solidFill>
                <a:latin typeface="Segoe UI"/>
              </a:rPr>
              <a:t>14) There is cars.</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are child .</a:t>
            </a:r>
          </a:p>
          <a:p>
            <a:pPr lvl="1" rtl="0" algn="l">
              <a:spcAft>
                <a:spcPts val="700"/>
              </a:spcAft>
            </a:pPr>
            <a:r>
              <a:rPr sz="1600" b="1" i="0" lang="en-US">
                <a:solidFill>
                  <a:srgbClr val="0F7A3D"/>
                </a:solidFill>
                <a:latin typeface="Segoe UI"/>
              </a:rPr>
              <a:t>✔ There are children .</a:t>
            </a:r>
          </a:p>
          <a:p>
            <a:pPr rtl="0" algn="l">
              <a:spcAft>
                <a:spcPts val="300"/>
              </a:spcAft>
            </a:pPr>
            <a:r>
              <a:rPr sz="1700" b="0" i="0" lang="en-US">
                <a:solidFill>
                  <a:srgbClr val="1C2333"/>
                </a:solidFill>
                <a:latin typeface="Segoe UI"/>
              </a:rPr>
              <a:t>9) There is boys.</a:t>
            </a:r>
          </a:p>
          <a:p>
            <a:pPr lvl="1" rtl="0" algn="l">
              <a:spcAft>
                <a:spcPts val="700"/>
              </a:spcAft>
            </a:pPr>
            <a:r>
              <a:rPr sz="1600" b="1" i="0" lang="en-US">
                <a:solidFill>
                  <a:srgbClr val="0F7A3D"/>
                </a:solidFill>
                <a:latin typeface="Segoe UI"/>
              </a:rPr>
              <a:t>✔ There are boys.</a:t>
            </a:r>
          </a:p>
          <a:p>
            <a:pPr rtl="0" algn="l">
              <a:spcAft>
                <a:spcPts val="300"/>
              </a:spcAft>
            </a:pPr>
            <a:r>
              <a:rPr sz="1700" b="0" i="0" lang="en-US">
                <a:solidFill>
                  <a:srgbClr val="1C2333"/>
                </a:solidFill>
                <a:latin typeface="Segoe UI"/>
              </a:rPr>
              <a:t>10) There are a cat.</a:t>
            </a:r>
          </a:p>
          <a:p>
            <a:pPr lvl="1" rtl="0" algn="l">
              <a:spcAft>
                <a:spcPts val="700"/>
              </a:spcAft>
            </a:pPr>
            <a:r>
              <a:rPr sz="1600" b="1" i="0" lang="en-US">
                <a:solidFill>
                  <a:srgbClr val="0F7A3D"/>
                </a:solidFill>
                <a:latin typeface="Segoe UI"/>
              </a:rPr>
              <a:t>✔ There is a cat.</a:t>
            </a:r>
          </a:p>
          <a:p>
            <a:pPr rtl="0" algn="l">
              <a:spcAft>
                <a:spcPts val="300"/>
              </a:spcAft>
            </a:pPr>
            <a:r>
              <a:rPr sz="1700" b="0" i="0" lang="en-US">
                <a:solidFill>
                  <a:srgbClr val="1C2333"/>
                </a:solidFill>
                <a:latin typeface="Segoe UI"/>
              </a:rPr>
              <a:t>11) There is books.</a:t>
            </a:r>
          </a:p>
          <a:p>
            <a:pPr lvl="1" rtl="0" algn="l">
              <a:spcAft>
                <a:spcPts val="700"/>
              </a:spcAft>
            </a:pPr>
            <a:r>
              <a:rPr sz="1600" b="1" i="0" lang="en-US">
                <a:solidFill>
                  <a:srgbClr val="0F7A3D"/>
                </a:solidFill>
                <a:latin typeface="Segoe UI"/>
              </a:rPr>
              <a:t>✔ There are books.</a:t>
            </a:r>
          </a:p>
          <a:p>
            <a:pPr rtl="0" algn="l">
              <a:spcAft>
                <a:spcPts val="300"/>
              </a:spcAft>
            </a:pPr>
            <a:r>
              <a:rPr sz="1700" b="0" i="0" lang="en-US">
                <a:solidFill>
                  <a:srgbClr val="1C2333"/>
                </a:solidFill>
                <a:latin typeface="Segoe UI"/>
              </a:rPr>
              <a:t>12) There is a girls .</a:t>
            </a:r>
          </a:p>
          <a:p>
            <a:pPr lvl="1" rtl="0" algn="l">
              <a:spcAft>
                <a:spcPts val="700"/>
              </a:spcAft>
            </a:pPr>
            <a:r>
              <a:rPr sz="1600" b="1" i="0" lang="en-US">
                <a:solidFill>
                  <a:srgbClr val="0F7A3D"/>
                </a:solidFill>
                <a:latin typeface="Segoe UI"/>
              </a:rPr>
              <a:t>✔ There is a girl .</a:t>
            </a:r>
          </a:p>
          <a:p>
            <a:pPr rtl="0" algn="l">
              <a:spcAft>
                <a:spcPts val="300"/>
              </a:spcAft>
            </a:pPr>
            <a:r>
              <a:rPr sz="1700" b="0" i="0" lang="en-US">
                <a:solidFill>
                  <a:srgbClr val="1C2333"/>
                </a:solidFill>
                <a:latin typeface="Segoe UI"/>
              </a:rPr>
              <a:t>13) There are an egg.</a:t>
            </a:r>
          </a:p>
          <a:p>
            <a:pPr lvl="1" rtl="0" algn="l">
              <a:spcAft>
                <a:spcPts val="700"/>
              </a:spcAft>
            </a:pPr>
            <a:r>
              <a:rPr sz="1600" b="1" i="0" lang="en-US">
                <a:solidFill>
                  <a:srgbClr val="0F7A3D"/>
                </a:solidFill>
                <a:latin typeface="Segoe UI"/>
              </a:rPr>
              <a:t>✔ There is an egg.</a:t>
            </a:r>
          </a:p>
          <a:p>
            <a:pPr rtl="0" algn="l">
              <a:spcAft>
                <a:spcPts val="300"/>
              </a:spcAft>
            </a:pPr>
            <a:r>
              <a:rPr sz="1700" b="0" i="0" lang="en-US">
                <a:solidFill>
                  <a:srgbClr val="1C2333"/>
                </a:solidFill>
                <a:latin typeface="Segoe UI"/>
              </a:rPr>
              <a:t>14) There is cars.</a:t>
            </a:r>
          </a:p>
          <a:p>
            <a:pPr lvl="1" rtl="0" algn="l">
              <a:spcAft>
                <a:spcPts val="700"/>
              </a:spcAft>
            </a:pPr>
            <a:r>
              <a:rPr sz="1600" b="1" i="0" lang="en-US">
                <a:solidFill>
                  <a:srgbClr val="0F7A3D"/>
                </a:solidFill>
                <a:latin typeface="Segoe UI"/>
              </a:rPr>
              <a:t>✔ There are cars.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There is a stars .</a:t>
            </a:r>
          </a:p>
          <a:p>
            <a:pPr rtl="0" algn="l">
              <a:spcAft>
                <a:spcPts val="800"/>
              </a:spcAft>
            </a:pPr>
            <a:r>
              <a:rPr sz="1800" b="0" i="0" lang="en-US">
                <a:solidFill>
                  <a:srgbClr val="1C2333"/>
                </a:solidFill>
                <a:latin typeface="Segoe UI"/>
              </a:rPr>
              <a:t>16) Is there lions?</a:t>
            </a:r>
          </a:p>
          <a:p>
            <a:pPr rtl="0" algn="l">
              <a:spcAft>
                <a:spcPts val="800"/>
              </a:spcAft>
            </a:pPr>
            <a:r>
              <a:rPr sz="1800" b="0" i="0" lang="en-US">
                <a:solidFill>
                  <a:srgbClr val="1C2333"/>
                </a:solidFill>
                <a:latin typeface="Segoe UI"/>
              </a:rPr>
              <a:t>17) There are a boy.</a:t>
            </a:r>
          </a:p>
          <a:p>
            <a:pPr rtl="0" algn="l">
              <a:spcAft>
                <a:spcPts val="800"/>
              </a:spcAft>
            </a:pPr>
            <a:r>
              <a:rPr sz="1800" b="0" i="0" lang="en-US">
                <a:solidFill>
                  <a:srgbClr val="1C2333"/>
                </a:solidFill>
                <a:latin typeface="Segoe UI"/>
              </a:rPr>
              <a:t>18) Are there a doctor?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H)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There is a stars .</a:t>
            </a:r>
          </a:p>
          <a:p>
            <a:pPr lvl="1" rtl="0" algn="l">
              <a:spcAft>
                <a:spcPts val="700"/>
              </a:spcAft>
            </a:pPr>
            <a:r>
              <a:rPr sz="1600" b="1" i="0" lang="en-US">
                <a:solidFill>
                  <a:srgbClr val="0F7A3D"/>
                </a:solidFill>
                <a:latin typeface="Segoe UI"/>
              </a:rPr>
              <a:t>✔ There is a star .</a:t>
            </a:r>
          </a:p>
          <a:p>
            <a:pPr rtl="0" algn="l">
              <a:spcAft>
                <a:spcPts val="300"/>
              </a:spcAft>
            </a:pPr>
            <a:r>
              <a:rPr sz="1700" b="0" i="0" lang="en-US">
                <a:solidFill>
                  <a:srgbClr val="1C2333"/>
                </a:solidFill>
                <a:latin typeface="Segoe UI"/>
              </a:rPr>
              <a:t>16) Is there lions?</a:t>
            </a:r>
          </a:p>
          <a:p>
            <a:pPr lvl="1" rtl="0" algn="l">
              <a:spcAft>
                <a:spcPts val="700"/>
              </a:spcAft>
            </a:pPr>
            <a:r>
              <a:rPr sz="1600" b="1" i="0" lang="en-US">
                <a:solidFill>
                  <a:srgbClr val="0F7A3D"/>
                </a:solidFill>
                <a:latin typeface="Segoe UI"/>
              </a:rPr>
              <a:t>✔ Are there lions?</a:t>
            </a:r>
          </a:p>
          <a:p>
            <a:pPr rtl="0" algn="l">
              <a:spcAft>
                <a:spcPts val="300"/>
              </a:spcAft>
            </a:pPr>
            <a:r>
              <a:rPr sz="1700" b="0" i="0" lang="en-US">
                <a:solidFill>
                  <a:srgbClr val="1C2333"/>
                </a:solidFill>
                <a:latin typeface="Segoe UI"/>
              </a:rPr>
              <a:t>17) There are a boy.</a:t>
            </a:r>
          </a:p>
          <a:p>
            <a:pPr lvl="1" rtl="0" algn="l">
              <a:spcAft>
                <a:spcPts val="700"/>
              </a:spcAft>
            </a:pPr>
            <a:r>
              <a:rPr sz="1600" b="1" i="0" lang="en-US">
                <a:solidFill>
                  <a:srgbClr val="0F7A3D"/>
                </a:solidFill>
                <a:latin typeface="Segoe UI"/>
              </a:rPr>
              <a:t>✔ There is a boy.</a:t>
            </a:r>
          </a:p>
          <a:p>
            <a:pPr rtl="0" algn="l">
              <a:spcAft>
                <a:spcPts val="300"/>
              </a:spcAft>
            </a:pPr>
            <a:r>
              <a:rPr sz="1700" b="0" i="0" lang="en-US">
                <a:solidFill>
                  <a:srgbClr val="1C2333"/>
                </a:solidFill>
                <a:latin typeface="Segoe UI"/>
              </a:rPr>
              <a:t>18) Are there a doctor?</a:t>
            </a:r>
          </a:p>
          <a:p>
            <a:pPr lvl="1" rtl="0" algn="l">
              <a:spcAft>
                <a:spcPts val="700"/>
              </a:spcAft>
            </a:pPr>
            <a:r>
              <a:rPr sz="1600" b="1" i="0" lang="en-US">
                <a:solidFill>
                  <a:srgbClr val="0F7A3D"/>
                </a:solidFill>
                <a:latin typeface="Segoe UI"/>
              </a:rPr>
              <a:t>✔ Is there a doctor?</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are cows. (a cow)</a:t>
            </a:r>
          </a:p>
          <a:p>
            <a:pPr rtl="0" algn="l">
              <a:spcAft>
                <a:spcPts val="800"/>
              </a:spcAft>
            </a:pPr>
            <a:r>
              <a:rPr sz="1800" b="0" i="0" lang="en-US">
                <a:solidFill>
                  <a:srgbClr val="1C2333"/>
                </a:solidFill>
                <a:latin typeface="Segoe UI"/>
              </a:rPr>
              <a:t>2) There isn't a hen. (hens)</a:t>
            </a:r>
          </a:p>
          <a:p>
            <a:pPr rtl="0" algn="l">
              <a:spcAft>
                <a:spcPts val="800"/>
              </a:spcAft>
            </a:pPr>
            <a:r>
              <a:rPr sz="1800" b="0" i="0" lang="en-US">
                <a:solidFill>
                  <a:srgbClr val="1C2333"/>
                </a:solidFill>
                <a:latin typeface="Segoe UI"/>
              </a:rPr>
              <a:t>3) There is a farmer. (Is)</a:t>
            </a:r>
          </a:p>
          <a:p>
            <a:pPr rtl="0" algn="l">
              <a:spcAft>
                <a:spcPts val="800"/>
              </a:spcAft>
            </a:pPr>
            <a:r>
              <a:rPr sz="1800" b="0" i="0" lang="en-US">
                <a:solidFill>
                  <a:srgbClr val="1C2333"/>
                </a:solidFill>
                <a:latin typeface="Segoe UI"/>
              </a:rPr>
              <a:t>4) There are stars. (a star)</a:t>
            </a:r>
          </a:p>
          <a:p>
            <a:pPr rtl="0" algn="l">
              <a:spcAft>
                <a:spcPts val="800"/>
              </a:spcAft>
            </a:pPr>
            <a:r>
              <a:rPr sz="1800" b="0" i="0" lang="en-US">
                <a:solidFill>
                  <a:srgbClr val="1C2333"/>
                </a:solidFill>
                <a:latin typeface="Segoe UI"/>
              </a:rPr>
              <a:t>5) There is a dog. (dogs)</a:t>
            </a:r>
          </a:p>
          <a:p>
            <a:pPr rtl="0" algn="l">
              <a:spcAft>
                <a:spcPts val="800"/>
              </a:spcAft>
            </a:pPr>
            <a:r>
              <a:rPr sz="1800" b="0" i="0" lang="en-US">
                <a:solidFill>
                  <a:srgbClr val="1C2333"/>
                </a:solidFill>
                <a:latin typeface="Segoe UI"/>
              </a:rPr>
              <a:t>6) There are boys. (Are)</a:t>
            </a:r>
          </a:p>
          <a:p>
            <a:pPr rtl="0" algn="l">
              <a:spcAft>
                <a:spcPts val="800"/>
              </a:spcAft>
            </a:pPr>
            <a:r>
              <a:rPr sz="1800" b="0" i="0" lang="en-US">
                <a:solidFill>
                  <a:srgbClr val="1C2333"/>
                </a:solidFill>
                <a:latin typeface="Segoe UI"/>
              </a:rPr>
              <a:t>7) There isn't a cow. (aren't)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are cows. (a cow)</a:t>
            </a:r>
          </a:p>
          <a:p>
            <a:pPr lvl="1" rtl="0" algn="l">
              <a:spcAft>
                <a:spcPts val="700"/>
              </a:spcAft>
            </a:pPr>
            <a:r>
              <a:rPr sz="1600" b="1" i="0" lang="en-US">
                <a:solidFill>
                  <a:srgbClr val="0F7A3D"/>
                </a:solidFill>
                <a:latin typeface="Segoe UI"/>
              </a:rPr>
              <a:t>✔ There is a cow .</a:t>
            </a:r>
          </a:p>
          <a:p>
            <a:pPr rtl="0" algn="l">
              <a:spcAft>
                <a:spcPts val="300"/>
              </a:spcAft>
            </a:pPr>
            <a:r>
              <a:rPr sz="1700" b="0" i="0" lang="en-US">
                <a:solidFill>
                  <a:srgbClr val="1C2333"/>
                </a:solidFill>
                <a:latin typeface="Segoe UI"/>
              </a:rPr>
              <a:t>2) There isn't a hen. (hens)</a:t>
            </a:r>
          </a:p>
          <a:p>
            <a:pPr lvl="1" rtl="0" algn="l">
              <a:spcAft>
                <a:spcPts val="700"/>
              </a:spcAft>
            </a:pPr>
            <a:r>
              <a:rPr sz="1600" b="1" i="0" lang="en-US">
                <a:solidFill>
                  <a:srgbClr val="0F7A3D"/>
                </a:solidFill>
                <a:latin typeface="Segoe UI"/>
              </a:rPr>
              <a:t>✔ There aren't hens .</a:t>
            </a:r>
          </a:p>
          <a:p>
            <a:pPr rtl="0" algn="l">
              <a:spcAft>
                <a:spcPts val="300"/>
              </a:spcAft>
            </a:pPr>
            <a:r>
              <a:rPr sz="1700" b="0" i="0" lang="en-US">
                <a:solidFill>
                  <a:srgbClr val="1C2333"/>
                </a:solidFill>
                <a:latin typeface="Segoe UI"/>
              </a:rPr>
              <a:t>3) There is a farmer. (Is)</a:t>
            </a:r>
          </a:p>
          <a:p>
            <a:pPr lvl="1" rtl="0" algn="l">
              <a:spcAft>
                <a:spcPts val="700"/>
              </a:spcAft>
            </a:pPr>
            <a:r>
              <a:rPr sz="1600" b="1" i="0" lang="en-US">
                <a:solidFill>
                  <a:srgbClr val="0F7A3D"/>
                </a:solidFill>
                <a:latin typeface="Segoe UI"/>
              </a:rPr>
              <a:t>✔ Is there a farmer?</a:t>
            </a:r>
          </a:p>
          <a:p>
            <a:pPr rtl="0" algn="l">
              <a:spcAft>
                <a:spcPts val="300"/>
              </a:spcAft>
            </a:pPr>
            <a:r>
              <a:rPr sz="1700" b="0" i="0" lang="en-US">
                <a:solidFill>
                  <a:srgbClr val="1C2333"/>
                </a:solidFill>
                <a:latin typeface="Segoe UI"/>
              </a:rPr>
              <a:t>4) There are stars. (a star)</a:t>
            </a:r>
          </a:p>
          <a:p>
            <a:pPr lvl="1" rtl="0" algn="l">
              <a:spcAft>
                <a:spcPts val="700"/>
              </a:spcAft>
            </a:pPr>
            <a:r>
              <a:rPr sz="1600" b="1" i="0" lang="en-US">
                <a:solidFill>
                  <a:srgbClr val="0F7A3D"/>
                </a:solidFill>
                <a:latin typeface="Segoe UI"/>
              </a:rPr>
              <a:t>✔ There is a star .</a:t>
            </a:r>
          </a:p>
          <a:p>
            <a:pPr rtl="0" algn="l">
              <a:spcAft>
                <a:spcPts val="300"/>
              </a:spcAft>
            </a:pPr>
            <a:r>
              <a:rPr sz="1700" b="0" i="0" lang="en-US">
                <a:solidFill>
                  <a:srgbClr val="1C2333"/>
                </a:solidFill>
                <a:latin typeface="Segoe UI"/>
              </a:rPr>
              <a:t>5) There is a dog. (dogs)</a:t>
            </a:r>
          </a:p>
          <a:p>
            <a:pPr lvl="1" rtl="0" algn="l">
              <a:spcAft>
                <a:spcPts val="700"/>
              </a:spcAft>
            </a:pPr>
            <a:r>
              <a:rPr sz="1600" b="1" i="0" lang="en-US">
                <a:solidFill>
                  <a:srgbClr val="0F7A3D"/>
                </a:solidFill>
                <a:latin typeface="Segoe UI"/>
              </a:rPr>
              <a:t>✔ There are dogs .</a:t>
            </a:r>
          </a:p>
          <a:p>
            <a:pPr rtl="0" algn="l">
              <a:spcAft>
                <a:spcPts val="300"/>
              </a:spcAft>
            </a:pPr>
            <a:r>
              <a:rPr sz="1700" b="0" i="0" lang="en-US">
                <a:solidFill>
                  <a:srgbClr val="1C2333"/>
                </a:solidFill>
                <a:latin typeface="Segoe UI"/>
              </a:rPr>
              <a:t>6) There are boys. (Are)</a:t>
            </a:r>
          </a:p>
          <a:p>
            <a:pPr lvl="1" rtl="0" algn="l">
              <a:spcAft>
                <a:spcPts val="700"/>
              </a:spcAft>
            </a:pPr>
            <a:r>
              <a:rPr sz="1600" b="1" i="0" lang="en-US">
                <a:solidFill>
                  <a:srgbClr val="0F7A3D"/>
                </a:solidFill>
                <a:latin typeface="Segoe UI"/>
              </a:rPr>
              <a:t>✔ Are there boys?</a:t>
            </a:r>
          </a:p>
          <a:p>
            <a:pPr rtl="0" algn="l">
              <a:spcAft>
                <a:spcPts val="300"/>
              </a:spcAft>
            </a:pPr>
            <a:r>
              <a:rPr sz="1700" b="0" i="0" lang="en-US">
                <a:solidFill>
                  <a:srgbClr val="1C2333"/>
                </a:solidFill>
                <a:latin typeface="Segoe UI"/>
              </a:rPr>
              <a:t>7) There isn't a cow. (aren't)</a:t>
            </a:r>
          </a:p>
          <a:p>
            <a:pPr lvl="1" rtl="0" algn="l">
              <a:spcAft>
                <a:spcPts val="700"/>
              </a:spcAft>
            </a:pPr>
            <a:r>
              <a:rPr sz="1600" b="1" i="0" lang="en-US">
                <a:solidFill>
                  <a:srgbClr val="0F7A3D"/>
                </a:solidFill>
                <a:latin typeface="Segoe UI"/>
              </a:rPr>
              <a:t>✔ There aren't cows .</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are animals. (is)</a:t>
            </a:r>
          </a:p>
          <a:p>
            <a:pPr rtl="0" algn="l">
              <a:spcAft>
                <a:spcPts val="800"/>
              </a:spcAft>
            </a:pPr>
            <a:r>
              <a:rPr sz="1800" b="0" i="0" lang="en-US">
                <a:solidFill>
                  <a:srgbClr val="1C2333"/>
                </a:solidFill>
                <a:latin typeface="Segoe UI"/>
              </a:rPr>
              <a:t>9) There aren't farmers. (isn't)</a:t>
            </a:r>
          </a:p>
          <a:p>
            <a:pPr rtl="0" algn="l">
              <a:spcAft>
                <a:spcPts val="800"/>
              </a:spcAft>
            </a:pPr>
            <a:r>
              <a:rPr sz="1800" b="0" i="0" lang="en-US">
                <a:solidFill>
                  <a:srgbClr val="1C2333"/>
                </a:solidFill>
                <a:latin typeface="Segoe UI"/>
              </a:rPr>
              <a:t>10) Yes, there is a horse. (No)</a:t>
            </a:r>
          </a:p>
          <a:p>
            <a:pPr rtl="0" algn="l">
              <a:spcAft>
                <a:spcPts val="800"/>
              </a:spcAft>
            </a:pPr>
            <a:r>
              <a:rPr sz="1800" b="0" i="0" lang="en-US">
                <a:solidFill>
                  <a:srgbClr val="1C2333"/>
                </a:solidFill>
                <a:latin typeface="Segoe UI"/>
              </a:rPr>
              <a:t>11) Is there a map? (Are)</a:t>
            </a:r>
          </a:p>
          <a:p>
            <a:pPr rtl="0" algn="l">
              <a:spcAft>
                <a:spcPts val="800"/>
              </a:spcAft>
            </a:pPr>
            <a:r>
              <a:rPr sz="1800" b="0" i="0" lang="en-US">
                <a:solidFill>
                  <a:srgbClr val="1C2333"/>
                </a:solidFill>
                <a:latin typeface="Segoe UI"/>
              </a:rPr>
              <a:t>12) There are toys. (is)</a:t>
            </a:r>
          </a:p>
          <a:p>
            <a:pPr rtl="0" algn="l">
              <a:spcAft>
                <a:spcPts val="800"/>
              </a:spcAft>
            </a:pPr>
            <a:r>
              <a:rPr sz="1800" b="0" i="0" lang="en-US">
                <a:solidFill>
                  <a:srgbClr val="1C2333"/>
                </a:solidFill>
                <a:latin typeface="Segoe UI"/>
              </a:rPr>
              <a:t>13) Are there ducks? (Is)</a:t>
            </a:r>
          </a:p>
          <a:p>
            <a:pPr rtl="0" algn="l">
              <a:spcAft>
                <a:spcPts val="800"/>
              </a:spcAft>
            </a:pPr>
            <a:r>
              <a:rPr sz="1800" b="0" i="0" lang="en-US">
                <a:solidFill>
                  <a:srgbClr val="1C2333"/>
                </a:solidFill>
                <a:latin typeface="Segoe UI"/>
              </a:rPr>
              <a:t>14) Is there an orange? (Are)</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are animals. (is)</a:t>
            </a:r>
          </a:p>
          <a:p>
            <a:pPr lvl="1" rtl="0" algn="l">
              <a:spcAft>
                <a:spcPts val="700"/>
              </a:spcAft>
            </a:pPr>
            <a:r>
              <a:rPr sz="1600" b="1" i="0" lang="en-US">
                <a:solidFill>
                  <a:srgbClr val="0F7A3D"/>
                </a:solidFill>
                <a:latin typeface="Segoe UI"/>
              </a:rPr>
              <a:t>✔ There is an animal .</a:t>
            </a:r>
          </a:p>
          <a:p>
            <a:pPr rtl="0" algn="l">
              <a:spcAft>
                <a:spcPts val="300"/>
              </a:spcAft>
            </a:pPr>
            <a:r>
              <a:rPr sz="1700" b="0" i="0" lang="en-US">
                <a:solidFill>
                  <a:srgbClr val="1C2333"/>
                </a:solidFill>
                <a:latin typeface="Segoe UI"/>
              </a:rPr>
              <a:t>9) There aren't farmers. (isn't)</a:t>
            </a:r>
          </a:p>
          <a:p>
            <a:pPr lvl="1" rtl="0" algn="l">
              <a:spcAft>
                <a:spcPts val="700"/>
              </a:spcAft>
            </a:pPr>
            <a:r>
              <a:rPr sz="1600" b="1" i="0" lang="en-US">
                <a:solidFill>
                  <a:srgbClr val="0F7A3D"/>
                </a:solidFill>
                <a:latin typeface="Segoe UI"/>
              </a:rPr>
              <a:t>✔ There isn't a farmer .</a:t>
            </a:r>
          </a:p>
          <a:p>
            <a:pPr rtl="0" algn="l">
              <a:spcAft>
                <a:spcPts val="300"/>
              </a:spcAft>
            </a:pPr>
            <a:r>
              <a:rPr sz="1700" b="0" i="0" lang="en-US">
                <a:solidFill>
                  <a:srgbClr val="1C2333"/>
                </a:solidFill>
                <a:latin typeface="Segoe UI"/>
              </a:rPr>
              <a:t>10) Yes, there is a horse. (No)</a:t>
            </a:r>
          </a:p>
          <a:p>
            <a:pPr lvl="1" rtl="0" algn="l">
              <a:spcAft>
                <a:spcPts val="700"/>
              </a:spcAft>
            </a:pPr>
            <a:r>
              <a:rPr sz="1600" b="1" i="0" lang="en-US">
                <a:solidFill>
                  <a:srgbClr val="0F7A3D"/>
                </a:solidFill>
                <a:latin typeface="Segoe UI"/>
              </a:rPr>
              <a:t>✔ No, there isn't a horse.</a:t>
            </a:r>
          </a:p>
          <a:p>
            <a:pPr rtl="0" algn="l">
              <a:spcAft>
                <a:spcPts val="300"/>
              </a:spcAft>
            </a:pPr>
            <a:r>
              <a:rPr sz="1700" b="0" i="0" lang="en-US">
                <a:solidFill>
                  <a:srgbClr val="1C2333"/>
                </a:solidFill>
                <a:latin typeface="Segoe UI"/>
              </a:rPr>
              <a:t>11) Is there a map? (Are)</a:t>
            </a:r>
          </a:p>
          <a:p>
            <a:pPr lvl="1" rtl="0" algn="l">
              <a:spcAft>
                <a:spcPts val="700"/>
              </a:spcAft>
            </a:pPr>
            <a:r>
              <a:rPr sz="1600" b="1" i="0" lang="en-US">
                <a:solidFill>
                  <a:srgbClr val="0F7A3D"/>
                </a:solidFill>
                <a:latin typeface="Segoe UI"/>
              </a:rPr>
              <a:t>✔ Are there maps ?</a:t>
            </a:r>
          </a:p>
          <a:p>
            <a:pPr rtl="0" algn="l">
              <a:spcAft>
                <a:spcPts val="300"/>
              </a:spcAft>
            </a:pPr>
            <a:r>
              <a:rPr sz="1700" b="0" i="0" lang="en-US">
                <a:solidFill>
                  <a:srgbClr val="1C2333"/>
                </a:solidFill>
                <a:latin typeface="Segoe UI"/>
              </a:rPr>
              <a:t>12) There are toys. (is)</a:t>
            </a:r>
          </a:p>
          <a:p>
            <a:pPr lvl="1" rtl="0" algn="l">
              <a:spcAft>
                <a:spcPts val="700"/>
              </a:spcAft>
            </a:pPr>
            <a:r>
              <a:rPr sz="1600" b="1" i="0" lang="en-US">
                <a:solidFill>
                  <a:srgbClr val="0F7A3D"/>
                </a:solidFill>
                <a:latin typeface="Segoe UI"/>
              </a:rPr>
              <a:t>✔ There is a toy .</a:t>
            </a:r>
          </a:p>
          <a:p>
            <a:pPr rtl="0" algn="l">
              <a:spcAft>
                <a:spcPts val="300"/>
              </a:spcAft>
            </a:pPr>
            <a:r>
              <a:rPr sz="1700" b="0" i="0" lang="en-US">
                <a:solidFill>
                  <a:srgbClr val="1C2333"/>
                </a:solidFill>
                <a:latin typeface="Segoe UI"/>
              </a:rPr>
              <a:t>13) Are there ducks? (Is)</a:t>
            </a:r>
          </a:p>
          <a:p>
            <a:pPr lvl="1" rtl="0" algn="l">
              <a:spcAft>
                <a:spcPts val="700"/>
              </a:spcAft>
            </a:pPr>
            <a:r>
              <a:rPr sz="1600" b="1" i="0" lang="en-US">
                <a:solidFill>
                  <a:srgbClr val="0F7A3D"/>
                </a:solidFill>
                <a:latin typeface="Segoe UI"/>
              </a:rPr>
              <a:t>✔ Is there a duck ?</a:t>
            </a:r>
          </a:p>
          <a:p>
            <a:pPr rtl="0" algn="l">
              <a:spcAft>
                <a:spcPts val="300"/>
              </a:spcAft>
            </a:pPr>
            <a:r>
              <a:rPr sz="1700" b="0" i="0" lang="en-US">
                <a:solidFill>
                  <a:srgbClr val="1C2333"/>
                </a:solidFill>
                <a:latin typeface="Segoe UI"/>
              </a:rPr>
              <a:t>14) Is there an orange? (Are)</a:t>
            </a:r>
          </a:p>
          <a:p>
            <a:pPr lvl="1" rtl="0" algn="l">
              <a:spcAft>
                <a:spcPts val="700"/>
              </a:spcAft>
            </a:pPr>
            <a:r>
              <a:rPr sz="1600" b="1" i="0" lang="en-US">
                <a:solidFill>
                  <a:srgbClr val="0F7A3D"/>
                </a:solidFill>
                <a:latin typeface="Segoe UI"/>
              </a:rPr>
              <a:t>✔ Are there oranges ?</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There are ants. (an ant)</a:t>
            </a:r>
          </a:p>
          <a:p>
            <a:pPr rtl="0" algn="l">
              <a:spcAft>
                <a:spcPts val="800"/>
              </a:spcAft>
            </a:pPr>
            <a:r>
              <a:rPr sz="1800" b="0" i="0" lang="en-US">
                <a:solidFill>
                  <a:srgbClr val="1C2333"/>
                </a:solidFill>
                <a:latin typeface="Segoe UI"/>
              </a:rPr>
              <a:t>16) Yes, there are cows. (No)</a:t>
            </a:r>
          </a:p>
          <a:p>
            <a:pPr rtl="0" algn="l">
              <a:spcAft>
                <a:spcPts val="800"/>
              </a:spcAft>
            </a:pPr>
            <a:r>
              <a:rPr sz="1800" b="0" i="0" lang="en-US">
                <a:solidFill>
                  <a:srgbClr val="1C2333"/>
                </a:solidFill>
                <a:latin typeface="Segoe UI"/>
              </a:rPr>
              <a:t>17) There are dogs. (Are)</a:t>
            </a:r>
          </a:p>
          <a:p>
            <a:pPr rtl="0" algn="l">
              <a:spcAft>
                <a:spcPts val="800"/>
              </a:spcAft>
            </a:pPr>
            <a:r>
              <a:rPr sz="1800" b="0" i="0" lang="en-US">
                <a:solidFill>
                  <a:srgbClr val="1C2333"/>
                </a:solidFill>
                <a:latin typeface="Segoe UI"/>
              </a:rPr>
              <a:t>18) There is a ruler. (rulers)</a:t>
            </a:r>
          </a:p>
          <a:p>
            <a:pPr rtl="0" algn="l">
              <a:spcAft>
                <a:spcPts val="800"/>
              </a:spcAft>
            </a:pPr>
            <a:r>
              <a:rPr sz="1800" b="0" i="0" lang="en-US">
                <a:solidFill>
                  <a:srgbClr val="1C2333"/>
                </a:solidFill>
                <a:latin typeface="Segoe UI"/>
              </a:rPr>
              <a:t>19) There is an ant. (not)</a:t>
            </a:r>
          </a:p>
          <a:p>
            <a:pPr rtl="0" algn="l">
              <a:spcAft>
                <a:spcPts val="800"/>
              </a:spcAft>
            </a:pPr>
            <a:r>
              <a:rPr sz="1800" b="0" i="0" lang="en-US">
                <a:solidFill>
                  <a:srgbClr val="1C2333"/>
                </a:solidFill>
                <a:latin typeface="Segoe UI"/>
              </a:rPr>
              <a:t>20) No, there aren't cats. (Yes)</a:t>
            </a:r>
          </a:p>
          <a:p>
            <a:pPr rtl="0" algn="l">
              <a:spcAft>
                <a:spcPts val="800"/>
              </a:spcAft>
            </a:pPr>
            <a:r>
              <a:rPr sz="1800" b="0" i="0" lang="en-US">
                <a:solidFill>
                  <a:srgbClr val="1C2333"/>
                </a:solidFill>
                <a:latin typeface="Segoe UI"/>
              </a:rPr>
              <a:t>21) There is an orange. (are)</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There are ants. (an ant)</a:t>
            </a:r>
          </a:p>
          <a:p>
            <a:pPr lvl="1" rtl="0" algn="l">
              <a:spcAft>
                <a:spcPts val="700"/>
              </a:spcAft>
            </a:pPr>
            <a:r>
              <a:rPr sz="1600" b="1" i="0" lang="en-US">
                <a:solidFill>
                  <a:srgbClr val="0F7A3D"/>
                </a:solidFill>
                <a:latin typeface="Segoe UI"/>
              </a:rPr>
              <a:t>✔ There is an ant .</a:t>
            </a:r>
          </a:p>
          <a:p>
            <a:pPr rtl="0" algn="l">
              <a:spcAft>
                <a:spcPts val="300"/>
              </a:spcAft>
            </a:pPr>
            <a:r>
              <a:rPr sz="1700" b="0" i="0" lang="en-US">
                <a:solidFill>
                  <a:srgbClr val="1C2333"/>
                </a:solidFill>
                <a:latin typeface="Segoe UI"/>
              </a:rPr>
              <a:t>16) Yes, there are cows. (No)</a:t>
            </a:r>
          </a:p>
          <a:p>
            <a:pPr lvl="1" rtl="0" algn="l">
              <a:spcAft>
                <a:spcPts val="700"/>
              </a:spcAft>
            </a:pPr>
            <a:r>
              <a:rPr sz="1600" b="1" i="0" lang="en-US">
                <a:solidFill>
                  <a:srgbClr val="0F7A3D"/>
                </a:solidFill>
                <a:latin typeface="Segoe UI"/>
              </a:rPr>
              <a:t>✔ No, there aren't cows.</a:t>
            </a:r>
          </a:p>
          <a:p>
            <a:pPr rtl="0" algn="l">
              <a:spcAft>
                <a:spcPts val="300"/>
              </a:spcAft>
            </a:pPr>
            <a:r>
              <a:rPr sz="1700" b="0" i="0" lang="en-US">
                <a:solidFill>
                  <a:srgbClr val="1C2333"/>
                </a:solidFill>
                <a:latin typeface="Segoe UI"/>
              </a:rPr>
              <a:t>17) There are dogs. (Are)</a:t>
            </a:r>
          </a:p>
          <a:p>
            <a:pPr lvl="1" rtl="0" algn="l">
              <a:spcAft>
                <a:spcPts val="700"/>
              </a:spcAft>
            </a:pPr>
            <a:r>
              <a:rPr sz="1600" b="1" i="0" lang="en-US">
                <a:solidFill>
                  <a:srgbClr val="0F7A3D"/>
                </a:solidFill>
                <a:latin typeface="Segoe UI"/>
              </a:rPr>
              <a:t>✔ Are there dogs?</a:t>
            </a:r>
          </a:p>
          <a:p>
            <a:pPr rtl="0" algn="l">
              <a:spcAft>
                <a:spcPts val="300"/>
              </a:spcAft>
            </a:pPr>
            <a:r>
              <a:rPr sz="1700" b="0" i="0" lang="en-US">
                <a:solidFill>
                  <a:srgbClr val="1C2333"/>
                </a:solidFill>
                <a:latin typeface="Segoe UI"/>
              </a:rPr>
              <a:t>18) There is a ruler. (rulers)</a:t>
            </a:r>
          </a:p>
          <a:p>
            <a:pPr lvl="1" rtl="0" algn="l">
              <a:spcAft>
                <a:spcPts val="700"/>
              </a:spcAft>
            </a:pPr>
            <a:r>
              <a:rPr sz="1600" b="1" i="0" lang="en-US">
                <a:solidFill>
                  <a:srgbClr val="0F7A3D"/>
                </a:solidFill>
                <a:latin typeface="Segoe UI"/>
              </a:rPr>
              <a:t>✔ There are rulers .</a:t>
            </a:r>
          </a:p>
          <a:p>
            <a:pPr rtl="0" algn="l">
              <a:spcAft>
                <a:spcPts val="300"/>
              </a:spcAft>
            </a:pPr>
            <a:r>
              <a:rPr sz="1700" b="0" i="0" lang="en-US">
                <a:solidFill>
                  <a:srgbClr val="1C2333"/>
                </a:solidFill>
                <a:latin typeface="Segoe UI"/>
              </a:rPr>
              <a:t>19) There is an ant. (not)</a:t>
            </a:r>
          </a:p>
          <a:p>
            <a:pPr lvl="1" rtl="0" algn="l">
              <a:spcAft>
                <a:spcPts val="700"/>
              </a:spcAft>
            </a:pPr>
            <a:r>
              <a:rPr sz="1600" b="1" i="0" lang="en-US">
                <a:solidFill>
                  <a:srgbClr val="0F7A3D"/>
                </a:solidFill>
                <a:latin typeface="Segoe UI"/>
              </a:rPr>
              <a:t>✔ There isn't an ant.</a:t>
            </a:r>
          </a:p>
          <a:p>
            <a:pPr rtl="0" algn="l">
              <a:spcAft>
                <a:spcPts val="300"/>
              </a:spcAft>
            </a:pPr>
            <a:r>
              <a:rPr sz="1700" b="0" i="0" lang="en-US">
                <a:solidFill>
                  <a:srgbClr val="1C2333"/>
                </a:solidFill>
                <a:latin typeface="Segoe UI"/>
              </a:rPr>
              <a:t>20) No, there aren't cats. (Yes)</a:t>
            </a:r>
          </a:p>
          <a:p>
            <a:pPr lvl="1" rtl="0" algn="l">
              <a:spcAft>
                <a:spcPts val="700"/>
              </a:spcAft>
            </a:pPr>
            <a:r>
              <a:rPr sz="1600" b="1" i="0" lang="en-US">
                <a:solidFill>
                  <a:srgbClr val="0F7A3D"/>
                </a:solidFill>
                <a:latin typeface="Segoe UI"/>
              </a:rPr>
              <a:t>✔ Yes, there are cats.</a:t>
            </a:r>
          </a:p>
          <a:p>
            <a:pPr rtl="0" algn="l">
              <a:spcAft>
                <a:spcPts val="300"/>
              </a:spcAft>
            </a:pPr>
            <a:r>
              <a:rPr sz="1700" b="0" i="0" lang="en-US">
                <a:solidFill>
                  <a:srgbClr val="1C2333"/>
                </a:solidFill>
                <a:latin typeface="Segoe UI"/>
              </a:rPr>
              <a:t>21) There is an orange. (are)</a:t>
            </a:r>
          </a:p>
          <a:p>
            <a:pPr lvl="1" rtl="0" algn="l">
              <a:spcAft>
                <a:spcPts val="700"/>
              </a:spcAft>
            </a:pPr>
            <a:r>
              <a:rPr sz="1600" b="1" i="0" lang="en-US">
                <a:solidFill>
                  <a:srgbClr val="0F7A3D"/>
                </a:solidFill>
                <a:latin typeface="Segoe UI"/>
              </a:rPr>
              <a:t>✔ There are oranges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There are lions. (is)</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I) Rewrite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There are lions. (is)</a:t>
            </a:r>
          </a:p>
          <a:p>
            <a:pPr lvl="1" rtl="0" algn="l">
              <a:spcAft>
                <a:spcPts val="700"/>
              </a:spcAft>
            </a:pPr>
            <a:r>
              <a:rPr sz="1600" b="1" i="0" lang="en-US">
                <a:solidFill>
                  <a:srgbClr val="0F7A3D"/>
                </a:solidFill>
                <a:latin typeface="Segoe UI"/>
              </a:rPr>
              <a:t>✔ There is a lion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There are many animals on the farm. There are cows, ducks and hens. There is a donkey and a horse. Animals need food, water, shelter and space. Cows and goats give us milk and meat. Hens give us eggs.</a:t>
            </a:r>
          </a:p>
          <a:p>
            <a:pPr rtl="0" algn="r">
              <a:spcBef>
                <a:spcPts val="800"/>
              </a:spcBef>
            </a:pPr>
            <a:r>
              <a:rPr sz="1400" b="0" i="0" lang="en-US">
                <a:solidFill>
                  <a:srgbClr val="5B6478"/>
                </a:solidFill>
                <a:latin typeface="Segoe UI"/>
              </a:rPr>
              <a:t>farm: مزرعة   donkey: حمار   shelter: مأوى   space: مساحة</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are many animals …… the farm.   (in – on – at)</a:t>
            </a:r>
          </a:p>
          <a:p>
            <a:pPr rtl="0" algn="l">
              <a:spcAft>
                <a:spcPts val="800"/>
              </a:spcAft>
            </a:pPr>
            <a:r>
              <a:rPr sz="1800" b="0" i="0" lang="en-US">
                <a:solidFill>
                  <a:srgbClr val="1C2333"/>
                </a:solidFill>
                <a:latin typeface="Segoe UI"/>
              </a:rPr>
              <a:t>2) There are …… animals.   (many – much – a lot)</a:t>
            </a:r>
          </a:p>
          <a:p>
            <a:pPr rtl="0" algn="l">
              <a:spcAft>
                <a:spcPts val="800"/>
              </a:spcAft>
            </a:pPr>
            <a:r>
              <a:rPr sz="1800" b="0" i="0" lang="en-US">
                <a:solidFill>
                  <a:srgbClr val="1C2333"/>
                </a:solidFill>
                <a:latin typeface="Segoe UI"/>
              </a:rPr>
              <a:t>1) There aren't any animals on the farm. (There are many animals.)   (True ✓ – False ✗)</a:t>
            </a:r>
          </a:p>
          <a:p>
            <a:pPr rtl="0" algn="l">
              <a:spcAft>
                <a:spcPts val="800"/>
              </a:spcAft>
            </a:pPr>
            <a:r>
              <a:rPr sz="1800" b="0" i="0" lang="en-US">
                <a:solidFill>
                  <a:srgbClr val="1C2333"/>
                </a:solidFill>
                <a:latin typeface="Segoe UI"/>
              </a:rPr>
              <a:t>2) Hens give us eggs.   (True ✓ – False ✗)</a:t>
            </a:r>
          </a:p>
          <a:p>
            <a:pPr rtl="0" algn="l">
              <a:spcAft>
                <a:spcPts val="800"/>
              </a:spcAft>
            </a:pPr>
            <a:r>
              <a:rPr sz="1800" b="0" i="0" lang="en-US">
                <a:solidFill>
                  <a:srgbClr val="1C2333"/>
                </a:solidFill>
                <a:latin typeface="Segoe UI"/>
              </a:rPr>
              <a:t>3) Animals need food.   (True ✓ – False ✗)</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J) Read the text and answer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are many animals …… the farm.   (in – on – at)</a:t>
            </a:r>
          </a:p>
          <a:p>
            <a:pPr lvl="1" rtl="0" algn="l">
              <a:spcAft>
                <a:spcPts val="700"/>
              </a:spcAft>
            </a:pPr>
            <a:r>
              <a:rPr sz="1600" b="1" i="0" lang="en-US">
                <a:solidFill>
                  <a:srgbClr val="0F7A3D"/>
                </a:solidFill>
                <a:latin typeface="Segoe UI"/>
              </a:rPr>
              <a:t>✔ on</a:t>
            </a:r>
          </a:p>
          <a:p>
            <a:pPr rtl="0" algn="l">
              <a:spcAft>
                <a:spcPts val="300"/>
              </a:spcAft>
            </a:pPr>
            <a:r>
              <a:rPr sz="1700" b="0" i="0" lang="en-US">
                <a:solidFill>
                  <a:srgbClr val="1C2333"/>
                </a:solidFill>
                <a:latin typeface="Segoe UI"/>
              </a:rPr>
              <a:t>2) There are …… animals.   (many – much – a lot)</a:t>
            </a:r>
          </a:p>
          <a:p>
            <a:pPr lvl="1" rtl="0" algn="l">
              <a:spcAft>
                <a:spcPts val="700"/>
              </a:spcAft>
            </a:pPr>
            <a:r>
              <a:rPr sz="1600" b="1" i="0" lang="en-US">
                <a:solidFill>
                  <a:srgbClr val="0F7A3D"/>
                </a:solidFill>
                <a:latin typeface="Segoe UI"/>
              </a:rPr>
              <a:t>✔ many</a:t>
            </a:r>
          </a:p>
          <a:p>
            <a:pPr rtl="0" algn="l">
              <a:spcAft>
                <a:spcPts val="300"/>
              </a:spcAft>
            </a:pPr>
            <a:r>
              <a:rPr sz="1700" b="0" i="0" lang="en-US">
                <a:solidFill>
                  <a:srgbClr val="1C2333"/>
                </a:solidFill>
                <a:latin typeface="Segoe UI"/>
              </a:rPr>
              <a:t>1) There aren't any animals on the farm. (There are many animals.)   (True ✓ – False ✗)</a:t>
            </a:r>
          </a:p>
          <a:p>
            <a:pPr lvl="1" rtl="0" algn="l">
              <a:spcAft>
                <a:spcPts val="700"/>
              </a:spcAft>
            </a:pPr>
            <a:r>
              <a:rPr sz="1600" b="1" i="0" lang="en-US">
                <a:solidFill>
                  <a:srgbClr val="0F7A3D"/>
                </a:solidFill>
                <a:latin typeface="Segoe UI"/>
              </a:rPr>
              <a:t>✔ False ✗</a:t>
            </a:r>
          </a:p>
          <a:p>
            <a:pPr rtl="0" algn="l">
              <a:spcAft>
                <a:spcPts val="300"/>
              </a:spcAft>
            </a:pPr>
            <a:r>
              <a:rPr sz="1700" b="0" i="0" lang="en-US">
                <a:solidFill>
                  <a:srgbClr val="1C2333"/>
                </a:solidFill>
                <a:latin typeface="Segoe UI"/>
              </a:rPr>
              <a:t>2) Hens give us eggs.   (True ✓ – False ✗)</a:t>
            </a:r>
          </a:p>
          <a:p>
            <a:pPr lvl="1" rtl="0" algn="l">
              <a:spcAft>
                <a:spcPts val="700"/>
              </a:spcAft>
            </a:pPr>
            <a:r>
              <a:rPr sz="1600" b="1" i="0" lang="en-US">
                <a:solidFill>
                  <a:srgbClr val="0F7A3D"/>
                </a:solidFill>
                <a:latin typeface="Segoe UI"/>
              </a:rPr>
              <a:t>✔ True ✓</a:t>
            </a:r>
          </a:p>
          <a:p>
            <a:pPr rtl="0" algn="l">
              <a:spcAft>
                <a:spcPts val="300"/>
              </a:spcAft>
            </a:pPr>
            <a:r>
              <a:rPr sz="1700" b="0" i="0" lang="en-US">
                <a:solidFill>
                  <a:srgbClr val="1C2333"/>
                </a:solidFill>
                <a:latin typeface="Segoe UI"/>
              </a:rPr>
              <a:t>3) Animals need food.   (True ✓ – False ✗)</a:t>
            </a:r>
          </a:p>
          <a:p>
            <a:pPr lvl="1" rtl="0" algn="l">
              <a:spcAft>
                <a:spcPts val="700"/>
              </a:spcAft>
            </a:pPr>
            <a:r>
              <a:rPr sz="1600" b="1" i="0" lang="en-US">
                <a:solidFill>
                  <a:srgbClr val="0F7A3D"/>
                </a:solidFill>
                <a:latin typeface="Segoe UI"/>
              </a:rPr>
              <a:t>✔ True ✓</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22"/>
                </a:solidFill>
                <a:latin typeface="Segoe UI"/>
              </a:rPr>
              <a:t>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6 — There is / There are</a:t>
            </a:r>
          </a:p>
          <a:p>
            <a:pPr rtl="0" algn="l"/>
            <a:r>
              <a:rPr sz="1400" b="0" i="0" lang="en-US">
                <a:solidFill>
                  <a:srgbClr val="DDE6F3"/>
                </a:solidFill>
                <a:latin typeface="Segoe UI"/>
              </a:rPr>
              <a:t>K)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Ahmed: Good morning, Reda.</a:t>
            </a:r>
          </a:p>
          <a:p>
            <a:pPr rtl="0" algn="l">
              <a:spcAft>
                <a:spcPts val="400"/>
              </a:spcAft>
            </a:pPr>
            <a:r>
              <a:rPr sz="1700" b="0" i="0" lang="en-US">
                <a:solidFill>
                  <a:srgbClr val="1C2333"/>
                </a:solidFill>
                <a:latin typeface="Segoe UI"/>
              </a:rPr>
              <a:t>Reda: ……</a:t>
            </a:r>
          </a:p>
          <a:p>
            <a:pPr rtl="0" algn="l">
              <a:spcAft>
                <a:spcPts val="400"/>
              </a:spcAft>
            </a:pPr>
            <a:r>
              <a:rPr sz="1700" b="0" i="0" lang="en-US">
                <a:solidFill>
                  <a:srgbClr val="1C2333"/>
                </a:solidFill>
                <a:latin typeface="Segoe UI"/>
              </a:rPr>
              <a:t>Ahmed: Where …… you going?</a:t>
            </a:r>
          </a:p>
          <a:p>
            <a:pPr rtl="0" algn="l">
              <a:spcAft>
                <a:spcPts val="400"/>
              </a:spcAft>
            </a:pPr>
            <a:r>
              <a:rPr sz="1700" b="0" i="0" lang="en-US">
                <a:solidFill>
                  <a:srgbClr val="1C2333"/>
                </a:solidFill>
                <a:latin typeface="Segoe UI"/>
              </a:rPr>
              <a:t>Reda: I …… going to the zoo.</a:t>
            </a:r>
          </a:p>
          <a:p>
            <a:pPr rtl="0" algn="l">
              <a:spcAft>
                <a:spcPts val="400"/>
              </a:spcAft>
            </a:pPr>
            <a:r>
              <a:rPr sz="1700" b="0" i="0" lang="en-US">
                <a:solidFill>
                  <a:srgbClr val="1C2333"/>
                </a:solidFill>
                <a:latin typeface="Segoe UI"/>
              </a:rPr>
              <a:t>Ahmed: …… ?</a:t>
            </a:r>
          </a:p>
          <a:p>
            <a:pPr rtl="0" algn="l">
              <a:spcAft>
                <a:spcPts val="400"/>
              </a:spcAft>
            </a:pPr>
            <a:r>
              <a:rPr sz="1700" b="0" i="0" lang="en-US">
                <a:solidFill>
                  <a:srgbClr val="1C2333"/>
                </a:solidFill>
                <a:latin typeface="Segoe UI"/>
              </a:rPr>
              <a:t>Reda: Yes, there are many animals.</a:t>
            </a:r>
          </a:p>
          <a:p>
            <a:pPr rtl="0" algn="l">
              <a:spcAft>
                <a:spcPts val="400"/>
              </a:spcAft>
            </a:pPr>
            <a:r>
              <a:rPr sz="1700" b="0" i="0" lang="en-US">
                <a:solidFill>
                  <a:srgbClr val="1C2333"/>
                </a:solidFill>
                <a:latin typeface="Segoe UI"/>
              </a:rPr>
              <a:t>Ahmed: Have a nice day.</a:t>
            </a:r>
          </a:p>
          <a:p>
            <a:pPr rtl="0" algn="l">
              <a:spcAft>
                <a:spcPts val="400"/>
              </a:spcAft>
            </a:pPr>
            <a:r>
              <a:rPr sz="1700" b="0" i="0" lang="en-US">
                <a:solidFill>
                  <a:srgbClr val="1C2333"/>
                </a:solidFill>
                <a:latin typeface="Segoe UI"/>
              </a:rPr>
              <a:t>Reda: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Ahmed: Good morning, Reda.</a:t>
            </a:r>
          </a:p>
          <a:p>
            <a:pPr rtl="0" algn="l">
              <a:spcAft>
                <a:spcPts val="400"/>
              </a:spcAft>
            </a:pPr>
            <a:r>
              <a:rPr sz="1700" b="0" i="0" lang="en-US">
                <a:solidFill>
                  <a:srgbClr val="0F7A3D"/>
                </a:solidFill>
                <a:latin typeface="Segoe UI"/>
              </a:rPr>
              <a:t>Reda: Good morning, Ahmed.</a:t>
            </a:r>
          </a:p>
          <a:p>
            <a:pPr rtl="0" algn="l">
              <a:spcAft>
                <a:spcPts val="400"/>
              </a:spcAft>
            </a:pPr>
            <a:r>
              <a:rPr sz="1700" b="0" i="0" lang="en-US">
                <a:solidFill>
                  <a:srgbClr val="0F7A3D"/>
                </a:solidFill>
                <a:latin typeface="Segoe UI"/>
              </a:rPr>
              <a:t>Ahmed: Where are you going?</a:t>
            </a:r>
          </a:p>
          <a:p>
            <a:pPr rtl="0" algn="l">
              <a:spcAft>
                <a:spcPts val="400"/>
              </a:spcAft>
            </a:pPr>
            <a:r>
              <a:rPr sz="1700" b="0" i="0" lang="en-US">
                <a:solidFill>
                  <a:srgbClr val="0F7A3D"/>
                </a:solidFill>
                <a:latin typeface="Segoe UI"/>
              </a:rPr>
              <a:t>Reda: I am going to the zoo.</a:t>
            </a:r>
          </a:p>
          <a:p>
            <a:pPr rtl="0" algn="l">
              <a:spcAft>
                <a:spcPts val="400"/>
              </a:spcAft>
            </a:pPr>
            <a:r>
              <a:rPr sz="1700" b="0" i="0" lang="en-US">
                <a:solidFill>
                  <a:srgbClr val="0F7A3D"/>
                </a:solidFill>
                <a:latin typeface="Segoe UI"/>
              </a:rPr>
              <a:t>Ahmed: Are there many animals ?</a:t>
            </a:r>
          </a:p>
          <a:p>
            <a:pPr rtl="0" algn="l">
              <a:spcAft>
                <a:spcPts val="400"/>
              </a:spcAft>
            </a:pPr>
            <a:r>
              <a:rPr sz="1700" b="0" i="0" lang="en-US">
                <a:solidFill>
                  <a:srgbClr val="0F7A3D"/>
                </a:solidFill>
                <a:latin typeface="Segoe UI"/>
              </a:rPr>
              <a:t>Reda: Yes, there are many animals.</a:t>
            </a:r>
          </a:p>
          <a:p>
            <a:pPr rtl="0" algn="l">
              <a:spcAft>
                <a:spcPts val="400"/>
              </a:spcAft>
            </a:pPr>
            <a:r>
              <a:rPr sz="1700" b="0" i="0" lang="en-US">
                <a:solidFill>
                  <a:srgbClr val="0F7A3D"/>
                </a:solidFill>
                <a:latin typeface="Segoe UI"/>
              </a:rPr>
              <a:t>Ahmed: Have a nice day.</a:t>
            </a:r>
          </a:p>
          <a:p>
            <a:pPr rtl="0" algn="l">
              <a:spcAft>
                <a:spcPts val="400"/>
              </a:spcAft>
            </a:pPr>
            <a:r>
              <a:rPr sz="1700" b="0" i="0" lang="en-US">
                <a:solidFill>
                  <a:srgbClr val="0F7A3D"/>
                </a:solidFill>
                <a:latin typeface="Segoe UI"/>
              </a:rPr>
              <a:t>Reda: Thank you.</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7</a:t>
            </a:r>
          </a:p>
          <a:p>
            <a:pPr algn="ctr" rtl="0"/>
            <a:r>
              <a:rPr sz="4600" b="1" i="0" lang="en-US">
                <a:solidFill>
                  <a:srgbClr val="FFFFFF"/>
                </a:solidFill>
                <a:latin typeface="Segoe UI"/>
              </a:rPr>
              <a:t>This / That</a:t>
            </a:r>
          </a:p>
          <a:p>
            <a:pPr algn="ctr" rtl="1"/>
            <a:r>
              <a:rPr sz="2900" b="0" i="0" lang="ar-EG" altLang="en-US">
                <a:solidFill>
                  <a:srgbClr val="FFFFFF"/>
                </a:solidFill>
                <a:latin typeface="Traditional Arabic"/>
              </a:rPr>
              <a:t>أسماء الإشارة للمفرد</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 a / an + اسم مفرد .</a:t>
            </a:r>
          </a:p>
          <a:p>
            <a:pPr rtl="1" algn="r">
              <a:spcAft>
                <a:spcPts val="600"/>
              </a:spcAft>
            </a:pPr>
            <a:r>
              <a:rPr sz="2100" b="0" i="0" lang="ar-EG" altLang="en-US">
                <a:solidFill>
                  <a:srgbClr val="1C2333"/>
                </a:solidFill>
                <a:latin typeface="Traditional Arabic"/>
              </a:rPr>
              <a:t>هذا / هذه — للمفرد القريب.</a:t>
            </a:r>
          </a:p>
          <a:p>
            <a:pPr rtl="0" algn="l">
              <a:spcAft>
                <a:spcPts val="600"/>
              </a:spcAft>
            </a:pPr>
            <a:r>
              <a:rPr sz="2000" b="1" i="0" lang="en-US">
                <a:solidFill>
                  <a:srgbClr val="943F22"/>
                </a:solidFill>
                <a:latin typeface="Segoe UI"/>
              </a:rPr>
              <a:t>▶ That is + a / an + اسم مفرد .</a:t>
            </a:r>
          </a:p>
          <a:p>
            <a:pPr rtl="1" algn="r">
              <a:spcAft>
                <a:spcPts val="600"/>
              </a:spcAft>
            </a:pPr>
            <a:r>
              <a:rPr sz="2100" b="0" i="0" lang="ar-EG" altLang="en-US">
                <a:solidFill>
                  <a:srgbClr val="1C2333"/>
                </a:solidFill>
                <a:latin typeface="Traditional Arabic"/>
              </a:rPr>
              <a:t>ذلك / تلك — للمفرد البعيد.</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This is not (isn't) + a / an + اسم مفرد .</a:t>
            </a:r>
          </a:p>
          <a:p>
            <a:pPr rtl="1" algn="r">
              <a:spcAft>
                <a:spcPts val="600"/>
              </a:spcAft>
            </a:pPr>
            <a:r>
              <a:rPr sz="2100" b="0" i="0" lang="ar-EG" altLang="en-US">
                <a:solidFill>
                  <a:srgbClr val="1C2333"/>
                </a:solidFill>
                <a:latin typeface="Traditional Arabic"/>
              </a:rPr>
              <a:t>نفي (هذا).</a:t>
            </a:r>
          </a:p>
          <a:p>
            <a:pPr rtl="0" algn="l">
              <a:spcAft>
                <a:spcPts val="600"/>
              </a:spcAft>
            </a:pPr>
            <a:r>
              <a:rPr sz="2000" b="1" i="0" lang="en-US">
                <a:solidFill>
                  <a:srgbClr val="943F22"/>
                </a:solidFill>
                <a:latin typeface="Segoe UI"/>
              </a:rPr>
              <a:t>▶ That is not (isn't) + a / an + اسم مفرد .</a:t>
            </a:r>
          </a:p>
          <a:p>
            <a:pPr rtl="1" algn="r">
              <a:spcAft>
                <a:spcPts val="600"/>
              </a:spcAft>
            </a:pPr>
            <a:r>
              <a:rPr sz="2100" b="0" i="0" lang="ar-EG" altLang="en-US">
                <a:solidFill>
                  <a:srgbClr val="1C2333"/>
                </a:solidFill>
                <a:latin typeface="Traditional Arabic"/>
              </a:rPr>
              <a:t>نفي (ذلك).</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3F22"/>
                </a:solidFill>
                <a:latin typeface="Segoe UI"/>
              </a:rPr>
              <a:t>▶ Is this + a / an + اسم مفرد ?</a:t>
            </a:r>
          </a:p>
          <a:p>
            <a:pPr rtl="1" algn="r">
              <a:spcAft>
                <a:spcPts val="600"/>
              </a:spcAft>
            </a:pPr>
            <a:r>
              <a:rPr sz="2100" b="0" i="0" lang="ar-EG" altLang="en-US">
                <a:solidFill>
                  <a:srgbClr val="1C2333"/>
                </a:solidFill>
                <a:latin typeface="Traditional Arabic"/>
              </a:rPr>
              <a:t>السؤال عن القريب.</a:t>
            </a:r>
          </a:p>
          <a:p>
            <a:pPr rtl="0" algn="l">
              <a:spcAft>
                <a:spcPts val="600"/>
              </a:spcAft>
            </a:pPr>
            <a:r>
              <a:rPr sz="2000" b="1" i="0" lang="en-US">
                <a:solidFill>
                  <a:srgbClr val="943F22"/>
                </a:solidFill>
                <a:latin typeface="Segoe UI"/>
              </a:rPr>
              <a:t>▶ Is that + a / an + اسم مفرد ?</a:t>
            </a:r>
          </a:p>
          <a:p>
            <a:pPr rtl="1" algn="r">
              <a:spcAft>
                <a:spcPts val="600"/>
              </a:spcAft>
            </a:pPr>
            <a:r>
              <a:rPr sz="2100" b="0" i="0" lang="ar-EG" altLang="en-US">
                <a:solidFill>
                  <a:srgbClr val="1C2333"/>
                </a:solidFill>
                <a:latin typeface="Traditional Arabic"/>
              </a:rPr>
              <a:t>السؤال عن البعيد.</a:t>
            </a:r>
          </a:p>
          <a:p>
            <a:pPr rtl="0" algn="l">
              <a:spcAft>
                <a:spcPts val="600"/>
              </a:spcAft>
            </a:pPr>
            <a:r>
              <a:rPr sz="2000" b="1" i="0" lang="en-US">
                <a:solidFill>
                  <a:srgbClr val="943F22"/>
                </a:solidFill>
                <a:latin typeface="Segoe UI"/>
              </a:rPr>
              <a:t>▶ What is this? / What is that?</a:t>
            </a:r>
          </a:p>
          <a:p>
            <a:pPr rtl="1" algn="r">
              <a:spcAft>
                <a:spcPts val="600"/>
              </a:spcAft>
            </a:pPr>
            <a:r>
              <a:rPr sz="2100" b="0" i="0" lang="ar-EG" altLang="en-US">
                <a:solidFill>
                  <a:srgbClr val="1C2333"/>
                </a:solidFill>
                <a:latin typeface="Traditional Arabic"/>
              </a:rPr>
              <a:t>ما هذا؟ / ما ذلك؟ — السؤال بأداة استفهام.</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body</a:t>
                      </a:r>
                    </a:p>
                  </a:txBody>
                  <a:tcPr>
                    <a:solidFill>
                      <a:srgbClr val="FFFFFF"/>
                    </a:solidFill>
                  </a:tcPr>
                </a:tc>
                <a:tc>
                  <a:txBody>
                    <a:bodyPr/>
                    <a:lstStyle/>
                    <a:p>
                      <a:pPr rtl="1" algn="r"/>
                      <a:r>
                        <a:rPr sz="1700" b="0" i="0" lang="ar-EG" altLang="en-US">
                          <a:solidFill>
                            <a:srgbClr val="1C2333"/>
                          </a:solidFill>
                          <a:latin typeface="Traditional Arabic"/>
                        </a:rPr>
                        <a:t>جسم</a:t>
                      </a:r>
                    </a:p>
                  </a:txBody>
                  <a:tcPr>
                    <a:solidFill>
                      <a:srgbClr val="FFFFFF"/>
                    </a:solidFill>
                  </a:tcPr>
                </a:tc>
                <a:tc>
                  <a:txBody>
                    <a:bodyPr/>
                    <a:lstStyle/>
                    <a:p>
                      <a:pPr rtl="0" algn="l"/>
                      <a:r>
                        <a:rPr sz="1500" b="1" i="0" lang="en-US">
                          <a:solidFill>
                            <a:srgbClr val="943F22"/>
                          </a:solidFill>
                          <a:latin typeface="Segoe UI"/>
                        </a:rPr>
                        <a:t>ruler</a:t>
                      </a:r>
                    </a:p>
                  </a:txBody>
                  <a:tcPr>
                    <a:solidFill>
                      <a:srgbClr val="FFFFFF"/>
                    </a:solidFill>
                  </a:tcPr>
                </a:tc>
                <a:tc>
                  <a:txBody>
                    <a:bodyPr/>
                    <a:lstStyle/>
                    <a:p>
                      <a:pPr rtl="1" algn="r"/>
                      <a:r>
                        <a:rPr sz="1700" b="0" i="0" lang="ar-EG" altLang="en-US">
                          <a:solidFill>
                            <a:srgbClr val="1C2333"/>
                          </a:solidFill>
                          <a:latin typeface="Traditional Arabic"/>
                        </a:rPr>
                        <a:t>مسطرة</a:t>
                      </a:r>
                    </a:p>
                  </a:txBody>
                  <a:tcPr>
                    <a:solidFill>
                      <a:srgbClr val="FFFFFF"/>
                    </a:solidFill>
                  </a:tcPr>
                </a:tc>
                <a:tc>
                  <a:txBody>
                    <a:bodyPr/>
                    <a:lstStyle/>
                    <a:p>
                      <a:pPr rtl="0" algn="l"/>
                      <a:r>
                        <a:rPr sz="1500" b="1" i="0" lang="en-US">
                          <a:solidFill>
                            <a:srgbClr val="943F22"/>
                          </a:solidFill>
                          <a:latin typeface="Segoe UI"/>
                        </a:rPr>
                        <a:t>grandfather</a:t>
                      </a:r>
                    </a:p>
                  </a:txBody>
                  <a:tcPr>
                    <a:solidFill>
                      <a:srgbClr val="FFFFFF"/>
                    </a:solidFill>
                  </a:tcPr>
                </a:tc>
                <a:tc>
                  <a:txBody>
                    <a:bodyPr/>
                    <a:lstStyle/>
                    <a:p>
                      <a:pPr rtl="1" algn="r"/>
                      <a:r>
                        <a:rPr sz="1700" b="0" i="0" lang="ar-EG" altLang="en-US">
                          <a:solidFill>
                            <a:srgbClr val="1C2333"/>
                          </a:solidFill>
                          <a:latin typeface="Traditional Arabic"/>
                        </a:rPr>
                        <a:t>الجد</a:t>
                      </a:r>
                    </a:p>
                  </a:txBody>
                  <a:tcPr>
                    <a:solidFill>
                      <a:srgbClr val="FFFFFF"/>
                    </a:solidFill>
                  </a:tcPr>
                </a:tc>
              </a:tr>
              <a:tr h="384048">
                <a:tc>
                  <a:txBody>
                    <a:bodyPr/>
                    <a:lstStyle/>
                    <a:p>
                      <a:pPr rtl="0" algn="l"/>
                      <a:r>
                        <a:rPr sz="1500" b="1" i="0" lang="en-US">
                          <a:solidFill>
                            <a:srgbClr val="943F22"/>
                          </a:solidFill>
                          <a:latin typeface="Segoe UI"/>
                        </a:rPr>
                        <a:t>father</a:t>
                      </a:r>
                    </a:p>
                  </a:txBody>
                  <a:tcPr>
                    <a:solidFill>
                      <a:srgbClr val="EEF3FA"/>
                    </a:solidFill>
                  </a:tcPr>
                </a:tc>
                <a:tc>
                  <a:txBody>
                    <a:bodyPr/>
                    <a:lstStyle/>
                    <a:p>
                      <a:pPr rtl="1" algn="r"/>
                      <a:r>
                        <a:rPr sz="1700" b="0" i="0" lang="ar-EG" altLang="en-US">
                          <a:solidFill>
                            <a:srgbClr val="1C2333"/>
                          </a:solidFill>
                          <a:latin typeface="Traditional Arabic"/>
                        </a:rPr>
                        <a:t>أب</a:t>
                      </a:r>
                    </a:p>
                  </a:txBody>
                  <a:tcPr>
                    <a:solidFill>
                      <a:srgbClr val="EEF3FA"/>
                    </a:solidFill>
                  </a:tcPr>
                </a:tc>
                <a:tc>
                  <a:txBody>
                    <a:bodyPr/>
                    <a:lstStyle/>
                    <a:p>
                      <a:pPr rtl="0" algn="l"/>
                      <a:r>
                        <a:rPr sz="1500" b="1" i="0" lang="en-US">
                          <a:solidFill>
                            <a:srgbClr val="943F22"/>
                          </a:solidFill>
                          <a:latin typeface="Segoe UI"/>
                        </a:rPr>
                        <a:t>mouth</a:t>
                      </a:r>
                    </a:p>
                  </a:txBody>
                  <a:tcPr>
                    <a:solidFill>
                      <a:srgbClr val="EEF3FA"/>
                    </a:solidFill>
                  </a:tcPr>
                </a:tc>
                <a:tc>
                  <a:txBody>
                    <a:bodyPr/>
                    <a:lstStyle/>
                    <a:p>
                      <a:pPr rtl="1" algn="r"/>
                      <a:r>
                        <a:rPr sz="1700" b="0" i="0" lang="ar-EG" altLang="en-US">
                          <a:solidFill>
                            <a:srgbClr val="1C2333"/>
                          </a:solidFill>
                          <a:latin typeface="Traditional Arabic"/>
                        </a:rPr>
                        <a:t>فم</a:t>
                      </a:r>
                    </a:p>
                  </a:txBody>
                  <a:tcPr>
                    <a:solidFill>
                      <a:srgbClr val="EEF3FA"/>
                    </a:solidFill>
                  </a:tcPr>
                </a:tc>
                <a:tc>
                  <a:txBody>
                    <a:bodyPr/>
                    <a:lstStyle/>
                    <a:p>
                      <a:pPr rtl="0" algn="l"/>
                      <a:r>
                        <a:rPr sz="1500" b="1" i="0" lang="en-US">
                          <a:solidFill>
                            <a:srgbClr val="943F22"/>
                          </a:solidFill>
                          <a:latin typeface="Segoe UI"/>
                        </a:rPr>
                        <a:t>eraser</a:t>
                      </a:r>
                    </a:p>
                  </a:txBody>
                  <a:tcPr>
                    <a:solidFill>
                      <a:srgbClr val="EEF3FA"/>
                    </a:solidFill>
                  </a:tcPr>
                </a:tc>
                <a:tc>
                  <a:txBody>
                    <a:bodyPr/>
                    <a:lstStyle/>
                    <a:p>
                      <a:pPr rtl="1" algn="r"/>
                      <a:r>
                        <a:rPr sz="1700" b="0" i="0" lang="ar-EG" altLang="en-US">
                          <a:solidFill>
                            <a:srgbClr val="1C2333"/>
                          </a:solidFill>
                          <a:latin typeface="Traditional Arabic"/>
                        </a:rPr>
                        <a:t>ممحاة</a:t>
                      </a:r>
                    </a:p>
                  </a:txBody>
                  <a:tcPr>
                    <a:solidFill>
                      <a:srgbClr val="EEF3FA"/>
                    </a:solidFill>
                  </a:tcPr>
                </a:tc>
              </a:tr>
              <a:tr h="384048">
                <a:tc>
                  <a:txBody>
                    <a:bodyPr/>
                    <a:lstStyle/>
                    <a:p>
                      <a:pPr rtl="0" algn="l"/>
                      <a:r>
                        <a:rPr sz="1500" b="1" i="0" lang="en-US">
                          <a:solidFill>
                            <a:srgbClr val="943F22"/>
                          </a:solidFill>
                          <a:latin typeface="Segoe UI"/>
                        </a:rPr>
                        <a:t>pen</a:t>
                      </a:r>
                    </a:p>
                  </a:txBody>
                  <a:tcPr>
                    <a:solidFill>
                      <a:srgbClr val="FFFFFF"/>
                    </a:solidFill>
                  </a:tcPr>
                </a:tc>
                <a:tc>
                  <a:txBody>
                    <a:bodyPr/>
                    <a:lstStyle/>
                    <a:p>
                      <a:pPr rtl="1" algn="r"/>
                      <a:r>
                        <a:rPr sz="1700" b="0" i="0" lang="ar-EG" altLang="en-US">
                          <a:solidFill>
                            <a:srgbClr val="1C2333"/>
                          </a:solidFill>
                          <a:latin typeface="Traditional Arabic"/>
                        </a:rPr>
                        <a:t>قلم جاف</a:t>
                      </a:r>
                    </a:p>
                  </a:txBody>
                  <a:tcPr>
                    <a:solidFill>
                      <a:srgbClr val="FFFFFF"/>
                    </a:solidFill>
                  </a:tcPr>
                </a:tc>
                <a:tc>
                  <a:txBody>
                    <a:bodyPr/>
                    <a:lstStyle/>
                    <a:p>
                      <a:pPr rtl="0" algn="l"/>
                      <a:r>
                        <a:rPr sz="1500" b="1" i="0" lang="en-US">
                          <a:solidFill>
                            <a:srgbClr val="943F22"/>
                          </a:solidFill>
                          <a:latin typeface="Segoe UI"/>
                        </a:rPr>
                        <a:t>sister</a:t>
                      </a:r>
                    </a:p>
                  </a:txBody>
                  <a:tcPr>
                    <a:solidFill>
                      <a:srgbClr val="FFFFFF"/>
                    </a:solidFill>
                  </a:tcPr>
                </a:tc>
                <a:tc>
                  <a:txBody>
                    <a:bodyPr/>
                    <a:lstStyle/>
                    <a:p>
                      <a:pPr rtl="1" algn="r"/>
                      <a:r>
                        <a:rPr sz="1700" b="0" i="0" lang="ar-EG" altLang="en-US">
                          <a:solidFill>
                            <a:srgbClr val="1C2333"/>
                          </a:solidFill>
                          <a:latin typeface="Traditional Arabic"/>
                        </a:rPr>
                        <a:t>أخت</a:t>
                      </a:r>
                    </a:p>
                  </a:txBody>
                  <a:tcPr>
                    <a:solidFill>
                      <a:srgbClr val="FFFFFF"/>
                    </a:solidFill>
                  </a:tcPr>
                </a:tc>
                <a:tc>
                  <a:txBody>
                    <a:bodyPr/>
                    <a:lstStyle/>
                    <a:p>
                      <a:pPr rtl="0" algn="l"/>
                      <a:r>
                        <a:rPr sz="1500" b="1" i="0" lang="en-US">
                          <a:solidFill>
                            <a:srgbClr val="943F22"/>
                          </a:solidFill>
                          <a:latin typeface="Segoe UI"/>
                        </a:rPr>
                        <a:t>head</a:t>
                      </a:r>
                    </a:p>
                  </a:txBody>
                  <a:tcPr>
                    <a:solidFill>
                      <a:srgbClr val="FFFFFF"/>
                    </a:solidFill>
                  </a:tcPr>
                </a:tc>
                <a:tc>
                  <a:txBody>
                    <a:bodyPr/>
                    <a:lstStyle/>
                    <a:p>
                      <a:pPr rtl="1" algn="r"/>
                      <a:r>
                        <a:rPr sz="1700" b="0" i="0" lang="ar-EG" altLang="en-US">
                          <a:solidFill>
                            <a:srgbClr val="1C2333"/>
                          </a:solidFill>
                          <a:latin typeface="Traditional Arabic"/>
                        </a:rPr>
                        <a:t>رأس</a:t>
                      </a:r>
                    </a:p>
                  </a:txBody>
                  <a:tcPr>
                    <a:solidFill>
                      <a:srgbClr val="FFFFFF"/>
                    </a:solidFill>
                  </a:tcPr>
                </a:tc>
              </a:tr>
              <a:tr h="384048">
                <a:tc>
                  <a:txBody>
                    <a:bodyPr/>
                    <a:lstStyle/>
                    <a:p>
                      <a:pPr rtl="0" algn="l"/>
                      <a:r>
                        <a:rPr sz="1500" b="1" i="0" lang="en-US">
                          <a:solidFill>
                            <a:srgbClr val="943F22"/>
                          </a:solidFill>
                          <a:latin typeface="Segoe UI"/>
                        </a:rPr>
                        <a:t>face</a:t>
                      </a:r>
                    </a:p>
                  </a:txBody>
                  <a:tcPr>
                    <a:solidFill>
                      <a:srgbClr val="EEF3FA"/>
                    </a:solidFill>
                  </a:tcPr>
                </a:tc>
                <a:tc>
                  <a:txBody>
                    <a:bodyPr/>
                    <a:lstStyle/>
                    <a:p>
                      <a:pPr rtl="1" algn="r"/>
                      <a:r>
                        <a:rPr sz="1700" b="0" i="0" lang="ar-EG" altLang="en-US">
                          <a:solidFill>
                            <a:srgbClr val="1C2333"/>
                          </a:solidFill>
                          <a:latin typeface="Traditional Arabic"/>
                        </a:rPr>
                        <a:t>وجه</a:t>
                      </a:r>
                    </a:p>
                  </a:txBody>
                  <a:tcPr>
                    <a:solidFill>
                      <a:srgbClr val="EEF3FA"/>
                    </a:solidFill>
                  </a:tcPr>
                </a:tc>
                <a:tc>
                  <a:txBody>
                    <a:bodyPr/>
                    <a:lstStyle/>
                    <a:p>
                      <a:pPr rtl="0" algn="l"/>
                      <a:r>
                        <a:rPr sz="1500" b="1" i="0" lang="en-US">
                          <a:solidFill>
                            <a:srgbClr val="943F22"/>
                          </a:solidFill>
                          <a:latin typeface="Segoe UI"/>
                        </a:rPr>
                        <a:t>book</a:t>
                      </a:r>
                    </a:p>
                  </a:txBody>
                  <a:tcPr>
                    <a:solidFill>
                      <a:srgbClr val="EEF3FA"/>
                    </a:solidFill>
                  </a:tcPr>
                </a:tc>
                <a:tc>
                  <a:txBody>
                    <a:bodyPr/>
                    <a:lstStyle/>
                    <a:p>
                      <a:pPr rtl="1" algn="r"/>
                      <a:r>
                        <a:rPr sz="1700" b="0" i="0" lang="ar-EG" altLang="en-US">
                          <a:solidFill>
                            <a:srgbClr val="1C2333"/>
                          </a:solidFill>
                          <a:latin typeface="Traditional Arabic"/>
                        </a:rPr>
                        <a:t>كتاب</a:t>
                      </a:r>
                    </a:p>
                  </a:txBody>
                  <a:tcPr>
                    <a:solidFill>
                      <a:srgbClr val="EEF3FA"/>
                    </a:solidFill>
                  </a:tcPr>
                </a:tc>
                <a:tc>
                  <a:txBody>
                    <a:bodyPr/>
                    <a:lstStyle/>
                    <a:p>
                      <a:pPr rtl="0" algn="l"/>
                      <a:r>
                        <a:rPr sz="1500" b="1" i="0" lang="en-US">
                          <a:solidFill>
                            <a:srgbClr val="943F22"/>
                          </a:solidFill>
                          <a:latin typeface="Segoe UI"/>
                        </a:rPr>
                        <a:t>grandmother</a:t>
                      </a:r>
                    </a:p>
                  </a:txBody>
                  <a:tcPr>
                    <a:solidFill>
                      <a:srgbClr val="EEF3FA"/>
                    </a:solidFill>
                  </a:tcPr>
                </a:tc>
                <a:tc>
                  <a:txBody>
                    <a:bodyPr/>
                    <a:lstStyle/>
                    <a:p>
                      <a:pPr rtl="1" algn="r"/>
                      <a:r>
                        <a:rPr sz="1700" b="0" i="0" lang="ar-EG" altLang="en-US">
                          <a:solidFill>
                            <a:srgbClr val="1C2333"/>
                          </a:solidFill>
                          <a:latin typeface="Traditional Arabic"/>
                        </a:rPr>
                        <a:t>الجدة</a:t>
                      </a:r>
                    </a:p>
                  </a:txBody>
                  <a:tcPr>
                    <a:solidFill>
                      <a:srgbClr val="EEF3FA"/>
                    </a:solidFill>
                  </a:tcPr>
                </a:tc>
              </a:tr>
              <a:tr h="384048">
                <a:tc>
                  <a:txBody>
                    <a:bodyPr/>
                    <a:lstStyle/>
                    <a:p>
                      <a:pPr rtl="0" algn="l"/>
                      <a:r>
                        <a:rPr sz="1500" b="1" i="0" lang="en-US">
                          <a:solidFill>
                            <a:srgbClr val="943F22"/>
                          </a:solidFill>
                          <a:latin typeface="Segoe UI"/>
                        </a:rPr>
                        <a:t>mother</a:t>
                      </a:r>
                    </a:p>
                  </a:txBody>
                  <a:tcPr>
                    <a:solidFill>
                      <a:srgbClr val="FFFFFF"/>
                    </a:solidFill>
                  </a:tcPr>
                </a:tc>
                <a:tc>
                  <a:txBody>
                    <a:bodyPr/>
                    <a:lstStyle/>
                    <a:p>
                      <a:pPr rtl="1" algn="r"/>
                      <a:r>
                        <a:rPr sz="1700" b="0" i="0" lang="ar-EG" altLang="en-US">
                          <a:solidFill>
                            <a:srgbClr val="1C2333"/>
                          </a:solidFill>
                          <a:latin typeface="Traditional Arabic"/>
                        </a:rPr>
                        <a:t>أم</a:t>
                      </a:r>
                    </a:p>
                  </a:txBody>
                  <a:tcPr>
                    <a:solidFill>
                      <a:srgbClr val="FFFFFF"/>
                    </a:solidFill>
                  </a:tcPr>
                </a:tc>
                <a:tc>
                  <a:txBody>
                    <a:bodyPr/>
                    <a:lstStyle/>
                    <a:p>
                      <a:pPr rtl="0" algn="l"/>
                      <a:r>
                        <a:rPr sz="1500" b="1" i="0" lang="en-US">
                          <a:solidFill>
                            <a:srgbClr val="943F22"/>
                          </a:solidFill>
                          <a:latin typeface="Segoe UI"/>
                        </a:rPr>
                        <a:t>ear</a:t>
                      </a:r>
                    </a:p>
                  </a:txBody>
                  <a:tcPr>
                    <a:solidFill>
                      <a:srgbClr val="FFFFFF"/>
                    </a:solidFill>
                  </a:tcPr>
                </a:tc>
                <a:tc>
                  <a:txBody>
                    <a:bodyPr/>
                    <a:lstStyle/>
                    <a:p>
                      <a:pPr rtl="1" algn="r"/>
                      <a:r>
                        <a:rPr sz="1700" b="0" i="0" lang="ar-EG" altLang="en-US">
                          <a:solidFill>
                            <a:srgbClr val="1C2333"/>
                          </a:solidFill>
                          <a:latin typeface="Traditional Arabic"/>
                        </a:rPr>
                        <a:t>أذن</a:t>
                      </a:r>
                    </a:p>
                  </a:txBody>
                  <a:tcPr>
                    <a:solidFill>
                      <a:srgbClr val="FFFFFF"/>
                    </a:solidFill>
                  </a:tcPr>
                </a:tc>
                <a:tc>
                  <a:txBody>
                    <a:bodyPr/>
                    <a:lstStyle/>
                    <a:p>
                      <a:pPr rtl="0" algn="l"/>
                      <a:r>
                        <a:rPr sz="1500" b="1" i="0" lang="en-US">
                          <a:solidFill>
                            <a:srgbClr val="943F22"/>
                          </a:solidFill>
                          <a:latin typeface="Segoe UI"/>
                        </a:rPr>
                        <a:t>notebook</a:t>
                      </a:r>
                    </a:p>
                  </a:txBody>
                  <a:tcPr>
                    <a:solidFill>
                      <a:srgbClr val="FFFFFF"/>
                    </a:solidFill>
                  </a:tcPr>
                </a:tc>
                <a:tc>
                  <a:txBody>
                    <a:bodyPr/>
                    <a:lstStyle/>
                    <a:p>
                      <a:pPr rtl="1" algn="r"/>
                      <a:r>
                        <a:rPr sz="1700" b="0" i="0" lang="ar-EG" altLang="en-US">
                          <a:solidFill>
                            <a:srgbClr val="1C2333"/>
                          </a:solidFill>
                          <a:latin typeface="Traditional Arabic"/>
                        </a:rPr>
                        <a:t>كراسة</a:t>
                      </a:r>
                    </a:p>
                  </a:txBody>
                  <a:tcPr>
                    <a:solidFill>
                      <a:srgbClr val="FFFFFF"/>
                    </a:solidFill>
                  </a:tcPr>
                </a:tc>
              </a:tr>
              <a:tr h="384048">
                <a:tc>
                  <a:txBody>
                    <a:bodyPr/>
                    <a:lstStyle/>
                    <a:p>
                      <a:pPr rtl="0" algn="l"/>
                      <a:r>
                        <a:rPr sz="1500" b="1" i="0" lang="en-US">
                          <a:solidFill>
                            <a:srgbClr val="943F22"/>
                          </a:solidFill>
                          <a:latin typeface="Segoe UI"/>
                        </a:rPr>
                        <a:t>pencil</a:t>
                      </a:r>
                    </a:p>
                  </a:txBody>
                  <a:tcPr>
                    <a:solidFill>
                      <a:srgbClr val="EEF3FA"/>
                    </a:solidFill>
                  </a:tcPr>
                </a:tc>
                <a:tc>
                  <a:txBody>
                    <a:bodyPr/>
                    <a:lstStyle/>
                    <a:p>
                      <a:pPr rtl="1" algn="r"/>
                      <a:r>
                        <a:rPr sz="1700" b="0" i="0" lang="ar-EG" altLang="en-US">
                          <a:solidFill>
                            <a:srgbClr val="1C2333"/>
                          </a:solidFill>
                          <a:latin typeface="Traditional Arabic"/>
                        </a:rPr>
                        <a:t>قلم رصاص</a:t>
                      </a:r>
                    </a:p>
                  </a:txBody>
                  <a:tcPr>
                    <a:solidFill>
                      <a:srgbClr val="EEF3FA"/>
                    </a:solidFill>
                  </a:tcPr>
                </a:tc>
                <a:tc>
                  <a:txBody>
                    <a:bodyPr/>
                    <a:lstStyle/>
                    <a:p>
                      <a:pPr rtl="0" algn="l"/>
                      <a:r>
                        <a:rPr sz="1500" b="1" i="0" lang="en-US">
                          <a:solidFill>
                            <a:srgbClr val="943F22"/>
                          </a:solidFill>
                          <a:latin typeface="Segoe UI"/>
                        </a:rPr>
                        <a:t>cousin</a:t>
                      </a:r>
                    </a:p>
                  </a:txBody>
                  <a:tcPr>
                    <a:solidFill>
                      <a:srgbClr val="EEF3FA"/>
                    </a:solidFill>
                  </a:tcPr>
                </a:tc>
                <a:tc>
                  <a:txBody>
                    <a:bodyPr/>
                    <a:lstStyle/>
                    <a:p>
                      <a:pPr rtl="1" algn="r"/>
                      <a:r>
                        <a:rPr sz="1700" b="0" i="0" lang="ar-EG" altLang="en-US">
                          <a:solidFill>
                            <a:srgbClr val="1C2333"/>
                          </a:solidFill>
                          <a:latin typeface="Traditional Arabic"/>
                        </a:rPr>
                        <a:t>ابن العم / الخال</a:t>
                      </a:r>
                    </a:p>
                  </a:txBody>
                  <a:tcPr>
                    <a:solidFill>
                      <a:srgbClr val="EEF3FA"/>
                    </a:solidFill>
                  </a:tcPr>
                </a:tc>
                <a:tc>
                  <a:txBody>
                    <a:bodyPr/>
                    <a:lstStyle/>
                    <a:p>
                      <a:pPr rtl="0" algn="l"/>
                      <a:r>
                        <a:rPr sz="1500" b="1" i="0" lang="en-US">
                          <a:solidFill>
                            <a:srgbClr val="943F22"/>
                          </a:solidFill>
                          <a:latin typeface="Segoe UI"/>
                        </a:rPr>
                        <a:t>hand</a:t>
                      </a:r>
                    </a:p>
                  </a:txBody>
                  <a:tcPr>
                    <a:solidFill>
                      <a:srgbClr val="EEF3FA"/>
                    </a:solidFill>
                  </a:tcPr>
                </a:tc>
                <a:tc>
                  <a:txBody>
                    <a:bodyPr/>
                    <a:lstStyle/>
                    <a:p>
                      <a:pPr rtl="1" algn="r"/>
                      <a:r>
                        <a:rPr sz="1700" b="0" i="0" lang="ar-EG" altLang="en-US">
                          <a:solidFill>
                            <a:srgbClr val="1C2333"/>
                          </a:solidFill>
                          <a:latin typeface="Traditional Arabic"/>
                        </a:rPr>
                        <a:t>يد</a:t>
                      </a:r>
                    </a:p>
                  </a:txBody>
                  <a:tcPr>
                    <a:solidFill>
                      <a:srgbClr val="EEF3FA"/>
                    </a:solidFill>
                  </a:tcPr>
                </a:tc>
              </a:tr>
              <a:tr h="384048">
                <a:tc>
                  <a:txBody>
                    <a:bodyPr/>
                    <a:lstStyle/>
                    <a:p>
                      <a:pPr rtl="0" algn="l"/>
                      <a:r>
                        <a:rPr sz="1500" b="1" i="0" lang="en-US">
                          <a:solidFill>
                            <a:srgbClr val="943F22"/>
                          </a:solidFill>
                          <a:latin typeface="Segoe UI"/>
                        </a:rPr>
                        <a:t>nose</a:t>
                      </a:r>
                    </a:p>
                  </a:txBody>
                  <a:tcPr>
                    <a:solidFill>
                      <a:srgbClr val="FFFFFF"/>
                    </a:solidFill>
                  </a:tcPr>
                </a:tc>
                <a:tc>
                  <a:txBody>
                    <a:bodyPr/>
                    <a:lstStyle/>
                    <a:p>
                      <a:pPr rtl="1" algn="r"/>
                      <a:r>
                        <a:rPr sz="1700" b="0" i="0" lang="ar-EG" altLang="en-US">
                          <a:solidFill>
                            <a:srgbClr val="1C2333"/>
                          </a:solidFill>
                          <a:latin typeface="Traditional Arabic"/>
                        </a:rPr>
                        <a:t>أنف</a:t>
                      </a:r>
                    </a:p>
                  </a:txBody>
                  <a:tcPr>
                    <a:solidFill>
                      <a:srgbClr val="FFFFFF"/>
                    </a:solidFill>
                  </a:tcPr>
                </a:tc>
                <a:tc>
                  <a:txBody>
                    <a:bodyPr/>
                    <a:lstStyle/>
                    <a:p>
                      <a:pPr rtl="0" algn="l"/>
                      <a:r>
                        <a:rPr sz="1500" b="1" i="0" lang="en-US">
                          <a:solidFill>
                            <a:srgbClr val="943F22"/>
                          </a:solidFill>
                          <a:latin typeface="Segoe UI"/>
                        </a:rPr>
                        <a:t>sharpener</a:t>
                      </a:r>
                    </a:p>
                  </a:txBody>
                  <a:tcPr>
                    <a:solidFill>
                      <a:srgbClr val="FFFFFF"/>
                    </a:solidFill>
                  </a:tcPr>
                </a:tc>
                <a:tc>
                  <a:txBody>
                    <a:bodyPr/>
                    <a:lstStyle/>
                    <a:p>
                      <a:pPr rtl="1" algn="r"/>
                      <a:r>
                        <a:rPr sz="1700" b="0" i="0" lang="ar-EG" altLang="en-US">
                          <a:solidFill>
                            <a:srgbClr val="1C2333"/>
                          </a:solidFill>
                          <a:latin typeface="Traditional Arabic"/>
                        </a:rPr>
                        <a:t>براية</a:t>
                      </a:r>
                    </a:p>
                  </a:txBody>
                  <a:tcPr>
                    <a:solidFill>
                      <a:srgbClr val="FFFFFF"/>
                    </a:solidFill>
                  </a:tcPr>
                </a:tc>
                <a:tc>
                  <a:txBody>
                    <a:bodyPr/>
                    <a:lstStyle/>
                    <a:p>
                      <a:pPr rtl="0" algn="l"/>
                      <a:r>
                        <a:rPr sz="1500" b="1" i="0" lang="en-US">
                          <a:solidFill>
                            <a:srgbClr val="943F22"/>
                          </a:solidFill>
                          <a:latin typeface="Segoe UI"/>
                        </a:rPr>
                        <a:t>child</a:t>
                      </a:r>
                    </a:p>
                  </a:txBody>
                  <a:tcPr>
                    <a:solidFill>
                      <a:srgbClr val="FFFFFF"/>
                    </a:solidFill>
                  </a:tcPr>
                </a:tc>
                <a:tc>
                  <a:txBody>
                    <a:bodyPr/>
                    <a:lstStyle/>
                    <a:p>
                      <a:pPr rtl="1" algn="r"/>
                      <a:r>
                        <a:rPr sz="1700" b="0" i="0" lang="ar-EG" altLang="en-US">
                          <a:solidFill>
                            <a:srgbClr val="1C2333"/>
                          </a:solidFill>
                          <a:latin typeface="Traditional Arabic"/>
                        </a:rPr>
                        <a:t>طفل</a:t>
                      </a:r>
                    </a:p>
                  </a:txBody>
                  <a:tcPr>
                    <a:solidFill>
                      <a:srgbClr val="FFFFFF"/>
                    </a:solidFill>
                  </a:tcPr>
                </a:tc>
              </a:tr>
              <a:tr h="384048">
                <a:tc>
                  <a:txBody>
                    <a:bodyPr/>
                    <a:lstStyle/>
                    <a:p>
                      <a:pPr rtl="0" algn="l"/>
                      <a:r>
                        <a:rPr sz="1500" b="1" i="0" lang="en-US">
                          <a:solidFill>
                            <a:srgbClr val="943F22"/>
                          </a:solidFill>
                          <a:latin typeface="Segoe UI"/>
                        </a:rPr>
                        <a:t>brother</a:t>
                      </a:r>
                    </a:p>
                  </a:txBody>
                  <a:tcPr>
                    <a:solidFill>
                      <a:srgbClr val="EEF3FA"/>
                    </a:solidFill>
                  </a:tcPr>
                </a:tc>
                <a:tc>
                  <a:txBody>
                    <a:bodyPr/>
                    <a:lstStyle/>
                    <a:p>
                      <a:pPr rtl="1" algn="r"/>
                      <a:r>
                        <a:rPr sz="1700" b="0" i="0" lang="ar-EG" altLang="en-US">
                          <a:solidFill>
                            <a:srgbClr val="1C2333"/>
                          </a:solidFill>
                          <a:latin typeface="Traditional Arabic"/>
                        </a:rPr>
                        <a:t>أخ</a:t>
                      </a:r>
                    </a:p>
                  </a:txBody>
                  <a:tcPr>
                    <a:solidFill>
                      <a:srgbClr val="EEF3FA"/>
                    </a:solidFill>
                  </a:tcPr>
                </a:tc>
                <a:tc>
                  <a:txBody>
                    <a:bodyPr/>
                    <a:lstStyle/>
                    <a:p>
                      <a:pPr rtl="0" algn="l"/>
                      <a:r>
                        <a:rPr sz="1500" b="1" i="0" lang="en-US">
                          <a:solidFill>
                            <a:srgbClr val="943F22"/>
                          </a:solidFill>
                          <a:latin typeface="Segoe UI"/>
                        </a:rPr>
                        <a:t>hair</a:t>
                      </a:r>
                    </a:p>
                  </a:txBody>
                  <a:tcPr>
                    <a:solidFill>
                      <a:srgbClr val="EEF3FA"/>
                    </a:solidFill>
                  </a:tcPr>
                </a:tc>
                <a:tc>
                  <a:txBody>
                    <a:bodyPr/>
                    <a:lstStyle/>
                    <a:p>
                      <a:pPr rtl="1" algn="r"/>
                      <a:r>
                        <a:rPr sz="1700" b="0" i="0" lang="ar-EG" altLang="en-US">
                          <a:solidFill>
                            <a:srgbClr val="1C2333"/>
                          </a:solidFill>
                          <a:latin typeface="Traditional Arabic"/>
                        </a:rPr>
                        <a:t>شعر</a:t>
                      </a:r>
                    </a:p>
                  </a:txBody>
                  <a:tcPr>
                    <a:solidFill>
                      <a:srgbClr val="EEF3FA"/>
                    </a:solidFill>
                  </a:tcPr>
                </a:tc>
                <a:tc>
                  <a:txBody>
                    <a:bodyPr/>
                    <a:lstStyle/>
                    <a:p>
                      <a:pPr rtl="0" algn="l"/>
                      <a:r>
                        <a:rPr sz="1500" b="1" i="0" lang="en-US">
                          <a:solidFill>
                            <a:srgbClr val="943F22"/>
                          </a:solidFill>
                          <a:latin typeface="Segoe UI"/>
                        </a:rPr>
                        <a:t>bag</a:t>
                      </a:r>
                    </a:p>
                  </a:txBody>
                  <a:tcPr>
                    <a:solidFill>
                      <a:srgbClr val="EEF3FA"/>
                    </a:solidFill>
                  </a:tcPr>
                </a:tc>
                <a:tc>
                  <a:txBody>
                    <a:bodyPr/>
                    <a:lstStyle/>
                    <a:p>
                      <a:pPr rtl="1" algn="r"/>
                      <a:r>
                        <a:rPr sz="1700" b="0" i="0" lang="ar-EG" altLang="en-US">
                          <a:solidFill>
                            <a:srgbClr val="1C2333"/>
                          </a:solidFill>
                          <a:latin typeface="Traditional Arabic"/>
                        </a:rPr>
                        <a:t>حقيبة</a:t>
                      </a:r>
                    </a:p>
                  </a:txBody>
                  <a:tcPr>
                    <a:solidFill>
                      <a:srgbClr val="EEF3FA"/>
                    </a:solidFill>
                  </a:tcPr>
                </a:tc>
              </a:tr>
            </a:tbl>
          </a:graphicData>
        </a:graphic>
      </p:graphicFrame>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finger</a:t>
                      </a:r>
                    </a:p>
                  </a:txBody>
                  <a:tcPr>
                    <a:solidFill>
                      <a:srgbClr val="FFFFFF"/>
                    </a:solidFill>
                  </a:tcPr>
                </a:tc>
                <a:tc>
                  <a:txBody>
                    <a:bodyPr/>
                    <a:lstStyle/>
                    <a:p>
                      <a:pPr rtl="1" algn="r"/>
                      <a:r>
                        <a:rPr sz="1700" b="0" i="0" lang="ar-EG" altLang="en-US">
                          <a:solidFill>
                            <a:srgbClr val="1C2333"/>
                          </a:solidFill>
                          <a:latin typeface="Traditional Arabic"/>
                        </a:rPr>
                        <a:t>إصبع اليد</a:t>
                      </a:r>
                    </a:p>
                  </a:txBody>
                  <a:tcPr>
                    <a:solidFill>
                      <a:srgbClr val="FFFFFF"/>
                    </a:solidFill>
                  </a:tcPr>
                </a:tc>
                <a:tc>
                  <a:txBody>
                    <a:bodyPr/>
                    <a:lstStyle/>
                    <a:p>
                      <a:pPr rtl="0" algn="l"/>
                      <a:r>
                        <a:rPr sz="1500" b="1" i="0" lang="en-US">
                          <a:solidFill>
                            <a:srgbClr val="943F22"/>
                          </a:solidFill>
                          <a:latin typeface="Segoe UI"/>
                        </a:rPr>
                        <a:t>heart</a:t>
                      </a:r>
                    </a:p>
                  </a:txBody>
                  <a:tcPr>
                    <a:solidFill>
                      <a:srgbClr val="FFFFFF"/>
                    </a:solidFill>
                  </a:tcPr>
                </a:tc>
                <a:tc>
                  <a:txBody>
                    <a:bodyPr/>
                    <a:lstStyle/>
                    <a:p>
                      <a:pPr rtl="1" algn="r"/>
                      <a:r>
                        <a:rPr sz="1700" b="0" i="0" lang="ar-EG" altLang="en-US">
                          <a:solidFill>
                            <a:srgbClr val="1C2333"/>
                          </a:solidFill>
                          <a:latin typeface="Traditional Arabic"/>
                        </a:rPr>
                        <a:t>قلب</a:t>
                      </a:r>
                    </a:p>
                  </a:txBody>
                  <a:tcPr>
                    <a:solidFill>
                      <a:srgbClr val="FFFFFF"/>
                    </a:solidFill>
                  </a:tcPr>
                </a:tc>
                <a:tc>
                  <a:txBody>
                    <a:bodyPr/>
                    <a:lstStyle/>
                    <a:p>
                      <a:pPr rtl="0" algn="l"/>
                      <a:r>
                        <a:rPr sz="1500" b="1" i="0" lang="en-US">
                          <a:solidFill>
                            <a:srgbClr val="943F22"/>
                          </a:solidFill>
                          <a:latin typeface="Segoe UI"/>
                        </a:rPr>
                        <a:t>sky</a:t>
                      </a:r>
                    </a:p>
                  </a:txBody>
                  <a:tcPr>
                    <a:solidFill>
                      <a:srgbClr val="FFFFFF"/>
                    </a:solidFill>
                  </a:tcPr>
                </a:tc>
                <a:tc>
                  <a:txBody>
                    <a:bodyPr/>
                    <a:lstStyle/>
                    <a:p>
                      <a:pPr rtl="1" algn="r"/>
                      <a:r>
                        <a:rPr sz="1700" b="0" i="0" lang="ar-EG" altLang="en-US">
                          <a:solidFill>
                            <a:srgbClr val="1C2333"/>
                          </a:solidFill>
                          <a:latin typeface="Traditional Arabic"/>
                        </a:rPr>
                        <a:t>سماء</a:t>
                      </a:r>
                    </a:p>
                  </a:txBody>
                  <a:tcPr>
                    <a:solidFill>
                      <a:srgbClr val="FFFFFF"/>
                    </a:solidFill>
                  </a:tcPr>
                </a:tc>
              </a:tr>
              <a:tr h="384048">
                <a:tc>
                  <a:txBody>
                    <a:bodyPr/>
                    <a:lstStyle/>
                    <a:p>
                      <a:pPr rtl="0" algn="l"/>
                      <a:r>
                        <a:rPr sz="1500" b="1" i="0" lang="en-US">
                          <a:solidFill>
                            <a:srgbClr val="943F22"/>
                          </a:solidFill>
                          <a:latin typeface="Segoe UI"/>
                        </a:rPr>
                        <a:t>children</a:t>
                      </a:r>
                    </a:p>
                  </a:txBody>
                  <a:tcPr>
                    <a:solidFill>
                      <a:srgbClr val="EEF3FA"/>
                    </a:solidFill>
                  </a:tcPr>
                </a:tc>
                <a:tc>
                  <a:txBody>
                    <a:bodyPr/>
                    <a:lstStyle/>
                    <a:p>
                      <a:pPr rtl="1" algn="r"/>
                      <a:r>
                        <a:rPr sz="1700" b="0" i="0" lang="ar-EG" altLang="en-US">
                          <a:solidFill>
                            <a:srgbClr val="1C2333"/>
                          </a:solidFill>
                          <a:latin typeface="Traditional Arabic"/>
                        </a:rPr>
                        <a:t>أطفال</a:t>
                      </a:r>
                    </a:p>
                  </a:txBody>
                  <a:tcPr>
                    <a:solidFill>
                      <a:srgbClr val="EEF3FA"/>
                    </a:solidFill>
                  </a:tcPr>
                </a:tc>
                <a:tc>
                  <a:txBody>
                    <a:bodyPr/>
                    <a:lstStyle/>
                    <a:p>
                      <a:pPr rtl="0" algn="l"/>
                      <a:r>
                        <a:rPr sz="1500" b="1" i="0" lang="en-US">
                          <a:solidFill>
                            <a:srgbClr val="943F22"/>
                          </a:solidFill>
                          <a:latin typeface="Segoe UI"/>
                        </a:rPr>
                        <a:t>cloud</a:t>
                      </a:r>
                    </a:p>
                  </a:txBody>
                  <a:tcPr>
                    <a:solidFill>
                      <a:srgbClr val="EEF3FA"/>
                    </a:solidFill>
                  </a:tcPr>
                </a:tc>
                <a:tc>
                  <a:txBody>
                    <a:bodyPr/>
                    <a:lstStyle/>
                    <a:p>
                      <a:pPr rtl="1" algn="r"/>
                      <a:r>
                        <a:rPr sz="1700" b="0" i="0" lang="ar-EG" altLang="en-US">
                          <a:solidFill>
                            <a:srgbClr val="1C2333"/>
                          </a:solidFill>
                          <a:latin typeface="Traditional Arabic"/>
                        </a:rPr>
                        <a:t>سحابة</a:t>
                      </a:r>
                    </a:p>
                  </a:txBody>
                  <a:tcPr>
                    <a:solidFill>
                      <a:srgbClr val="EEF3FA"/>
                    </a:solidFill>
                  </a:tcPr>
                </a:tc>
                <a:tc>
                  <a:txBody>
                    <a:bodyPr/>
                    <a:lstStyle/>
                    <a:p>
                      <a:pPr rtl="0" algn="l"/>
                      <a:r>
                        <a:rPr sz="1500" b="1" i="0" lang="en-US">
                          <a:solidFill>
                            <a:srgbClr val="943F22"/>
                          </a:solidFill>
                          <a:latin typeface="Segoe UI"/>
                        </a:rPr>
                        <a:t>foot / feet</a:t>
                      </a:r>
                    </a:p>
                  </a:txBody>
                  <a:tcPr>
                    <a:solidFill>
                      <a:srgbClr val="EEF3FA"/>
                    </a:solidFill>
                  </a:tcPr>
                </a:tc>
                <a:tc>
                  <a:txBody>
                    <a:bodyPr/>
                    <a:lstStyle/>
                    <a:p>
                      <a:pPr rtl="1" algn="r"/>
                      <a:r>
                        <a:rPr sz="1700" b="0" i="0" lang="ar-EG" altLang="en-US">
                          <a:solidFill>
                            <a:srgbClr val="1C2333"/>
                          </a:solidFill>
                          <a:latin typeface="Traditional Arabic"/>
                        </a:rPr>
                        <a:t>قدم / أقدام</a:t>
                      </a:r>
                    </a:p>
                  </a:txBody>
                  <a:tcPr>
                    <a:solidFill>
                      <a:srgbClr val="EEF3FA"/>
                    </a:solidFill>
                  </a:tcPr>
                </a:tc>
              </a:tr>
              <a:tr h="384048">
                <a:tc>
                  <a:txBody>
                    <a:bodyPr/>
                    <a:lstStyle/>
                    <a:p>
                      <a:pPr rtl="0" algn="l"/>
                      <a:r>
                        <a:rPr sz="1500" b="1" i="0" lang="en-US">
                          <a:solidFill>
                            <a:srgbClr val="943F22"/>
                          </a:solidFill>
                          <a:latin typeface="Segoe UI"/>
                        </a:rPr>
                        <a:t>moon</a:t>
                      </a:r>
                    </a:p>
                  </a:txBody>
                  <a:tcPr>
                    <a:solidFill>
                      <a:srgbClr val="FFFFFF"/>
                    </a:solidFill>
                  </a:tcPr>
                </a:tc>
                <a:tc>
                  <a:txBody>
                    <a:bodyPr/>
                    <a:lstStyle/>
                    <a:p>
                      <a:pPr rtl="1" algn="r"/>
                      <a:r>
                        <a:rPr sz="1700" b="0" i="0" lang="ar-EG" altLang="en-US">
                          <a:solidFill>
                            <a:srgbClr val="1C2333"/>
                          </a:solidFill>
                          <a:latin typeface="Traditional Arabic"/>
                        </a:rPr>
                        <a:t>قمر</a:t>
                      </a:r>
                    </a:p>
                  </a:txBody>
                  <a:tcPr>
                    <a:solidFill>
                      <a:srgbClr val="FFFFFF"/>
                    </a:solidFill>
                  </a:tcPr>
                </a:tc>
                <a:tc>
                  <a:txBody>
                    <a:bodyPr/>
                    <a:lstStyle/>
                    <a:p>
                      <a:pPr rtl="0" algn="l"/>
                      <a:r>
                        <a:rPr sz="1500" b="1" i="0" lang="en-US">
                          <a:solidFill>
                            <a:srgbClr val="943F22"/>
                          </a:solidFill>
                          <a:latin typeface="Segoe UI"/>
                        </a:rPr>
                        <a:t>leg</a:t>
                      </a:r>
                    </a:p>
                  </a:txBody>
                  <a:tcPr>
                    <a:solidFill>
                      <a:srgbClr val="FFFFFF"/>
                    </a:solidFill>
                  </a:tcPr>
                </a:tc>
                <a:tc>
                  <a:txBody>
                    <a:bodyPr/>
                    <a:lstStyle/>
                    <a:p>
                      <a:pPr rtl="1" algn="r"/>
                      <a:r>
                        <a:rPr sz="1700" b="0" i="0" lang="ar-EG" altLang="en-US">
                          <a:solidFill>
                            <a:srgbClr val="1C2333"/>
                          </a:solidFill>
                          <a:latin typeface="Traditional Arabic"/>
                        </a:rPr>
                        <a:t>رجل</a:t>
                      </a:r>
                    </a:p>
                  </a:txBody>
                  <a:tcPr>
                    <a:solidFill>
                      <a:srgbClr val="FFFFFF"/>
                    </a:solidFill>
                  </a:tcPr>
                </a:tc>
                <a:tc>
                  <a:txBody>
                    <a:bodyPr/>
                    <a:lstStyle/>
                    <a:p>
                      <a:pPr rtl="0" algn="l"/>
                      <a:r>
                        <a:rPr sz="1500" b="1" i="0" lang="en-US">
                          <a:solidFill>
                            <a:srgbClr val="943F22"/>
                          </a:solidFill>
                          <a:latin typeface="Segoe UI"/>
                        </a:rPr>
                        <a:t>aunt</a:t>
                      </a:r>
                    </a:p>
                  </a:txBody>
                  <a:tcPr>
                    <a:solidFill>
                      <a:srgbClr val="FFFFFF"/>
                    </a:solidFill>
                  </a:tcPr>
                </a:tc>
                <a:tc>
                  <a:txBody>
                    <a:bodyPr/>
                    <a:lstStyle/>
                    <a:p>
                      <a:pPr rtl="1" algn="r"/>
                      <a:r>
                        <a:rPr sz="1700" b="0" i="0" lang="ar-EG" altLang="en-US">
                          <a:solidFill>
                            <a:srgbClr val="1C2333"/>
                          </a:solidFill>
                          <a:latin typeface="Traditional Arabic"/>
                        </a:rPr>
                        <a:t>عمة / خالة</a:t>
                      </a:r>
                    </a:p>
                  </a:txBody>
                  <a:tcPr>
                    <a:solidFill>
                      <a:srgbClr val="FFFFFF"/>
                    </a:solidFill>
                  </a:tcPr>
                </a:tc>
              </a:tr>
              <a:tr h="384048">
                <a:tc>
                  <a:txBody>
                    <a:bodyPr/>
                    <a:lstStyle/>
                    <a:p>
                      <a:pPr rtl="0" algn="l"/>
                      <a:r>
                        <a:rPr sz="1500" b="1" i="0" lang="en-US">
                          <a:solidFill>
                            <a:srgbClr val="943F22"/>
                          </a:solidFill>
                          <a:latin typeface="Segoe UI"/>
                        </a:rPr>
                        <a:t>shoulder</a:t>
                      </a:r>
                    </a:p>
                  </a:txBody>
                  <a:tcPr>
                    <a:solidFill>
                      <a:srgbClr val="EEF3FA"/>
                    </a:solidFill>
                  </a:tcPr>
                </a:tc>
                <a:tc>
                  <a:txBody>
                    <a:bodyPr/>
                    <a:lstStyle/>
                    <a:p>
                      <a:pPr rtl="1" algn="r"/>
                      <a:r>
                        <a:rPr sz="1700" b="0" i="0" lang="ar-EG" altLang="en-US">
                          <a:solidFill>
                            <a:srgbClr val="1C2333"/>
                          </a:solidFill>
                          <a:latin typeface="Traditional Arabic"/>
                        </a:rPr>
                        <a:t>الكتف</a:t>
                      </a:r>
                    </a:p>
                  </a:txBody>
                  <a:tcPr>
                    <a:solidFill>
                      <a:srgbClr val="EEF3FA"/>
                    </a:solidFill>
                  </a:tcPr>
                </a:tc>
                <a:tc>
                  <a:txBody>
                    <a:bodyPr/>
                    <a:lstStyle/>
                    <a:p>
                      <a:pPr rtl="0" algn="l"/>
                      <a:r>
                        <a:rPr sz="1500" b="1" i="0" lang="en-US">
                          <a:solidFill>
                            <a:srgbClr val="943F22"/>
                          </a:solidFill>
                          <a:latin typeface="Segoe UI"/>
                        </a:rPr>
                        <a:t>uncle</a:t>
                      </a:r>
                    </a:p>
                  </a:txBody>
                  <a:tcPr>
                    <a:solidFill>
                      <a:srgbClr val="EEF3FA"/>
                    </a:solidFill>
                  </a:tcPr>
                </a:tc>
                <a:tc>
                  <a:txBody>
                    <a:bodyPr/>
                    <a:lstStyle/>
                    <a:p>
                      <a:pPr rtl="1" algn="r"/>
                      <a:r>
                        <a:rPr sz="1700" b="0" i="0" lang="ar-EG" altLang="en-US">
                          <a:solidFill>
                            <a:srgbClr val="1C2333"/>
                          </a:solidFill>
                          <a:latin typeface="Traditional Arabic"/>
                        </a:rPr>
                        <a:t>عم / خال</a:t>
                      </a:r>
                    </a:p>
                  </a:txBody>
                  <a:tcPr>
                    <a:solidFill>
                      <a:srgbClr val="EEF3FA"/>
                    </a:solidFill>
                  </a:tcPr>
                </a:tc>
                <a:tc>
                  <a:txBody>
                    <a:bodyPr/>
                    <a:lstStyle/>
                    <a:p>
                      <a:pPr rtl="0" algn="l"/>
                      <a:r>
                        <a:rPr sz="1500" b="1" i="0" lang="en-US">
                          <a:solidFill>
                            <a:srgbClr val="943F22"/>
                          </a:solidFill>
                          <a:latin typeface="Segoe UI"/>
                        </a:rPr>
                        <a:t>rainbow</a:t>
                      </a:r>
                    </a:p>
                  </a:txBody>
                  <a:tcPr>
                    <a:solidFill>
                      <a:srgbClr val="EEF3FA"/>
                    </a:solidFill>
                  </a:tcPr>
                </a:tc>
                <a:tc>
                  <a:txBody>
                    <a:bodyPr/>
                    <a:lstStyle/>
                    <a:p>
                      <a:pPr rtl="1" algn="r"/>
                      <a:r>
                        <a:rPr sz="1700" b="0" i="0" lang="ar-EG" altLang="en-US">
                          <a:solidFill>
                            <a:srgbClr val="1C2333"/>
                          </a:solidFill>
                          <a:latin typeface="Traditional Arabic"/>
                        </a:rPr>
                        <a:t>قوس قزح</a:t>
                      </a:r>
                    </a:p>
                  </a:txBody>
                  <a:tcPr>
                    <a:solidFill>
                      <a:srgbClr val="EEF3FA"/>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3F22"/>
                          </a:solidFill>
                          <a:latin typeface="Segoe UI"/>
                        </a:rPr>
                        <a:t>bus</a:t>
                      </a:r>
                    </a:p>
                  </a:txBody>
                  <a:tcPr>
                    <a:solidFill>
                      <a:srgbClr val="FFFFFF"/>
                    </a:solidFill>
                  </a:tcPr>
                </a:tc>
                <a:tc>
                  <a:txBody>
                    <a:bodyPr/>
                    <a:lstStyle/>
                    <a:p>
                      <a:pPr rtl="1" algn="r"/>
                      <a:r>
                        <a:rPr sz="1700" b="0" i="0" lang="ar-EG" altLang="en-US">
                          <a:solidFill>
                            <a:srgbClr val="1C2333"/>
                          </a:solidFill>
                          <a:latin typeface="Traditional Arabic"/>
                        </a:rPr>
                        <a:t>أتوبيس</a:t>
                      </a:r>
                    </a:p>
                  </a:txBody>
                  <a:tcPr>
                    <a:solidFill>
                      <a:srgbClr val="FFFFFF"/>
                    </a:solidFill>
                  </a:tcPr>
                </a:tc>
                <a:tc>
                  <a:txBody>
                    <a:bodyPr/>
                    <a:lstStyle/>
                    <a:p>
                      <a:pPr rtl="0" algn="l"/>
                      <a:r>
                        <a:rPr sz="1500" b="1" i="0" lang="en-US">
                          <a:solidFill>
                            <a:srgbClr val="943F22"/>
                          </a:solidFill>
                          <a:latin typeface="Segoe UI"/>
                        </a:rPr>
                        <a:t>metro</a:t>
                      </a:r>
                    </a:p>
                  </a:txBody>
                  <a:tcPr>
                    <a:solidFill>
                      <a:srgbClr val="FFFFFF"/>
                    </a:solidFill>
                  </a:tcPr>
                </a:tc>
                <a:tc>
                  <a:txBody>
                    <a:bodyPr/>
                    <a:lstStyle/>
                    <a:p>
                      <a:pPr rtl="1" algn="r"/>
                      <a:r>
                        <a:rPr sz="1700" b="0" i="0" lang="ar-EG" altLang="en-US">
                          <a:solidFill>
                            <a:srgbClr val="1C2333"/>
                          </a:solidFill>
                          <a:latin typeface="Traditional Arabic"/>
                        </a:rPr>
                        <a:t>مترو</a:t>
                      </a:r>
                    </a:p>
                  </a:txBody>
                  <a:tcPr>
                    <a:solidFill>
                      <a:srgbClr val="FFFFFF"/>
                    </a:solidFill>
                  </a:tcPr>
                </a:tc>
                <a:tc>
                  <a:txBody>
                    <a:bodyPr/>
                    <a:lstStyle/>
                    <a:p>
                      <a:pPr rtl="0" algn="l"/>
                      <a:r>
                        <a:rPr sz="1500" b="1" i="0" lang="en-US">
                          <a:solidFill>
                            <a:srgbClr val="943F22"/>
                          </a:solidFill>
                          <a:latin typeface="Segoe UI"/>
                        </a:rPr>
                        <a:t>truck</a:t>
                      </a:r>
                    </a:p>
                  </a:txBody>
                  <a:tcPr>
                    <a:solidFill>
                      <a:srgbClr val="FFFFFF"/>
                    </a:solidFill>
                  </a:tcPr>
                </a:tc>
                <a:tc>
                  <a:txBody>
                    <a:bodyPr/>
                    <a:lstStyle/>
                    <a:p>
                      <a:pPr rtl="1" algn="r"/>
                      <a:r>
                        <a:rPr sz="1700" b="0" i="0" lang="ar-EG" altLang="en-US">
                          <a:solidFill>
                            <a:srgbClr val="1C2333"/>
                          </a:solidFill>
                          <a:latin typeface="Traditional Arabic"/>
                        </a:rPr>
                        <a:t>شاحنة</a:t>
                      </a:r>
                    </a:p>
                  </a:txBody>
                  <a:tcPr>
                    <a:solidFill>
                      <a:srgbClr val="FFFFFF"/>
                    </a:solidFill>
                  </a:tcPr>
                </a:tc>
              </a:tr>
              <a:tr h="384048">
                <a:tc>
                  <a:txBody>
                    <a:bodyPr/>
                    <a:lstStyle/>
                    <a:p>
                      <a:pPr rtl="0" algn="l"/>
                      <a:r>
                        <a:rPr sz="1500" b="1" i="0" lang="en-US">
                          <a:solidFill>
                            <a:srgbClr val="943F22"/>
                          </a:solidFill>
                          <a:latin typeface="Segoe UI"/>
                        </a:rPr>
                        <a:t>train</a:t>
                      </a:r>
                    </a:p>
                  </a:txBody>
                  <a:tcPr>
                    <a:solidFill>
                      <a:srgbClr val="EEF3FA"/>
                    </a:solidFill>
                  </a:tcPr>
                </a:tc>
                <a:tc>
                  <a:txBody>
                    <a:bodyPr/>
                    <a:lstStyle/>
                    <a:p>
                      <a:pPr rtl="1" algn="r"/>
                      <a:r>
                        <a:rPr sz="1700" b="0" i="0" lang="ar-EG" altLang="en-US">
                          <a:solidFill>
                            <a:srgbClr val="1C2333"/>
                          </a:solidFill>
                          <a:latin typeface="Traditional Arabic"/>
                        </a:rPr>
                        <a:t>قطار</a:t>
                      </a:r>
                    </a:p>
                  </a:txBody>
                  <a:tcPr>
                    <a:solidFill>
                      <a:srgbClr val="EEF3FA"/>
                    </a:solidFill>
                  </a:tcPr>
                </a:tc>
                <a:tc>
                  <a:txBody>
                    <a:bodyPr/>
                    <a:lstStyle/>
                    <a:p>
                      <a:pPr rtl="0" algn="l"/>
                      <a:r>
                        <a:rPr sz="1500" b="1" i="0" lang="en-US">
                          <a:solidFill>
                            <a:srgbClr val="943F22"/>
                          </a:solidFill>
                          <a:latin typeface="Segoe UI"/>
                        </a:rPr>
                        <a:t>plane</a:t>
                      </a:r>
                    </a:p>
                  </a:txBody>
                  <a:tcPr>
                    <a:solidFill>
                      <a:srgbClr val="EEF3FA"/>
                    </a:solidFill>
                  </a:tcPr>
                </a:tc>
                <a:tc>
                  <a:txBody>
                    <a:bodyPr/>
                    <a:lstStyle/>
                    <a:p>
                      <a:pPr rtl="1" algn="r"/>
                      <a:r>
                        <a:rPr sz="1700" b="0" i="0" lang="ar-EG" altLang="en-US">
                          <a:solidFill>
                            <a:srgbClr val="1C2333"/>
                          </a:solidFill>
                          <a:latin typeface="Traditional Arabic"/>
                        </a:rPr>
                        <a:t>طائرة</a:t>
                      </a:r>
                    </a:p>
                  </a:txBody>
                  <a:tcPr>
                    <a:solidFill>
                      <a:srgbClr val="EEF3FA"/>
                    </a:solidFill>
                  </a:tcPr>
                </a:tc>
                <a:tc>
                  <a:txBody>
                    <a:bodyPr/>
                    <a:lstStyle/>
                    <a:p>
                      <a:pPr rtl="0" algn="l"/>
                      <a:r>
                        <a:rPr sz="1500" b="1" i="0" lang="en-US">
                          <a:solidFill>
                            <a:srgbClr val="943F22"/>
                          </a:solidFill>
                          <a:latin typeface="Segoe UI"/>
                        </a:rPr>
                        <a:t>street</a:t>
                      </a:r>
                    </a:p>
                  </a:txBody>
                  <a:tcPr>
                    <a:solidFill>
                      <a:srgbClr val="EEF3FA"/>
                    </a:solidFill>
                  </a:tcPr>
                </a:tc>
                <a:tc>
                  <a:txBody>
                    <a:bodyPr/>
                    <a:lstStyle/>
                    <a:p>
                      <a:pPr rtl="1" algn="r"/>
                      <a:r>
                        <a:rPr sz="1700" b="0" i="0" lang="ar-EG" altLang="en-US">
                          <a:solidFill>
                            <a:srgbClr val="1C2333"/>
                          </a:solidFill>
                          <a:latin typeface="Traditional Arabic"/>
                        </a:rPr>
                        <a:t>شارع</a:t>
                      </a:r>
                    </a:p>
                  </a:txBody>
                  <a:tcPr>
                    <a:solidFill>
                      <a:srgbClr val="EEF3FA"/>
                    </a:solidFill>
                  </a:tcPr>
                </a:tc>
              </a:tr>
              <a:tr h="384048">
                <a:tc>
                  <a:txBody>
                    <a:bodyPr/>
                    <a:lstStyle/>
                    <a:p>
                      <a:pPr rtl="0" algn="l"/>
                      <a:r>
                        <a:rPr sz="1500" b="1" i="0" lang="en-US">
                          <a:solidFill>
                            <a:srgbClr val="943F22"/>
                          </a:solidFill>
                          <a:latin typeface="Segoe UI"/>
                        </a:rPr>
                        <a:t>boat</a:t>
                      </a:r>
                    </a:p>
                  </a:txBody>
                  <a:tcPr>
                    <a:solidFill>
                      <a:srgbClr val="FFFFFF"/>
                    </a:solidFill>
                  </a:tcPr>
                </a:tc>
                <a:tc>
                  <a:txBody>
                    <a:bodyPr/>
                    <a:lstStyle/>
                    <a:p>
                      <a:pPr rtl="1" algn="r"/>
                      <a:r>
                        <a:rPr sz="1700" b="0" i="0" lang="ar-EG" altLang="en-US">
                          <a:solidFill>
                            <a:srgbClr val="1C2333"/>
                          </a:solidFill>
                          <a:latin typeface="Traditional Arabic"/>
                        </a:rPr>
                        <a:t>قارب</a:t>
                      </a:r>
                    </a:p>
                  </a:txBody>
                  <a:tcPr>
                    <a:solidFill>
                      <a:srgbClr val="FFFFFF"/>
                    </a:solidFill>
                  </a:tcPr>
                </a:tc>
                <a:tc>
                  <a:txBody>
                    <a:bodyPr/>
                    <a:lstStyle/>
                    <a:p>
                      <a:pPr rtl="0" algn="l"/>
                      <a:r>
                        <a:rPr sz="1500" b="1" i="0" lang="en-US">
                          <a:solidFill>
                            <a:srgbClr val="943F22"/>
                          </a:solidFill>
                          <a:latin typeface="Segoe UI"/>
                        </a:rPr>
                        <a:t>yacht</a:t>
                      </a:r>
                    </a:p>
                  </a:txBody>
                  <a:tcPr>
                    <a:solidFill>
                      <a:srgbClr val="FFFFFF"/>
                    </a:solidFill>
                  </a:tcPr>
                </a:tc>
                <a:tc>
                  <a:txBody>
                    <a:bodyPr/>
                    <a:lstStyle/>
                    <a:p>
                      <a:pPr rtl="1" algn="r"/>
                      <a:r>
                        <a:rPr sz="1700" b="0" i="0" lang="ar-EG" altLang="en-US">
                          <a:solidFill>
                            <a:srgbClr val="1C2333"/>
                          </a:solidFill>
                          <a:latin typeface="Traditional Arabic"/>
                        </a:rPr>
                        <a:t>يخت</a:t>
                      </a:r>
                    </a:p>
                  </a:txBody>
                  <a:tcPr>
                    <a:solidFill>
                      <a:srgbClr val="FFFFFF"/>
                    </a:solidFill>
                  </a:tcPr>
                </a:tc>
                <a:tc>
                  <a:txBody>
                    <a:bodyPr/>
                    <a:lstStyle/>
                    <a:p>
                      <a:pPr rtl="0" algn="l"/>
                      <a:r>
                        <a:rPr sz="1500" b="1" i="0" lang="en-US">
                          <a:solidFill>
                            <a:srgbClr val="943F22"/>
                          </a:solidFill>
                          <a:latin typeface="Segoe UI"/>
                        </a:rPr>
                        <a:t>road</a:t>
                      </a:r>
                    </a:p>
                  </a:txBody>
                  <a:tcPr>
                    <a:solidFill>
                      <a:srgbClr val="FFFFFF"/>
                    </a:solidFill>
                  </a:tcPr>
                </a:tc>
                <a:tc>
                  <a:txBody>
                    <a:bodyPr/>
                    <a:lstStyle/>
                    <a:p>
                      <a:pPr rtl="1" algn="r"/>
                      <a:r>
                        <a:rPr sz="1700" b="0" i="0" lang="ar-EG" altLang="en-US">
                          <a:solidFill>
                            <a:srgbClr val="1C2333"/>
                          </a:solidFill>
                          <a:latin typeface="Traditional Arabic"/>
                        </a:rPr>
                        <a:t>طريق</a:t>
                      </a:r>
                    </a:p>
                  </a:txBody>
                  <a:tcPr>
                    <a:solidFill>
                      <a:srgbClr val="FFFFFF"/>
                    </a:solidFill>
                  </a:tcPr>
                </a:tc>
              </a:tr>
              <a:tr h="384048">
                <a:tc>
                  <a:txBody>
                    <a:bodyPr/>
                    <a:lstStyle/>
                    <a:p>
                      <a:pPr rtl="0" algn="l"/>
                      <a:r>
                        <a:rPr sz="1500" b="1" i="0" lang="en-US">
                          <a:solidFill>
                            <a:srgbClr val="943F22"/>
                          </a:solidFill>
                          <a:latin typeface="Segoe UI"/>
                        </a:rPr>
                        <a:t>ship</a:t>
                      </a:r>
                    </a:p>
                  </a:txBody>
                  <a:tcPr>
                    <a:solidFill>
                      <a:srgbClr val="EEF3FA"/>
                    </a:solidFill>
                  </a:tcPr>
                </a:tc>
                <a:tc>
                  <a:txBody>
                    <a:bodyPr/>
                    <a:lstStyle/>
                    <a:p>
                      <a:pPr rtl="1" algn="r"/>
                      <a:r>
                        <a:rPr sz="1700" b="0" i="0" lang="ar-EG" altLang="en-US">
                          <a:solidFill>
                            <a:srgbClr val="1C2333"/>
                          </a:solidFill>
                          <a:latin typeface="Traditional Arabic"/>
                        </a:rPr>
                        <a:t>سفينة</a:t>
                      </a:r>
                    </a:p>
                  </a:txBody>
                  <a:tcPr>
                    <a:solidFill>
                      <a:srgbClr val="EEF3FA"/>
                    </a:solidFill>
                  </a:tcPr>
                </a:tc>
                <a:tc>
                  <a:txBody>
                    <a:bodyPr/>
                    <a:lstStyle/>
                    <a:p>
                      <a:pPr rtl="0" algn="l"/>
                      <a:r>
                        <a:rPr sz="1500" b="1" i="0" lang="en-US">
                          <a:solidFill>
                            <a:srgbClr val="943F22"/>
                          </a:solidFill>
                          <a:latin typeface="Segoe UI"/>
                        </a:rPr>
                        <a:t>bicycle / bike</a:t>
                      </a:r>
                    </a:p>
                  </a:txBody>
                  <a:tcPr>
                    <a:solidFill>
                      <a:srgbClr val="EEF3FA"/>
                    </a:solidFill>
                  </a:tcPr>
                </a:tc>
                <a:tc>
                  <a:txBody>
                    <a:bodyPr/>
                    <a:lstStyle/>
                    <a:p>
                      <a:pPr rtl="1" algn="r"/>
                      <a:r>
                        <a:rPr sz="1700" b="0" i="0" lang="ar-EG" altLang="en-US">
                          <a:solidFill>
                            <a:srgbClr val="1C2333"/>
                          </a:solidFill>
                          <a:latin typeface="Traditional Arabic"/>
                        </a:rPr>
                        <a:t>دراجة</a:t>
                      </a:r>
                    </a:p>
                  </a:txBody>
                  <a:tcPr>
                    <a:solidFill>
                      <a:srgbClr val="EEF3FA"/>
                    </a:solidFill>
                  </a:tcPr>
                </a:tc>
                <a:tc>
                  <a:txBody>
                    <a:bodyPr/>
                    <a:lstStyle/>
                    <a:p>
                      <a:pPr rtl="0" algn="l"/>
                      <a:r>
                        <a:rPr sz="1500" b="1" i="0" lang="en-US">
                          <a:solidFill>
                            <a:srgbClr val="943F22"/>
                          </a:solidFill>
                          <a:latin typeface="Segoe UI"/>
                        </a:rPr>
                        <a:t>car</a:t>
                      </a:r>
                    </a:p>
                  </a:txBody>
                  <a:tcPr>
                    <a:solidFill>
                      <a:srgbClr val="EEF3FA"/>
                    </a:solidFill>
                  </a:tcPr>
                </a:tc>
                <a:tc>
                  <a:txBody>
                    <a:bodyPr/>
                    <a:lstStyle/>
                    <a:p>
                      <a:pPr rtl="1" algn="r"/>
                      <a:r>
                        <a:rPr sz="1700" b="0" i="0" lang="ar-EG" altLang="en-US">
                          <a:solidFill>
                            <a:srgbClr val="1C2333"/>
                          </a:solidFill>
                          <a:latin typeface="Traditional Arabic"/>
                        </a:rPr>
                        <a:t>سيارة</a:t>
                      </a:r>
                    </a:p>
                  </a:txBody>
                  <a:tcPr>
                    <a:solidFill>
                      <a:srgbClr val="EEF3FA"/>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 a book.   (am – is – are)</a:t>
            </a:r>
          </a:p>
          <a:p>
            <a:pPr rtl="0" algn="l">
              <a:spcAft>
                <a:spcPts val="800"/>
              </a:spcAft>
            </a:pPr>
            <a:r>
              <a:rPr sz="1800" b="0" i="0" lang="en-US">
                <a:solidFill>
                  <a:srgbClr val="1C2333"/>
                </a:solidFill>
                <a:latin typeface="Segoe UI"/>
              </a:rPr>
              <a:t>2) …… is a star.   (These – That)</a:t>
            </a:r>
          </a:p>
          <a:p>
            <a:pPr rtl="0" algn="l">
              <a:spcAft>
                <a:spcPts val="800"/>
              </a:spcAft>
            </a:pPr>
            <a:r>
              <a:rPr sz="1800" b="0" i="0" lang="en-US">
                <a:solidFill>
                  <a:srgbClr val="1C2333"/>
                </a:solidFill>
                <a:latin typeface="Segoe UI"/>
              </a:rPr>
              <a:t>3) That is a …… .   (cat – cats)</a:t>
            </a:r>
          </a:p>
          <a:p>
            <a:pPr rtl="0" algn="l">
              <a:spcAft>
                <a:spcPts val="800"/>
              </a:spcAft>
            </a:pPr>
            <a:r>
              <a:rPr sz="1800" b="0" i="0" lang="en-US">
                <a:solidFill>
                  <a:srgbClr val="1C2333"/>
                </a:solidFill>
                <a:latin typeface="Segoe UI"/>
              </a:rPr>
              <a:t>4) …… is a dog.   (Those – This)</a:t>
            </a:r>
          </a:p>
          <a:p>
            <a:pPr rtl="0" algn="l">
              <a:spcAft>
                <a:spcPts val="800"/>
              </a:spcAft>
            </a:pPr>
            <a:r>
              <a:rPr sz="1800" b="0" i="0" lang="en-US">
                <a:solidFill>
                  <a:srgbClr val="1C2333"/>
                </a:solidFill>
                <a:latin typeface="Segoe UI"/>
              </a:rPr>
              <a:t>5) This is …… .   (an orange – orange)</a:t>
            </a:r>
          </a:p>
          <a:p>
            <a:pPr rtl="0" algn="l">
              <a:spcAft>
                <a:spcPts val="800"/>
              </a:spcAft>
            </a:pPr>
            <a:r>
              <a:rPr sz="1800" b="0" i="0" lang="en-US">
                <a:solidFill>
                  <a:srgbClr val="1C2333"/>
                </a:solidFill>
                <a:latin typeface="Segoe UI"/>
              </a:rPr>
              <a:t>6) This …… an apple.   (are – is)</a:t>
            </a:r>
          </a:p>
          <a:p>
            <a:pPr rtl="0" algn="l">
              <a:spcAft>
                <a:spcPts val="800"/>
              </a:spcAft>
            </a:pPr>
            <a:r>
              <a:rPr sz="1800" b="0" i="0" lang="en-US">
                <a:solidFill>
                  <a:srgbClr val="1C2333"/>
                </a:solidFill>
                <a:latin typeface="Segoe UI"/>
              </a:rPr>
              <a:t>7) That is a …… .   (birds – bird)</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 a book.   (am – is – are)</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2) …… is a star.   (These – That)</a:t>
            </a:r>
          </a:p>
          <a:p>
            <a:pPr lvl="1" rtl="0" algn="l">
              <a:spcAft>
                <a:spcPts val="700"/>
              </a:spcAft>
            </a:pPr>
            <a:r>
              <a:rPr sz="1600" b="1" i="0" lang="en-US">
                <a:solidFill>
                  <a:srgbClr val="0F7A3D"/>
                </a:solidFill>
                <a:latin typeface="Segoe UI"/>
              </a:rPr>
              <a:t>✔ That</a:t>
            </a:r>
          </a:p>
          <a:p>
            <a:pPr rtl="0" algn="l">
              <a:spcAft>
                <a:spcPts val="300"/>
              </a:spcAft>
            </a:pPr>
            <a:r>
              <a:rPr sz="1700" b="0" i="0" lang="en-US">
                <a:solidFill>
                  <a:srgbClr val="1C2333"/>
                </a:solidFill>
                <a:latin typeface="Segoe UI"/>
              </a:rPr>
              <a:t>3) That is a …… .   (cat – cats)</a:t>
            </a:r>
          </a:p>
          <a:p>
            <a:pPr lvl="1" rtl="0" algn="l">
              <a:spcAft>
                <a:spcPts val="700"/>
              </a:spcAft>
            </a:pPr>
            <a:r>
              <a:rPr sz="1600" b="1" i="0" lang="en-US">
                <a:solidFill>
                  <a:srgbClr val="0F7A3D"/>
                </a:solidFill>
                <a:latin typeface="Segoe UI"/>
              </a:rPr>
              <a:t>✔ cat</a:t>
            </a:r>
          </a:p>
          <a:p>
            <a:pPr rtl="0" algn="l">
              <a:spcAft>
                <a:spcPts val="300"/>
              </a:spcAft>
            </a:pPr>
            <a:r>
              <a:rPr sz="1700" b="0" i="0" lang="en-US">
                <a:solidFill>
                  <a:srgbClr val="1C2333"/>
                </a:solidFill>
                <a:latin typeface="Segoe UI"/>
              </a:rPr>
              <a:t>4) …… is a dog.   (Those – This)</a:t>
            </a:r>
          </a:p>
          <a:p>
            <a:pPr lvl="1" rtl="0" algn="l">
              <a:spcAft>
                <a:spcPts val="700"/>
              </a:spcAft>
            </a:pPr>
            <a:r>
              <a:rPr sz="1600" b="1" i="0" lang="en-US">
                <a:solidFill>
                  <a:srgbClr val="0F7A3D"/>
                </a:solidFill>
                <a:latin typeface="Segoe UI"/>
              </a:rPr>
              <a:t>✔ This</a:t>
            </a:r>
          </a:p>
          <a:p>
            <a:pPr rtl="0" algn="l">
              <a:spcAft>
                <a:spcPts val="300"/>
              </a:spcAft>
            </a:pPr>
            <a:r>
              <a:rPr sz="1700" b="0" i="0" lang="en-US">
                <a:solidFill>
                  <a:srgbClr val="1C2333"/>
                </a:solidFill>
                <a:latin typeface="Segoe UI"/>
              </a:rPr>
              <a:t>5) This is …… .   (an orange – orange)</a:t>
            </a:r>
          </a:p>
          <a:p>
            <a:pPr lvl="1" rtl="0" algn="l">
              <a:spcAft>
                <a:spcPts val="700"/>
              </a:spcAft>
            </a:pPr>
            <a:r>
              <a:rPr sz="1600" b="1" i="0" lang="en-US">
                <a:solidFill>
                  <a:srgbClr val="0F7A3D"/>
                </a:solidFill>
                <a:latin typeface="Segoe UI"/>
              </a:rPr>
              <a:t>✔ an orange</a:t>
            </a:r>
          </a:p>
          <a:p>
            <a:pPr rtl="0" algn="l">
              <a:spcAft>
                <a:spcPts val="300"/>
              </a:spcAft>
            </a:pPr>
            <a:r>
              <a:rPr sz="1700" b="0" i="0" lang="en-US">
                <a:solidFill>
                  <a:srgbClr val="1C2333"/>
                </a:solidFill>
                <a:latin typeface="Segoe UI"/>
              </a:rPr>
              <a:t>6) This …… an apple.   (are – is)</a:t>
            </a:r>
          </a:p>
          <a:p>
            <a:pPr lvl="1" rtl="0" algn="l">
              <a:spcAft>
                <a:spcPts val="700"/>
              </a:spcAft>
            </a:pPr>
            <a:r>
              <a:rPr sz="1600" b="1" i="0" lang="en-US">
                <a:solidFill>
                  <a:srgbClr val="0F7A3D"/>
                </a:solidFill>
                <a:latin typeface="Segoe UI"/>
              </a:rPr>
              <a:t>✔ is</a:t>
            </a:r>
          </a:p>
          <a:p>
            <a:pPr rtl="0" algn="l">
              <a:spcAft>
                <a:spcPts val="300"/>
              </a:spcAft>
            </a:pPr>
            <a:r>
              <a:rPr sz="1700" b="0" i="0" lang="en-US">
                <a:solidFill>
                  <a:srgbClr val="1C2333"/>
                </a:solidFill>
                <a:latin typeface="Segoe UI"/>
              </a:rPr>
              <a:t>7) That is a …… .   (birds – bird)</a:t>
            </a:r>
          </a:p>
          <a:p>
            <a:pPr lvl="1" rtl="0" algn="l">
              <a:spcAft>
                <a:spcPts val="700"/>
              </a:spcAft>
            </a:pPr>
            <a:r>
              <a:rPr sz="1600" b="1" i="0" lang="en-US">
                <a:solidFill>
                  <a:srgbClr val="0F7A3D"/>
                </a:solidFill>
                <a:latin typeface="Segoe UI"/>
              </a:rPr>
              <a:t>✔ bird</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This is …… .   (a child – children)</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A)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This is …… .   (a child – children)</a:t>
            </a:r>
          </a:p>
          <a:p>
            <a:pPr lvl="1" rtl="0" algn="l">
              <a:spcAft>
                <a:spcPts val="700"/>
              </a:spcAft>
            </a:pPr>
            <a:r>
              <a:rPr sz="1600" b="1" i="0" lang="en-US">
                <a:solidFill>
                  <a:srgbClr val="0F7A3D"/>
                </a:solidFill>
                <a:latin typeface="Segoe UI"/>
              </a:rPr>
              <a:t>✔ a child</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is a book.</a:t>
            </a:r>
          </a:p>
          <a:p>
            <a:pPr rtl="0" algn="l">
              <a:spcAft>
                <a:spcPts val="800"/>
              </a:spcAft>
            </a:pPr>
            <a:r>
              <a:rPr sz="1800" b="0" i="0" lang="en-US">
                <a:solidFill>
                  <a:srgbClr val="1C2333"/>
                </a:solidFill>
                <a:latin typeface="Segoe UI"/>
              </a:rPr>
              <a:t>2) That is a star.</a:t>
            </a:r>
          </a:p>
          <a:p>
            <a:pPr rtl="0" algn="l">
              <a:spcAft>
                <a:spcPts val="800"/>
              </a:spcAft>
            </a:pPr>
            <a:r>
              <a:rPr sz="1800" b="0" i="0" lang="en-US">
                <a:solidFill>
                  <a:srgbClr val="1C2333"/>
                </a:solidFill>
                <a:latin typeface="Segoe UI"/>
              </a:rPr>
              <a:t>3) This is a pen.</a:t>
            </a:r>
          </a:p>
          <a:p>
            <a:pPr rtl="0" algn="l">
              <a:spcAft>
                <a:spcPts val="800"/>
              </a:spcAft>
            </a:pPr>
            <a:r>
              <a:rPr sz="1800" b="0" i="0" lang="en-US">
                <a:solidFill>
                  <a:srgbClr val="1C2333"/>
                </a:solidFill>
                <a:latin typeface="Segoe UI"/>
              </a:rPr>
              <a:t>4) That is a car.</a:t>
            </a:r>
          </a:p>
          <a:p>
            <a:pPr rtl="0" algn="l">
              <a:spcAft>
                <a:spcPts val="800"/>
              </a:spcAft>
            </a:pPr>
            <a:r>
              <a:rPr sz="1800" b="0" i="0" lang="en-US">
                <a:solidFill>
                  <a:srgbClr val="1C2333"/>
                </a:solidFill>
                <a:latin typeface="Segoe UI"/>
              </a:rPr>
              <a:t>5) This is an orange.</a:t>
            </a:r>
          </a:p>
          <a:p>
            <a:pPr rtl="0" algn="l">
              <a:spcAft>
                <a:spcPts val="800"/>
              </a:spcAft>
            </a:pPr>
            <a:r>
              <a:rPr sz="1800" b="0" i="0" lang="en-US">
                <a:solidFill>
                  <a:srgbClr val="1C2333"/>
                </a:solidFill>
                <a:latin typeface="Segoe UI"/>
              </a:rPr>
              <a:t>6) That is a moon.</a:t>
            </a:r>
          </a:p>
          <a:p>
            <a:pPr rtl="0" algn="l">
              <a:spcAft>
                <a:spcPts val="800"/>
              </a:spcAft>
            </a:pPr>
            <a:r>
              <a:rPr sz="1800" b="0" i="0" lang="en-US">
                <a:solidFill>
                  <a:srgbClr val="1C2333"/>
                </a:solidFill>
                <a:latin typeface="Segoe UI"/>
              </a:rPr>
              <a:t>7) This is a fish.</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is a book.</a:t>
            </a:r>
          </a:p>
          <a:p>
            <a:pPr lvl="1" rtl="0" algn="l">
              <a:spcAft>
                <a:spcPts val="700"/>
              </a:spcAft>
            </a:pPr>
            <a:r>
              <a:rPr sz="1600" b="1" i="0" lang="en-US">
                <a:solidFill>
                  <a:srgbClr val="0F7A3D"/>
                </a:solidFill>
                <a:latin typeface="Segoe UI"/>
              </a:rPr>
              <a:t>✔ This isn't a book.</a:t>
            </a:r>
          </a:p>
          <a:p>
            <a:pPr rtl="0" algn="l">
              <a:spcAft>
                <a:spcPts val="300"/>
              </a:spcAft>
            </a:pPr>
            <a:r>
              <a:rPr sz="1700" b="0" i="0" lang="en-US">
                <a:solidFill>
                  <a:srgbClr val="1C2333"/>
                </a:solidFill>
                <a:latin typeface="Segoe UI"/>
              </a:rPr>
              <a:t>2) That is a star.</a:t>
            </a:r>
          </a:p>
          <a:p>
            <a:pPr lvl="1" rtl="0" algn="l">
              <a:spcAft>
                <a:spcPts val="700"/>
              </a:spcAft>
            </a:pPr>
            <a:r>
              <a:rPr sz="1600" b="1" i="0" lang="en-US">
                <a:solidFill>
                  <a:srgbClr val="0F7A3D"/>
                </a:solidFill>
                <a:latin typeface="Segoe UI"/>
              </a:rPr>
              <a:t>✔ That isn't a star.</a:t>
            </a:r>
          </a:p>
          <a:p>
            <a:pPr rtl="0" algn="l">
              <a:spcAft>
                <a:spcPts val="300"/>
              </a:spcAft>
            </a:pPr>
            <a:r>
              <a:rPr sz="1700" b="0" i="0" lang="en-US">
                <a:solidFill>
                  <a:srgbClr val="1C2333"/>
                </a:solidFill>
                <a:latin typeface="Segoe UI"/>
              </a:rPr>
              <a:t>3) This is a pen.</a:t>
            </a:r>
          </a:p>
          <a:p>
            <a:pPr lvl="1" rtl="0" algn="l">
              <a:spcAft>
                <a:spcPts val="700"/>
              </a:spcAft>
            </a:pPr>
            <a:r>
              <a:rPr sz="1600" b="1" i="0" lang="en-US">
                <a:solidFill>
                  <a:srgbClr val="0F7A3D"/>
                </a:solidFill>
                <a:latin typeface="Segoe UI"/>
              </a:rPr>
              <a:t>✔ This isn't a pen.</a:t>
            </a:r>
          </a:p>
          <a:p>
            <a:pPr rtl="0" algn="l">
              <a:spcAft>
                <a:spcPts val="300"/>
              </a:spcAft>
            </a:pPr>
            <a:r>
              <a:rPr sz="1700" b="0" i="0" lang="en-US">
                <a:solidFill>
                  <a:srgbClr val="1C2333"/>
                </a:solidFill>
                <a:latin typeface="Segoe UI"/>
              </a:rPr>
              <a:t>4) That is a car.</a:t>
            </a:r>
          </a:p>
          <a:p>
            <a:pPr lvl="1" rtl="0" algn="l">
              <a:spcAft>
                <a:spcPts val="700"/>
              </a:spcAft>
            </a:pPr>
            <a:r>
              <a:rPr sz="1600" b="1" i="0" lang="en-US">
                <a:solidFill>
                  <a:srgbClr val="0F7A3D"/>
                </a:solidFill>
                <a:latin typeface="Segoe UI"/>
              </a:rPr>
              <a:t>✔ That isn't a car.</a:t>
            </a:r>
          </a:p>
          <a:p>
            <a:pPr rtl="0" algn="l">
              <a:spcAft>
                <a:spcPts val="300"/>
              </a:spcAft>
            </a:pPr>
            <a:r>
              <a:rPr sz="1700" b="0" i="0" lang="en-US">
                <a:solidFill>
                  <a:srgbClr val="1C2333"/>
                </a:solidFill>
                <a:latin typeface="Segoe UI"/>
              </a:rPr>
              <a:t>5) This is an orange.</a:t>
            </a:r>
          </a:p>
          <a:p>
            <a:pPr lvl="1" rtl="0" algn="l">
              <a:spcAft>
                <a:spcPts val="700"/>
              </a:spcAft>
            </a:pPr>
            <a:r>
              <a:rPr sz="1600" b="1" i="0" lang="en-US">
                <a:solidFill>
                  <a:srgbClr val="0F7A3D"/>
                </a:solidFill>
                <a:latin typeface="Segoe UI"/>
              </a:rPr>
              <a:t>✔ This isn't an orange.</a:t>
            </a:r>
          </a:p>
          <a:p>
            <a:pPr rtl="0" algn="l">
              <a:spcAft>
                <a:spcPts val="300"/>
              </a:spcAft>
            </a:pPr>
            <a:r>
              <a:rPr sz="1700" b="0" i="0" lang="en-US">
                <a:solidFill>
                  <a:srgbClr val="1C2333"/>
                </a:solidFill>
                <a:latin typeface="Segoe UI"/>
              </a:rPr>
              <a:t>6) That is a moon.</a:t>
            </a:r>
          </a:p>
          <a:p>
            <a:pPr lvl="1" rtl="0" algn="l">
              <a:spcAft>
                <a:spcPts val="700"/>
              </a:spcAft>
            </a:pPr>
            <a:r>
              <a:rPr sz="1600" b="1" i="0" lang="en-US">
                <a:solidFill>
                  <a:srgbClr val="0F7A3D"/>
                </a:solidFill>
                <a:latin typeface="Segoe UI"/>
              </a:rPr>
              <a:t>✔ That isn't a moon.</a:t>
            </a:r>
          </a:p>
          <a:p>
            <a:pPr rtl="0" algn="l">
              <a:spcAft>
                <a:spcPts val="300"/>
              </a:spcAft>
            </a:pPr>
            <a:r>
              <a:rPr sz="1700" b="0" i="0" lang="en-US">
                <a:solidFill>
                  <a:srgbClr val="1C2333"/>
                </a:solidFill>
                <a:latin typeface="Segoe UI"/>
              </a:rPr>
              <a:t>7) This is a fish.</a:t>
            </a:r>
          </a:p>
          <a:p>
            <a:pPr lvl="1" rtl="0" algn="l">
              <a:spcAft>
                <a:spcPts val="700"/>
              </a:spcAft>
            </a:pPr>
            <a:r>
              <a:rPr sz="1600" b="1" i="0" lang="en-US">
                <a:solidFill>
                  <a:srgbClr val="0F7A3D"/>
                </a:solidFill>
                <a:latin typeface="Segoe UI"/>
              </a:rPr>
              <a:t>✔ This isn't a fish.</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That is an egg.</a:t>
            </a:r>
          </a:p>
          <a:p>
            <a:pPr rtl="0" algn="l">
              <a:spcAft>
                <a:spcPts val="800"/>
              </a:spcAft>
            </a:pPr>
            <a:r>
              <a:rPr sz="1800" b="0" i="0" lang="en-US">
                <a:solidFill>
                  <a:srgbClr val="1C2333"/>
                </a:solidFill>
                <a:latin typeface="Segoe UI"/>
              </a:rPr>
              <a:t>9) This is an apple.</a:t>
            </a:r>
          </a:p>
          <a:p>
            <a:pPr rtl="0" algn="l">
              <a:spcAft>
                <a:spcPts val="800"/>
              </a:spcAft>
            </a:pPr>
            <a:r>
              <a:rPr sz="1800" b="0" i="0" lang="en-US">
                <a:solidFill>
                  <a:srgbClr val="1C2333"/>
                </a:solidFill>
                <a:latin typeface="Segoe UI"/>
              </a:rPr>
              <a:t>10) That is a cat.</a:t>
            </a:r>
          </a:p>
          <a:p>
            <a:pPr rtl="0" algn="l">
              <a:spcAft>
                <a:spcPts val="800"/>
              </a:spcAft>
            </a:pPr>
            <a:r>
              <a:rPr sz="1800" b="0" i="0" lang="en-US">
                <a:solidFill>
                  <a:srgbClr val="1C2333"/>
                </a:solidFill>
                <a:latin typeface="Segoe UI"/>
              </a:rPr>
              <a:t>11) This is a flower.</a:t>
            </a:r>
          </a:p>
          <a:p>
            <a:pPr rtl="0" algn="l">
              <a:spcAft>
                <a:spcPts val="800"/>
              </a:spcAft>
            </a:pPr>
            <a:r>
              <a:rPr sz="1800" b="0" i="0" lang="en-US">
                <a:solidFill>
                  <a:srgbClr val="1C2333"/>
                </a:solidFill>
                <a:latin typeface="Segoe UI"/>
              </a:rPr>
              <a:t>12) That is an ox.</a:t>
            </a:r>
          </a:p>
          <a:p>
            <a:pPr rtl="0" algn="l">
              <a:spcAft>
                <a:spcPts val="800"/>
              </a:spcAft>
            </a:pPr>
            <a:r>
              <a:rPr sz="1800" b="0" i="0" lang="en-US">
                <a:solidFill>
                  <a:srgbClr val="1C2333"/>
                </a:solidFill>
                <a:latin typeface="Segoe UI"/>
              </a:rPr>
              <a:t>13) This is an ant.</a:t>
            </a:r>
          </a:p>
          <a:p>
            <a:pPr rtl="0" algn="l">
              <a:spcAft>
                <a:spcPts val="800"/>
              </a:spcAft>
            </a:pPr>
            <a:r>
              <a:rPr sz="1800" b="0" i="0" lang="en-US">
                <a:solidFill>
                  <a:srgbClr val="1C2333"/>
                </a:solidFill>
                <a:latin typeface="Segoe UI"/>
              </a:rPr>
              <a:t>14) That is an animal.</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That is an egg.</a:t>
            </a:r>
          </a:p>
          <a:p>
            <a:pPr lvl="1" rtl="0" algn="l">
              <a:spcAft>
                <a:spcPts val="700"/>
              </a:spcAft>
            </a:pPr>
            <a:r>
              <a:rPr sz="1600" b="1" i="0" lang="en-US">
                <a:solidFill>
                  <a:srgbClr val="0F7A3D"/>
                </a:solidFill>
                <a:latin typeface="Segoe UI"/>
              </a:rPr>
              <a:t>✔ That isn't an egg.</a:t>
            </a:r>
          </a:p>
          <a:p>
            <a:pPr rtl="0" algn="l">
              <a:spcAft>
                <a:spcPts val="300"/>
              </a:spcAft>
            </a:pPr>
            <a:r>
              <a:rPr sz="1700" b="0" i="0" lang="en-US">
                <a:solidFill>
                  <a:srgbClr val="1C2333"/>
                </a:solidFill>
                <a:latin typeface="Segoe UI"/>
              </a:rPr>
              <a:t>9) This is an apple.</a:t>
            </a:r>
          </a:p>
          <a:p>
            <a:pPr lvl="1" rtl="0" algn="l">
              <a:spcAft>
                <a:spcPts val="700"/>
              </a:spcAft>
            </a:pPr>
            <a:r>
              <a:rPr sz="1600" b="1" i="0" lang="en-US">
                <a:solidFill>
                  <a:srgbClr val="0F7A3D"/>
                </a:solidFill>
                <a:latin typeface="Segoe UI"/>
              </a:rPr>
              <a:t>✔ This isn't an apple.</a:t>
            </a:r>
          </a:p>
          <a:p>
            <a:pPr rtl="0" algn="l">
              <a:spcAft>
                <a:spcPts val="300"/>
              </a:spcAft>
            </a:pPr>
            <a:r>
              <a:rPr sz="1700" b="0" i="0" lang="en-US">
                <a:solidFill>
                  <a:srgbClr val="1C2333"/>
                </a:solidFill>
                <a:latin typeface="Segoe UI"/>
              </a:rPr>
              <a:t>10) That is a cat.</a:t>
            </a:r>
          </a:p>
          <a:p>
            <a:pPr lvl="1" rtl="0" algn="l">
              <a:spcAft>
                <a:spcPts val="700"/>
              </a:spcAft>
            </a:pPr>
            <a:r>
              <a:rPr sz="1600" b="1" i="0" lang="en-US">
                <a:solidFill>
                  <a:srgbClr val="0F7A3D"/>
                </a:solidFill>
                <a:latin typeface="Segoe UI"/>
              </a:rPr>
              <a:t>✔ That isn't a cat.</a:t>
            </a:r>
          </a:p>
          <a:p>
            <a:pPr rtl="0" algn="l">
              <a:spcAft>
                <a:spcPts val="300"/>
              </a:spcAft>
            </a:pPr>
            <a:r>
              <a:rPr sz="1700" b="0" i="0" lang="en-US">
                <a:solidFill>
                  <a:srgbClr val="1C2333"/>
                </a:solidFill>
                <a:latin typeface="Segoe UI"/>
              </a:rPr>
              <a:t>11) This is a flower.</a:t>
            </a:r>
          </a:p>
          <a:p>
            <a:pPr lvl="1" rtl="0" algn="l">
              <a:spcAft>
                <a:spcPts val="700"/>
              </a:spcAft>
            </a:pPr>
            <a:r>
              <a:rPr sz="1600" b="1" i="0" lang="en-US">
                <a:solidFill>
                  <a:srgbClr val="0F7A3D"/>
                </a:solidFill>
                <a:latin typeface="Segoe UI"/>
              </a:rPr>
              <a:t>✔ This isn't a flower.</a:t>
            </a:r>
          </a:p>
          <a:p>
            <a:pPr rtl="0" algn="l">
              <a:spcAft>
                <a:spcPts val="300"/>
              </a:spcAft>
            </a:pPr>
            <a:r>
              <a:rPr sz="1700" b="0" i="0" lang="en-US">
                <a:solidFill>
                  <a:srgbClr val="1C2333"/>
                </a:solidFill>
                <a:latin typeface="Segoe UI"/>
              </a:rPr>
              <a:t>12) That is an ox.</a:t>
            </a:r>
          </a:p>
          <a:p>
            <a:pPr lvl="1" rtl="0" algn="l">
              <a:spcAft>
                <a:spcPts val="700"/>
              </a:spcAft>
            </a:pPr>
            <a:r>
              <a:rPr sz="1600" b="1" i="0" lang="en-US">
                <a:solidFill>
                  <a:srgbClr val="0F7A3D"/>
                </a:solidFill>
                <a:latin typeface="Segoe UI"/>
              </a:rPr>
              <a:t>✔ That isn't an ox.</a:t>
            </a:r>
          </a:p>
          <a:p>
            <a:pPr rtl="0" algn="l">
              <a:spcAft>
                <a:spcPts val="300"/>
              </a:spcAft>
            </a:pPr>
            <a:r>
              <a:rPr sz="1700" b="0" i="0" lang="en-US">
                <a:solidFill>
                  <a:srgbClr val="1C2333"/>
                </a:solidFill>
                <a:latin typeface="Segoe UI"/>
              </a:rPr>
              <a:t>13) This is an ant.</a:t>
            </a:r>
          </a:p>
          <a:p>
            <a:pPr lvl="1" rtl="0" algn="l">
              <a:spcAft>
                <a:spcPts val="700"/>
              </a:spcAft>
            </a:pPr>
            <a:r>
              <a:rPr sz="1600" b="1" i="0" lang="en-US">
                <a:solidFill>
                  <a:srgbClr val="0F7A3D"/>
                </a:solidFill>
                <a:latin typeface="Segoe UI"/>
              </a:rPr>
              <a:t>✔ This isn't an ant.</a:t>
            </a:r>
          </a:p>
          <a:p>
            <a:pPr rtl="0" algn="l">
              <a:spcAft>
                <a:spcPts val="300"/>
              </a:spcAft>
            </a:pPr>
            <a:r>
              <a:rPr sz="1700" b="0" i="0" lang="en-US">
                <a:solidFill>
                  <a:srgbClr val="1C2333"/>
                </a:solidFill>
                <a:latin typeface="Segoe UI"/>
              </a:rPr>
              <a:t>14) That is an animal.</a:t>
            </a:r>
          </a:p>
          <a:p>
            <a:pPr lvl="1" rtl="0" algn="l">
              <a:spcAft>
                <a:spcPts val="700"/>
              </a:spcAft>
            </a:pPr>
            <a:r>
              <a:rPr sz="1600" b="1" i="0" lang="en-US">
                <a:solidFill>
                  <a:srgbClr val="0F7A3D"/>
                </a:solidFill>
                <a:latin typeface="Segoe UI"/>
              </a:rPr>
              <a:t>✔ That isn't an animal.</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is a tree.</a:t>
            </a:r>
          </a:p>
          <a:p>
            <a:pPr rtl="0" algn="l">
              <a:spcAft>
                <a:spcPts val="800"/>
              </a:spcAft>
            </a:pPr>
            <a:r>
              <a:rPr sz="1800" b="0" i="0" lang="en-US">
                <a:solidFill>
                  <a:srgbClr val="1C2333"/>
                </a:solidFill>
                <a:latin typeface="Segoe UI"/>
              </a:rPr>
              <a:t>2) That is a star.</a:t>
            </a:r>
          </a:p>
          <a:p>
            <a:pPr rtl="0" algn="l">
              <a:spcAft>
                <a:spcPts val="800"/>
              </a:spcAft>
            </a:pPr>
            <a:r>
              <a:rPr sz="1800" b="0" i="0" lang="en-US">
                <a:solidFill>
                  <a:srgbClr val="1C2333"/>
                </a:solidFill>
                <a:latin typeface="Segoe UI"/>
              </a:rPr>
              <a:t>3) This is a hat.</a:t>
            </a:r>
          </a:p>
          <a:p>
            <a:pPr rtl="0" algn="l">
              <a:spcAft>
                <a:spcPts val="800"/>
              </a:spcAft>
            </a:pPr>
            <a:r>
              <a:rPr sz="1800" b="0" i="0" lang="en-US">
                <a:solidFill>
                  <a:srgbClr val="1C2333"/>
                </a:solidFill>
                <a:latin typeface="Segoe UI"/>
              </a:rPr>
              <a:t>4) That is an animal.</a:t>
            </a:r>
          </a:p>
          <a:p>
            <a:pPr rtl="0" algn="l">
              <a:spcAft>
                <a:spcPts val="800"/>
              </a:spcAft>
            </a:pPr>
            <a:r>
              <a:rPr sz="1800" b="0" i="0" lang="en-US">
                <a:solidFill>
                  <a:srgbClr val="1C2333"/>
                </a:solidFill>
                <a:latin typeface="Segoe UI"/>
              </a:rPr>
              <a:t>5) This is an elephant.</a:t>
            </a:r>
          </a:p>
          <a:p>
            <a:pPr rtl="0" algn="l">
              <a:spcAft>
                <a:spcPts val="800"/>
              </a:spcAft>
            </a:pPr>
            <a:r>
              <a:rPr sz="1800" b="0" i="0" lang="en-US">
                <a:solidFill>
                  <a:srgbClr val="1C2333"/>
                </a:solidFill>
                <a:latin typeface="Segoe UI"/>
              </a:rPr>
              <a:t>6) That is a moon.</a:t>
            </a:r>
          </a:p>
          <a:p>
            <a:pPr rtl="0" algn="l">
              <a:spcAft>
                <a:spcPts val="800"/>
              </a:spcAft>
            </a:pPr>
            <a:r>
              <a:rPr sz="1800" b="0" i="0" lang="en-US">
                <a:solidFill>
                  <a:srgbClr val="1C2333"/>
                </a:solidFill>
                <a:latin typeface="Segoe UI"/>
              </a:rPr>
              <a:t>7) This is a toy.</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is a tree.</a:t>
            </a:r>
          </a:p>
          <a:p>
            <a:pPr lvl="1" rtl="0" algn="l">
              <a:spcAft>
                <a:spcPts val="700"/>
              </a:spcAft>
            </a:pPr>
            <a:r>
              <a:rPr sz="1600" b="1" i="0" lang="en-US">
                <a:solidFill>
                  <a:srgbClr val="0F7A3D"/>
                </a:solidFill>
                <a:latin typeface="Segoe UI"/>
              </a:rPr>
              <a:t>✔ Is this a tree?</a:t>
            </a:r>
          </a:p>
          <a:p>
            <a:pPr rtl="0" algn="l">
              <a:spcAft>
                <a:spcPts val="300"/>
              </a:spcAft>
            </a:pPr>
            <a:r>
              <a:rPr sz="1700" b="0" i="0" lang="en-US">
                <a:solidFill>
                  <a:srgbClr val="1C2333"/>
                </a:solidFill>
                <a:latin typeface="Segoe UI"/>
              </a:rPr>
              <a:t>2) That is a star.</a:t>
            </a:r>
          </a:p>
          <a:p>
            <a:pPr lvl="1" rtl="0" algn="l">
              <a:spcAft>
                <a:spcPts val="700"/>
              </a:spcAft>
            </a:pPr>
            <a:r>
              <a:rPr sz="1600" b="1" i="0" lang="en-US">
                <a:solidFill>
                  <a:srgbClr val="0F7A3D"/>
                </a:solidFill>
                <a:latin typeface="Segoe UI"/>
              </a:rPr>
              <a:t>✔ Is that a star?</a:t>
            </a:r>
          </a:p>
          <a:p>
            <a:pPr rtl="0" algn="l">
              <a:spcAft>
                <a:spcPts val="300"/>
              </a:spcAft>
            </a:pPr>
            <a:r>
              <a:rPr sz="1700" b="0" i="0" lang="en-US">
                <a:solidFill>
                  <a:srgbClr val="1C2333"/>
                </a:solidFill>
                <a:latin typeface="Segoe UI"/>
              </a:rPr>
              <a:t>3) This is a hat.</a:t>
            </a:r>
          </a:p>
          <a:p>
            <a:pPr lvl="1" rtl="0" algn="l">
              <a:spcAft>
                <a:spcPts val="700"/>
              </a:spcAft>
            </a:pPr>
            <a:r>
              <a:rPr sz="1600" b="1" i="0" lang="en-US">
                <a:solidFill>
                  <a:srgbClr val="0F7A3D"/>
                </a:solidFill>
                <a:latin typeface="Segoe UI"/>
              </a:rPr>
              <a:t>✔ Is this a hat?</a:t>
            </a:r>
          </a:p>
          <a:p>
            <a:pPr rtl="0" algn="l">
              <a:spcAft>
                <a:spcPts val="300"/>
              </a:spcAft>
            </a:pPr>
            <a:r>
              <a:rPr sz="1700" b="0" i="0" lang="en-US">
                <a:solidFill>
                  <a:srgbClr val="1C2333"/>
                </a:solidFill>
                <a:latin typeface="Segoe UI"/>
              </a:rPr>
              <a:t>4) That is an animal.</a:t>
            </a:r>
          </a:p>
          <a:p>
            <a:pPr lvl="1" rtl="0" algn="l">
              <a:spcAft>
                <a:spcPts val="700"/>
              </a:spcAft>
            </a:pPr>
            <a:r>
              <a:rPr sz="1600" b="1" i="0" lang="en-US">
                <a:solidFill>
                  <a:srgbClr val="0F7A3D"/>
                </a:solidFill>
                <a:latin typeface="Segoe UI"/>
              </a:rPr>
              <a:t>✔ Is that an animal?</a:t>
            </a:r>
          </a:p>
          <a:p>
            <a:pPr rtl="0" algn="l">
              <a:spcAft>
                <a:spcPts val="300"/>
              </a:spcAft>
            </a:pPr>
            <a:r>
              <a:rPr sz="1700" b="0" i="0" lang="en-US">
                <a:solidFill>
                  <a:srgbClr val="1C2333"/>
                </a:solidFill>
                <a:latin typeface="Segoe UI"/>
              </a:rPr>
              <a:t>5) This is an elephant.</a:t>
            </a:r>
          </a:p>
          <a:p>
            <a:pPr lvl="1" rtl="0" algn="l">
              <a:spcAft>
                <a:spcPts val="700"/>
              </a:spcAft>
            </a:pPr>
            <a:r>
              <a:rPr sz="1600" b="1" i="0" lang="en-US">
                <a:solidFill>
                  <a:srgbClr val="0F7A3D"/>
                </a:solidFill>
                <a:latin typeface="Segoe UI"/>
              </a:rPr>
              <a:t>✔ Is this an elephant?</a:t>
            </a:r>
          </a:p>
          <a:p>
            <a:pPr rtl="0" algn="l">
              <a:spcAft>
                <a:spcPts val="300"/>
              </a:spcAft>
            </a:pPr>
            <a:r>
              <a:rPr sz="1700" b="0" i="0" lang="en-US">
                <a:solidFill>
                  <a:srgbClr val="1C2333"/>
                </a:solidFill>
                <a:latin typeface="Segoe UI"/>
              </a:rPr>
              <a:t>6) That is a moon.</a:t>
            </a:r>
          </a:p>
          <a:p>
            <a:pPr lvl="1" rtl="0" algn="l">
              <a:spcAft>
                <a:spcPts val="700"/>
              </a:spcAft>
            </a:pPr>
            <a:r>
              <a:rPr sz="1600" b="1" i="0" lang="en-US">
                <a:solidFill>
                  <a:srgbClr val="0F7A3D"/>
                </a:solidFill>
                <a:latin typeface="Segoe UI"/>
              </a:rPr>
              <a:t>✔ Is that a moon?</a:t>
            </a:r>
          </a:p>
          <a:p>
            <a:pPr rtl="0" algn="l">
              <a:spcAft>
                <a:spcPts val="300"/>
              </a:spcAft>
            </a:pPr>
            <a:r>
              <a:rPr sz="1700" b="0" i="0" lang="en-US">
                <a:solidFill>
                  <a:srgbClr val="1C2333"/>
                </a:solidFill>
                <a:latin typeface="Segoe UI"/>
              </a:rPr>
              <a:t>7) This is a toy.</a:t>
            </a:r>
          </a:p>
          <a:p>
            <a:pPr lvl="1" rtl="0" algn="l">
              <a:spcAft>
                <a:spcPts val="700"/>
              </a:spcAft>
            </a:pPr>
            <a:r>
              <a:rPr sz="1600" b="1" i="0" lang="en-US">
                <a:solidFill>
                  <a:srgbClr val="0F7A3D"/>
                </a:solidFill>
                <a:latin typeface="Segoe UI"/>
              </a:rPr>
              <a:t>✔ Is this a toy?</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That is an elephant.</a:t>
            </a:r>
          </a:p>
          <a:p>
            <a:pPr rtl="0" algn="l">
              <a:spcAft>
                <a:spcPts val="800"/>
              </a:spcAft>
            </a:pPr>
            <a:r>
              <a:rPr sz="1800" b="0" i="0" lang="en-US">
                <a:solidFill>
                  <a:srgbClr val="1C2333"/>
                </a:solidFill>
                <a:latin typeface="Segoe UI"/>
              </a:rPr>
              <a:t>9) This is a flower.</a:t>
            </a:r>
          </a:p>
          <a:p>
            <a:pPr rtl="0" algn="l">
              <a:spcAft>
                <a:spcPts val="800"/>
              </a:spcAft>
            </a:pPr>
            <a:r>
              <a:rPr sz="1800" b="0" i="0" lang="en-US">
                <a:solidFill>
                  <a:srgbClr val="1C2333"/>
                </a:solidFill>
                <a:latin typeface="Segoe UI"/>
              </a:rPr>
              <a:t>10) That is a rainbow.</a:t>
            </a:r>
          </a:p>
          <a:p>
            <a:pPr rtl="0" algn="l">
              <a:spcAft>
                <a:spcPts val="800"/>
              </a:spcAft>
            </a:pPr>
            <a:r>
              <a:rPr sz="1800" b="0" i="0" lang="en-US">
                <a:solidFill>
                  <a:srgbClr val="1C2333"/>
                </a:solidFill>
                <a:latin typeface="Segoe UI"/>
              </a:rPr>
              <a:t>11) This is an orange.</a:t>
            </a:r>
          </a:p>
          <a:p>
            <a:pPr rtl="0" algn="l">
              <a:spcAft>
                <a:spcPts val="800"/>
              </a:spcAft>
            </a:pPr>
            <a:r>
              <a:rPr sz="1800" b="0" i="0" lang="en-US">
                <a:solidFill>
                  <a:srgbClr val="1C2333"/>
                </a:solidFill>
                <a:latin typeface="Segoe UI"/>
              </a:rPr>
              <a:t>12) That is a camera.</a:t>
            </a:r>
          </a:p>
          <a:p>
            <a:pPr rtl="0" algn="l">
              <a:spcAft>
                <a:spcPts val="800"/>
              </a:spcAft>
            </a:pPr>
            <a:r>
              <a:rPr sz="1800" b="0" i="0" lang="en-US">
                <a:solidFill>
                  <a:srgbClr val="1C2333"/>
                </a:solidFill>
                <a:latin typeface="Segoe UI"/>
              </a:rPr>
              <a:t>13) This is a bird.</a:t>
            </a:r>
          </a:p>
          <a:p>
            <a:pPr rtl="0" algn="l">
              <a:spcAft>
                <a:spcPts val="800"/>
              </a:spcAft>
            </a:pPr>
            <a:r>
              <a:rPr sz="1800" b="0" i="0" lang="en-US">
                <a:solidFill>
                  <a:srgbClr val="1C2333"/>
                </a:solidFill>
                <a:latin typeface="Segoe UI"/>
              </a:rPr>
              <a:t>14) That is an egg.</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That is an elephant.</a:t>
            </a:r>
          </a:p>
          <a:p>
            <a:pPr lvl="1" rtl="0" algn="l">
              <a:spcAft>
                <a:spcPts val="700"/>
              </a:spcAft>
            </a:pPr>
            <a:r>
              <a:rPr sz="1600" b="1" i="0" lang="en-US">
                <a:solidFill>
                  <a:srgbClr val="0F7A3D"/>
                </a:solidFill>
                <a:latin typeface="Segoe UI"/>
              </a:rPr>
              <a:t>✔ Is that an elephant?</a:t>
            </a:r>
          </a:p>
          <a:p>
            <a:pPr rtl="0" algn="l">
              <a:spcAft>
                <a:spcPts val="300"/>
              </a:spcAft>
            </a:pPr>
            <a:r>
              <a:rPr sz="1700" b="0" i="0" lang="en-US">
                <a:solidFill>
                  <a:srgbClr val="1C2333"/>
                </a:solidFill>
                <a:latin typeface="Segoe UI"/>
              </a:rPr>
              <a:t>9) This is a flower.</a:t>
            </a:r>
          </a:p>
          <a:p>
            <a:pPr lvl="1" rtl="0" algn="l">
              <a:spcAft>
                <a:spcPts val="700"/>
              </a:spcAft>
            </a:pPr>
            <a:r>
              <a:rPr sz="1600" b="1" i="0" lang="en-US">
                <a:solidFill>
                  <a:srgbClr val="0F7A3D"/>
                </a:solidFill>
                <a:latin typeface="Segoe UI"/>
              </a:rPr>
              <a:t>✔ Is this a flower?</a:t>
            </a:r>
          </a:p>
          <a:p>
            <a:pPr rtl="0" algn="l">
              <a:spcAft>
                <a:spcPts val="300"/>
              </a:spcAft>
            </a:pPr>
            <a:r>
              <a:rPr sz="1700" b="0" i="0" lang="en-US">
                <a:solidFill>
                  <a:srgbClr val="1C2333"/>
                </a:solidFill>
                <a:latin typeface="Segoe UI"/>
              </a:rPr>
              <a:t>10) That is a rainbow.</a:t>
            </a:r>
          </a:p>
          <a:p>
            <a:pPr lvl="1" rtl="0" algn="l">
              <a:spcAft>
                <a:spcPts val="700"/>
              </a:spcAft>
            </a:pPr>
            <a:r>
              <a:rPr sz="1600" b="1" i="0" lang="en-US">
                <a:solidFill>
                  <a:srgbClr val="0F7A3D"/>
                </a:solidFill>
                <a:latin typeface="Segoe UI"/>
              </a:rPr>
              <a:t>✔ Is that a rainbow?</a:t>
            </a:r>
          </a:p>
          <a:p>
            <a:pPr rtl="0" algn="l">
              <a:spcAft>
                <a:spcPts val="300"/>
              </a:spcAft>
            </a:pPr>
            <a:r>
              <a:rPr sz="1700" b="0" i="0" lang="en-US">
                <a:solidFill>
                  <a:srgbClr val="1C2333"/>
                </a:solidFill>
                <a:latin typeface="Segoe UI"/>
              </a:rPr>
              <a:t>11) This is an orange.</a:t>
            </a:r>
          </a:p>
          <a:p>
            <a:pPr lvl="1" rtl="0" algn="l">
              <a:spcAft>
                <a:spcPts val="700"/>
              </a:spcAft>
            </a:pPr>
            <a:r>
              <a:rPr sz="1600" b="1" i="0" lang="en-US">
                <a:solidFill>
                  <a:srgbClr val="0F7A3D"/>
                </a:solidFill>
                <a:latin typeface="Segoe UI"/>
              </a:rPr>
              <a:t>✔ Is this an orange?</a:t>
            </a:r>
          </a:p>
          <a:p>
            <a:pPr rtl="0" algn="l">
              <a:spcAft>
                <a:spcPts val="300"/>
              </a:spcAft>
            </a:pPr>
            <a:r>
              <a:rPr sz="1700" b="0" i="0" lang="en-US">
                <a:solidFill>
                  <a:srgbClr val="1C2333"/>
                </a:solidFill>
                <a:latin typeface="Segoe UI"/>
              </a:rPr>
              <a:t>12) That is a camera.</a:t>
            </a:r>
          </a:p>
          <a:p>
            <a:pPr lvl="1" rtl="0" algn="l">
              <a:spcAft>
                <a:spcPts val="700"/>
              </a:spcAft>
            </a:pPr>
            <a:r>
              <a:rPr sz="1600" b="1" i="0" lang="en-US">
                <a:solidFill>
                  <a:srgbClr val="0F7A3D"/>
                </a:solidFill>
                <a:latin typeface="Segoe UI"/>
              </a:rPr>
              <a:t>✔ Is that a camera?</a:t>
            </a:r>
          </a:p>
          <a:p>
            <a:pPr rtl="0" algn="l">
              <a:spcAft>
                <a:spcPts val="300"/>
              </a:spcAft>
            </a:pPr>
            <a:r>
              <a:rPr sz="1700" b="0" i="0" lang="en-US">
                <a:solidFill>
                  <a:srgbClr val="1C2333"/>
                </a:solidFill>
                <a:latin typeface="Segoe UI"/>
              </a:rPr>
              <a:t>13) This is a bird.</a:t>
            </a:r>
          </a:p>
          <a:p>
            <a:pPr lvl="1" rtl="0" algn="l">
              <a:spcAft>
                <a:spcPts val="700"/>
              </a:spcAft>
            </a:pPr>
            <a:r>
              <a:rPr sz="1600" b="1" i="0" lang="en-US">
                <a:solidFill>
                  <a:srgbClr val="0F7A3D"/>
                </a:solidFill>
                <a:latin typeface="Segoe UI"/>
              </a:rPr>
              <a:t>✔ Is this a bird?</a:t>
            </a:r>
          </a:p>
          <a:p>
            <a:pPr rtl="0" algn="l">
              <a:spcAft>
                <a:spcPts val="300"/>
              </a:spcAft>
            </a:pPr>
            <a:r>
              <a:rPr sz="1700" b="0" i="0" lang="en-US">
                <a:solidFill>
                  <a:srgbClr val="1C2333"/>
                </a:solidFill>
                <a:latin typeface="Segoe UI"/>
              </a:rPr>
              <a:t>14) That is an egg.</a:t>
            </a:r>
          </a:p>
          <a:p>
            <a:pPr lvl="1" rtl="0" algn="l">
              <a:spcAft>
                <a:spcPts val="700"/>
              </a:spcAft>
            </a:pPr>
            <a:r>
              <a:rPr sz="1600" b="1" i="0" lang="en-US">
                <a:solidFill>
                  <a:srgbClr val="0F7A3D"/>
                </a:solidFill>
                <a:latin typeface="Segoe UI"/>
              </a:rPr>
              <a:t>✔ Is that an egg?</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This is an apple.</a:t>
            </a:r>
          </a:p>
          <a:p>
            <a:pPr rtl="0" algn="l">
              <a:spcAft>
                <a:spcPts val="800"/>
              </a:spcAft>
            </a:pPr>
            <a:r>
              <a:rPr sz="1800" b="0" i="0" lang="en-US">
                <a:solidFill>
                  <a:srgbClr val="1C2333"/>
                </a:solidFill>
                <a:latin typeface="Segoe UI"/>
              </a:rPr>
              <a:t>16) That is a bench.</a:t>
            </a:r>
          </a:p>
          <a:p>
            <a:pPr rtl="0" algn="l">
              <a:spcAft>
                <a:spcPts val="800"/>
              </a:spcAft>
            </a:pPr>
            <a:r>
              <a:rPr sz="1800" b="0" i="0" lang="en-US">
                <a:solidFill>
                  <a:srgbClr val="1C2333"/>
                </a:solidFill>
                <a:latin typeface="Segoe UI"/>
              </a:rPr>
              <a:t>17) This is a door.</a:t>
            </a:r>
          </a:p>
          <a:p>
            <a:pPr rtl="0" algn="l">
              <a:spcAft>
                <a:spcPts val="800"/>
              </a:spcAft>
            </a:pPr>
            <a:r>
              <a:rPr sz="1800" b="0" i="0" lang="en-US">
                <a:solidFill>
                  <a:srgbClr val="1C2333"/>
                </a:solidFill>
                <a:latin typeface="Segoe UI"/>
              </a:rPr>
              <a:t>18) That is an umbrella.</a:t>
            </a:r>
          </a:p>
          <a:p>
            <a:pPr rtl="0" algn="l">
              <a:spcAft>
                <a:spcPts val="800"/>
              </a:spcAft>
            </a:pPr>
            <a:r>
              <a:rPr sz="1800" b="0" i="0" lang="en-US">
                <a:solidFill>
                  <a:srgbClr val="1C2333"/>
                </a:solidFill>
                <a:latin typeface="Segoe UI"/>
              </a:rPr>
              <a:t>19) This is a pen.</a:t>
            </a:r>
          </a:p>
          <a:p>
            <a:pPr rtl="0" algn="l">
              <a:spcAft>
                <a:spcPts val="800"/>
              </a:spcAft>
            </a:pPr>
            <a:r>
              <a:rPr sz="1800" b="0" i="0" lang="en-US">
                <a:solidFill>
                  <a:srgbClr val="1C2333"/>
                </a:solidFill>
                <a:latin typeface="Segoe UI"/>
              </a:rPr>
              <a:t>20) That is a fan.</a:t>
            </a:r>
          </a:p>
          <a:p>
            <a:pPr rtl="0" algn="l">
              <a:spcAft>
                <a:spcPts val="800"/>
              </a:spcAft>
            </a:pPr>
            <a:r>
              <a:rPr sz="1800" b="0" i="0" lang="en-US">
                <a:solidFill>
                  <a:srgbClr val="1C2333"/>
                </a:solidFill>
                <a:latin typeface="Segoe UI"/>
              </a:rPr>
              <a:t>21) This is an arm.</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This is an apple.</a:t>
            </a:r>
          </a:p>
          <a:p>
            <a:pPr lvl="1" rtl="0" algn="l">
              <a:spcAft>
                <a:spcPts val="700"/>
              </a:spcAft>
            </a:pPr>
            <a:r>
              <a:rPr sz="1600" b="1" i="0" lang="en-US">
                <a:solidFill>
                  <a:srgbClr val="0F7A3D"/>
                </a:solidFill>
                <a:latin typeface="Segoe UI"/>
              </a:rPr>
              <a:t>✔ Is this an apple?</a:t>
            </a:r>
          </a:p>
          <a:p>
            <a:pPr rtl="0" algn="l">
              <a:spcAft>
                <a:spcPts val="300"/>
              </a:spcAft>
            </a:pPr>
            <a:r>
              <a:rPr sz="1700" b="0" i="0" lang="en-US">
                <a:solidFill>
                  <a:srgbClr val="1C2333"/>
                </a:solidFill>
                <a:latin typeface="Segoe UI"/>
              </a:rPr>
              <a:t>16) That is a bench.</a:t>
            </a:r>
          </a:p>
          <a:p>
            <a:pPr lvl="1" rtl="0" algn="l">
              <a:spcAft>
                <a:spcPts val="700"/>
              </a:spcAft>
            </a:pPr>
            <a:r>
              <a:rPr sz="1600" b="1" i="0" lang="en-US">
                <a:solidFill>
                  <a:srgbClr val="0F7A3D"/>
                </a:solidFill>
                <a:latin typeface="Segoe UI"/>
              </a:rPr>
              <a:t>✔ Is that a bench?</a:t>
            </a:r>
          </a:p>
          <a:p>
            <a:pPr rtl="0" algn="l">
              <a:spcAft>
                <a:spcPts val="300"/>
              </a:spcAft>
            </a:pPr>
            <a:r>
              <a:rPr sz="1700" b="0" i="0" lang="en-US">
                <a:solidFill>
                  <a:srgbClr val="1C2333"/>
                </a:solidFill>
                <a:latin typeface="Segoe UI"/>
              </a:rPr>
              <a:t>17) This is a door.</a:t>
            </a:r>
          </a:p>
          <a:p>
            <a:pPr lvl="1" rtl="0" algn="l">
              <a:spcAft>
                <a:spcPts val="700"/>
              </a:spcAft>
            </a:pPr>
            <a:r>
              <a:rPr sz="1600" b="1" i="0" lang="en-US">
                <a:solidFill>
                  <a:srgbClr val="0F7A3D"/>
                </a:solidFill>
                <a:latin typeface="Segoe UI"/>
              </a:rPr>
              <a:t>✔ Is this a door?</a:t>
            </a:r>
          </a:p>
          <a:p>
            <a:pPr rtl="0" algn="l">
              <a:spcAft>
                <a:spcPts val="300"/>
              </a:spcAft>
            </a:pPr>
            <a:r>
              <a:rPr sz="1700" b="0" i="0" lang="en-US">
                <a:solidFill>
                  <a:srgbClr val="1C2333"/>
                </a:solidFill>
                <a:latin typeface="Segoe UI"/>
              </a:rPr>
              <a:t>18) That is an umbrella.</a:t>
            </a:r>
          </a:p>
          <a:p>
            <a:pPr lvl="1" rtl="0" algn="l">
              <a:spcAft>
                <a:spcPts val="700"/>
              </a:spcAft>
            </a:pPr>
            <a:r>
              <a:rPr sz="1600" b="1" i="0" lang="en-US">
                <a:solidFill>
                  <a:srgbClr val="0F7A3D"/>
                </a:solidFill>
                <a:latin typeface="Segoe UI"/>
              </a:rPr>
              <a:t>✔ Is that an umbrella?</a:t>
            </a:r>
          </a:p>
          <a:p>
            <a:pPr rtl="0" algn="l">
              <a:spcAft>
                <a:spcPts val="300"/>
              </a:spcAft>
            </a:pPr>
            <a:r>
              <a:rPr sz="1700" b="0" i="0" lang="en-US">
                <a:solidFill>
                  <a:srgbClr val="1C2333"/>
                </a:solidFill>
                <a:latin typeface="Segoe UI"/>
              </a:rPr>
              <a:t>19) This is a pen.</a:t>
            </a:r>
          </a:p>
          <a:p>
            <a:pPr lvl="1" rtl="0" algn="l">
              <a:spcAft>
                <a:spcPts val="700"/>
              </a:spcAft>
            </a:pPr>
            <a:r>
              <a:rPr sz="1600" b="1" i="0" lang="en-US">
                <a:solidFill>
                  <a:srgbClr val="0F7A3D"/>
                </a:solidFill>
                <a:latin typeface="Segoe UI"/>
              </a:rPr>
              <a:t>✔ Is this a pen?</a:t>
            </a:r>
          </a:p>
          <a:p>
            <a:pPr rtl="0" algn="l">
              <a:spcAft>
                <a:spcPts val="300"/>
              </a:spcAft>
            </a:pPr>
            <a:r>
              <a:rPr sz="1700" b="0" i="0" lang="en-US">
                <a:solidFill>
                  <a:srgbClr val="1C2333"/>
                </a:solidFill>
                <a:latin typeface="Segoe UI"/>
              </a:rPr>
              <a:t>20) That is a fan.</a:t>
            </a:r>
          </a:p>
          <a:p>
            <a:pPr lvl="1" rtl="0" algn="l">
              <a:spcAft>
                <a:spcPts val="700"/>
              </a:spcAft>
            </a:pPr>
            <a:r>
              <a:rPr sz="1600" b="1" i="0" lang="en-US">
                <a:solidFill>
                  <a:srgbClr val="0F7A3D"/>
                </a:solidFill>
                <a:latin typeface="Segoe UI"/>
              </a:rPr>
              <a:t>✔ Is that a fan?</a:t>
            </a:r>
          </a:p>
          <a:p>
            <a:pPr rtl="0" algn="l">
              <a:spcAft>
                <a:spcPts val="300"/>
              </a:spcAft>
            </a:pPr>
            <a:r>
              <a:rPr sz="1700" b="0" i="0" lang="en-US">
                <a:solidFill>
                  <a:srgbClr val="1C2333"/>
                </a:solidFill>
                <a:latin typeface="Segoe UI"/>
              </a:rPr>
              <a:t>21) This is an arm.</a:t>
            </a:r>
          </a:p>
          <a:p>
            <a:pPr lvl="1" rtl="0" algn="l">
              <a:spcAft>
                <a:spcPts val="700"/>
              </a:spcAft>
            </a:pPr>
            <a:r>
              <a:rPr sz="1600" b="1" i="0" lang="en-US">
                <a:solidFill>
                  <a:srgbClr val="0F7A3D"/>
                </a:solidFill>
                <a:latin typeface="Segoe UI"/>
              </a:rPr>
              <a:t>✔ Is this an arm?</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That is a cloud.</a:t>
            </a:r>
          </a:p>
          <a:p>
            <a:pPr rtl="0" algn="l">
              <a:spcAft>
                <a:spcPts val="800"/>
              </a:spcAft>
            </a:pPr>
            <a:r>
              <a:rPr sz="1800" b="0" i="0" lang="en-US">
                <a:solidFill>
                  <a:srgbClr val="1C2333"/>
                </a:solidFill>
                <a:latin typeface="Segoe UI"/>
              </a:rPr>
              <a:t>23) This is a banana.</a:t>
            </a:r>
          </a:p>
          <a:p>
            <a:pPr rtl="0" algn="l">
              <a:spcAft>
                <a:spcPts val="800"/>
              </a:spcAft>
            </a:pPr>
            <a:r>
              <a:rPr sz="1800" b="0" i="0" lang="en-US">
                <a:solidFill>
                  <a:srgbClr val="1C2333"/>
                </a:solidFill>
                <a:latin typeface="Segoe UI"/>
              </a:rPr>
              <a:t>24) That is an ant.</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C) Make a question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That is a cloud.</a:t>
            </a:r>
          </a:p>
          <a:p>
            <a:pPr lvl="1" rtl="0" algn="l">
              <a:spcAft>
                <a:spcPts val="700"/>
              </a:spcAft>
            </a:pPr>
            <a:r>
              <a:rPr sz="1600" b="1" i="0" lang="en-US">
                <a:solidFill>
                  <a:srgbClr val="0F7A3D"/>
                </a:solidFill>
                <a:latin typeface="Segoe UI"/>
              </a:rPr>
              <a:t>✔ Is that a cloud?</a:t>
            </a:r>
          </a:p>
          <a:p>
            <a:pPr rtl="0" algn="l">
              <a:spcAft>
                <a:spcPts val="300"/>
              </a:spcAft>
            </a:pPr>
            <a:r>
              <a:rPr sz="1700" b="0" i="0" lang="en-US">
                <a:solidFill>
                  <a:srgbClr val="1C2333"/>
                </a:solidFill>
                <a:latin typeface="Segoe UI"/>
              </a:rPr>
              <a:t>23) This is a banana.</a:t>
            </a:r>
          </a:p>
          <a:p>
            <a:pPr lvl="1" rtl="0" algn="l">
              <a:spcAft>
                <a:spcPts val="700"/>
              </a:spcAft>
            </a:pPr>
            <a:r>
              <a:rPr sz="1600" b="1" i="0" lang="en-US">
                <a:solidFill>
                  <a:srgbClr val="0F7A3D"/>
                </a:solidFill>
                <a:latin typeface="Segoe UI"/>
              </a:rPr>
              <a:t>✔ Is this a banana?</a:t>
            </a:r>
          </a:p>
          <a:p>
            <a:pPr rtl="0" algn="l">
              <a:spcAft>
                <a:spcPts val="300"/>
              </a:spcAft>
            </a:pPr>
            <a:r>
              <a:rPr sz="1700" b="0" i="0" lang="en-US">
                <a:solidFill>
                  <a:srgbClr val="1C2333"/>
                </a:solidFill>
                <a:latin typeface="Segoe UI"/>
              </a:rPr>
              <a:t>24) That is an ant.</a:t>
            </a:r>
          </a:p>
          <a:p>
            <a:pPr lvl="1" rtl="0" algn="l">
              <a:spcAft>
                <a:spcPts val="700"/>
              </a:spcAft>
            </a:pPr>
            <a:r>
              <a:rPr sz="1600" b="1" i="0" lang="en-US">
                <a:solidFill>
                  <a:srgbClr val="0F7A3D"/>
                </a:solidFill>
                <a:latin typeface="Segoe UI"/>
              </a:rPr>
              <a:t>✔ Is that an ant?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this a pencil?</a:t>
            </a:r>
          </a:p>
          <a:p>
            <a:pPr rtl="0" algn="l">
              <a:spcAft>
                <a:spcPts val="800"/>
              </a:spcAft>
            </a:pPr>
            <a:r>
              <a:rPr sz="1800" b="0" i="0" lang="en-US">
                <a:solidFill>
                  <a:srgbClr val="1C2333"/>
                </a:solidFill>
                <a:latin typeface="Segoe UI"/>
              </a:rPr>
              <a:t>2) Is this an apple?</a:t>
            </a:r>
          </a:p>
          <a:p>
            <a:pPr rtl="0" algn="l">
              <a:spcAft>
                <a:spcPts val="800"/>
              </a:spcAft>
            </a:pPr>
            <a:r>
              <a:rPr sz="1800" b="0" i="0" lang="en-US">
                <a:solidFill>
                  <a:srgbClr val="1C2333"/>
                </a:solidFill>
                <a:latin typeface="Segoe UI"/>
              </a:rPr>
              <a:t>3) Is this a banana?</a:t>
            </a:r>
          </a:p>
          <a:p>
            <a:pPr rtl="0" algn="l">
              <a:spcAft>
                <a:spcPts val="800"/>
              </a:spcAft>
            </a:pPr>
            <a:r>
              <a:rPr sz="1800" b="0" i="0" lang="en-US">
                <a:solidFill>
                  <a:srgbClr val="1C2333"/>
                </a:solidFill>
                <a:latin typeface="Segoe UI"/>
              </a:rPr>
              <a:t>4) Is this an orange?</a:t>
            </a:r>
          </a:p>
          <a:p>
            <a:pPr rtl="0" algn="l">
              <a:spcAft>
                <a:spcPts val="800"/>
              </a:spcAft>
            </a:pPr>
            <a:r>
              <a:rPr sz="1800" b="0" i="0" lang="en-US">
                <a:solidFill>
                  <a:srgbClr val="1C2333"/>
                </a:solidFill>
                <a:latin typeface="Segoe UI"/>
              </a:rPr>
              <a:t>5) Is this a camera?</a:t>
            </a:r>
          </a:p>
          <a:p>
            <a:pPr rtl="0" algn="l">
              <a:spcAft>
                <a:spcPts val="800"/>
              </a:spcAft>
            </a:pPr>
            <a:r>
              <a:rPr sz="1800" b="0" i="0" lang="en-US">
                <a:solidFill>
                  <a:srgbClr val="1C2333"/>
                </a:solidFill>
                <a:latin typeface="Segoe UI"/>
              </a:rPr>
              <a:t>6) Is this a pen?</a:t>
            </a:r>
          </a:p>
          <a:p>
            <a:pPr rtl="0" algn="l">
              <a:spcAft>
                <a:spcPts val="800"/>
              </a:spcAft>
            </a:pPr>
            <a:r>
              <a:rPr sz="1800" b="0" i="0" lang="en-US">
                <a:solidFill>
                  <a:srgbClr val="1C2333"/>
                </a:solidFill>
                <a:latin typeface="Segoe UI"/>
              </a:rPr>
              <a:t>7) Is this a door?</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this a pencil?</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2) Is this an apple?</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3) Is this a banana?</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4) Is this an orange?</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5) Is this a camera?</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6) Is this a pen?</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7) Is this a door?</a:t>
            </a:r>
          </a:p>
          <a:p>
            <a:pPr lvl="1" rtl="0" algn="l">
              <a:spcAft>
                <a:spcPts val="700"/>
              </a:spcAft>
            </a:pPr>
            <a:r>
              <a:rPr sz="1600" b="1" i="0" lang="en-US">
                <a:solidFill>
                  <a:srgbClr val="0F7A3D"/>
                </a:solidFill>
                <a:latin typeface="Segoe UI"/>
              </a:rPr>
              <a:t>✔ Yes, it is. / No, it isn't.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Is that a star?</a:t>
            </a:r>
          </a:p>
          <a:p>
            <a:pPr rtl="0" algn="l">
              <a:spcAft>
                <a:spcPts val="800"/>
              </a:spcAft>
            </a:pPr>
            <a:r>
              <a:rPr sz="1800" b="0" i="0" lang="en-US">
                <a:solidFill>
                  <a:srgbClr val="1C2333"/>
                </a:solidFill>
                <a:latin typeface="Segoe UI"/>
              </a:rPr>
              <a:t>9) Is that an ant?</a:t>
            </a:r>
          </a:p>
          <a:p>
            <a:pPr rtl="0" algn="l">
              <a:spcAft>
                <a:spcPts val="800"/>
              </a:spcAft>
            </a:pPr>
            <a:r>
              <a:rPr sz="1800" b="0" i="0" lang="en-US">
                <a:solidFill>
                  <a:srgbClr val="1C2333"/>
                </a:solidFill>
                <a:latin typeface="Segoe UI"/>
              </a:rPr>
              <a:t>10) Is that a camel?</a:t>
            </a:r>
          </a:p>
          <a:p>
            <a:pPr rtl="0" algn="l">
              <a:spcAft>
                <a:spcPts val="800"/>
              </a:spcAft>
            </a:pPr>
            <a:r>
              <a:rPr sz="1800" b="0" i="0" lang="en-US">
                <a:solidFill>
                  <a:srgbClr val="1C2333"/>
                </a:solidFill>
                <a:latin typeface="Segoe UI"/>
              </a:rPr>
              <a:t>11) Is that a rainbow?</a:t>
            </a:r>
          </a:p>
          <a:p>
            <a:pPr rtl="0" algn="l">
              <a:spcAft>
                <a:spcPts val="800"/>
              </a:spcAft>
            </a:pPr>
            <a:r>
              <a:rPr sz="1800" b="0" i="0" lang="en-US">
                <a:solidFill>
                  <a:srgbClr val="1C2333"/>
                </a:solidFill>
                <a:latin typeface="Segoe UI"/>
              </a:rPr>
              <a:t>12) Is that an apple?</a:t>
            </a:r>
          </a:p>
          <a:p>
            <a:pPr rtl="0" algn="l">
              <a:spcAft>
                <a:spcPts val="800"/>
              </a:spcAft>
            </a:pPr>
            <a:r>
              <a:rPr sz="1800" b="0" i="0" lang="en-US">
                <a:solidFill>
                  <a:srgbClr val="1C2333"/>
                </a:solidFill>
                <a:latin typeface="Segoe UI"/>
              </a:rPr>
              <a:t>13) Is that a bird?</a:t>
            </a:r>
          </a:p>
          <a:p>
            <a:pPr rtl="0" algn="l">
              <a:spcAft>
                <a:spcPts val="800"/>
              </a:spcAft>
            </a:pPr>
            <a:r>
              <a:rPr sz="1800" b="0" i="0" lang="en-US">
                <a:solidFill>
                  <a:srgbClr val="1C2333"/>
                </a:solidFill>
                <a:latin typeface="Segoe UI"/>
              </a:rPr>
              <a:t>14) Is that an elephant?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D)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Is that a star?</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9) Is that an ant?</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10) Is that a camel?</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11) Is that a rainbow?</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12) Is that an apple?</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13) Is that a bird?</a:t>
            </a:r>
          </a:p>
          <a:p>
            <a:pPr lvl="1" rtl="0" algn="l">
              <a:spcAft>
                <a:spcPts val="700"/>
              </a:spcAft>
            </a:pPr>
            <a:r>
              <a:rPr sz="1600" b="1" i="0" lang="en-US">
                <a:solidFill>
                  <a:srgbClr val="0F7A3D"/>
                </a:solidFill>
                <a:latin typeface="Segoe UI"/>
              </a:rPr>
              <a:t>✔ Yes, it is. / No, it isn't.</a:t>
            </a:r>
          </a:p>
          <a:p>
            <a:pPr rtl="0" algn="l">
              <a:spcAft>
                <a:spcPts val="300"/>
              </a:spcAft>
            </a:pPr>
            <a:r>
              <a:rPr sz="1700" b="0" i="0" lang="en-US">
                <a:solidFill>
                  <a:srgbClr val="1C2333"/>
                </a:solidFill>
                <a:latin typeface="Segoe UI"/>
              </a:rPr>
              <a:t>14) Is that an elephant?</a:t>
            </a:r>
          </a:p>
          <a:p>
            <a:pPr lvl="1" rtl="0" algn="l">
              <a:spcAft>
                <a:spcPts val="700"/>
              </a:spcAft>
            </a:pPr>
            <a:r>
              <a:rPr sz="1600" b="1" i="0" lang="en-US">
                <a:solidFill>
                  <a:srgbClr val="0F7A3D"/>
                </a:solidFill>
                <a:latin typeface="Segoe UI"/>
              </a:rPr>
              <a:t>✔ Yes, it is. / No, it isn't.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Yes, this is a toy.</a:t>
            </a:r>
          </a:p>
          <a:p>
            <a:pPr rtl="0" algn="l">
              <a:spcAft>
                <a:spcPts val="800"/>
              </a:spcAft>
            </a:pPr>
            <a:r>
              <a:rPr sz="1800" b="0" i="0" lang="en-US">
                <a:solidFill>
                  <a:srgbClr val="1C2333"/>
                </a:solidFill>
                <a:latin typeface="Segoe UI"/>
              </a:rPr>
              <a:t>2) No, that isn't a star.</a:t>
            </a:r>
          </a:p>
          <a:p>
            <a:pPr rtl="0" algn="l">
              <a:spcAft>
                <a:spcPts val="800"/>
              </a:spcAft>
            </a:pPr>
            <a:r>
              <a:rPr sz="1800" b="0" i="0" lang="en-US">
                <a:solidFill>
                  <a:srgbClr val="1C2333"/>
                </a:solidFill>
                <a:latin typeface="Segoe UI"/>
              </a:rPr>
              <a:t>3) No, this isn't a car.</a:t>
            </a:r>
          </a:p>
          <a:p>
            <a:pPr rtl="0" algn="l">
              <a:spcAft>
                <a:spcPts val="800"/>
              </a:spcAft>
            </a:pPr>
            <a:r>
              <a:rPr sz="1800" b="0" i="0" lang="en-US">
                <a:solidFill>
                  <a:srgbClr val="1C2333"/>
                </a:solidFill>
                <a:latin typeface="Segoe UI"/>
              </a:rPr>
              <a:t>4) Yes, that is a bird.</a:t>
            </a:r>
          </a:p>
          <a:p>
            <a:pPr rtl="0" algn="l">
              <a:spcAft>
                <a:spcPts val="800"/>
              </a:spcAft>
            </a:pPr>
            <a:r>
              <a:rPr sz="1800" b="0" i="0" lang="en-US">
                <a:solidFill>
                  <a:srgbClr val="1C2333"/>
                </a:solidFill>
                <a:latin typeface="Segoe UI"/>
              </a:rPr>
              <a:t>5) Yes, this is a book.</a:t>
            </a:r>
          </a:p>
          <a:p>
            <a:pPr rtl="0" algn="l">
              <a:spcAft>
                <a:spcPts val="800"/>
              </a:spcAft>
            </a:pPr>
            <a:r>
              <a:rPr sz="1800" b="0" i="0" lang="en-US">
                <a:solidFill>
                  <a:srgbClr val="1C2333"/>
                </a:solidFill>
                <a:latin typeface="Segoe UI"/>
              </a:rPr>
              <a:t>6) No, that isn't an orange.</a:t>
            </a:r>
          </a:p>
          <a:p>
            <a:pPr rtl="0" algn="l">
              <a:spcAft>
                <a:spcPts val="800"/>
              </a:spcAft>
            </a:pPr>
            <a:r>
              <a:rPr sz="1800" b="0" i="0" lang="en-US">
                <a:solidFill>
                  <a:srgbClr val="1C2333"/>
                </a:solidFill>
                <a:latin typeface="Segoe UI"/>
              </a:rPr>
              <a:t>7) No, this isn't an orange.</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Yes, this is a toy.</a:t>
            </a:r>
          </a:p>
          <a:p>
            <a:pPr lvl="1" rtl="0" algn="l">
              <a:spcAft>
                <a:spcPts val="700"/>
              </a:spcAft>
            </a:pPr>
            <a:r>
              <a:rPr sz="1600" b="1" i="0" lang="en-US">
                <a:solidFill>
                  <a:srgbClr val="0F7A3D"/>
                </a:solidFill>
                <a:latin typeface="Segoe UI"/>
              </a:rPr>
              <a:t>✔ Is this a toy?</a:t>
            </a:r>
          </a:p>
          <a:p>
            <a:pPr rtl="0" algn="l">
              <a:spcAft>
                <a:spcPts val="300"/>
              </a:spcAft>
            </a:pPr>
            <a:r>
              <a:rPr sz="1700" b="0" i="0" lang="en-US">
                <a:solidFill>
                  <a:srgbClr val="1C2333"/>
                </a:solidFill>
                <a:latin typeface="Segoe UI"/>
              </a:rPr>
              <a:t>2) No, that isn't a star.</a:t>
            </a:r>
          </a:p>
          <a:p>
            <a:pPr lvl="1" rtl="0" algn="l">
              <a:spcAft>
                <a:spcPts val="700"/>
              </a:spcAft>
            </a:pPr>
            <a:r>
              <a:rPr sz="1600" b="1" i="0" lang="en-US">
                <a:solidFill>
                  <a:srgbClr val="0F7A3D"/>
                </a:solidFill>
                <a:latin typeface="Segoe UI"/>
              </a:rPr>
              <a:t>✔ Is that a star?</a:t>
            </a:r>
          </a:p>
          <a:p>
            <a:pPr rtl="0" algn="l">
              <a:spcAft>
                <a:spcPts val="300"/>
              </a:spcAft>
            </a:pPr>
            <a:r>
              <a:rPr sz="1700" b="0" i="0" lang="en-US">
                <a:solidFill>
                  <a:srgbClr val="1C2333"/>
                </a:solidFill>
                <a:latin typeface="Segoe UI"/>
              </a:rPr>
              <a:t>3) No, this isn't a car.</a:t>
            </a:r>
          </a:p>
          <a:p>
            <a:pPr lvl="1" rtl="0" algn="l">
              <a:spcAft>
                <a:spcPts val="700"/>
              </a:spcAft>
            </a:pPr>
            <a:r>
              <a:rPr sz="1600" b="1" i="0" lang="en-US">
                <a:solidFill>
                  <a:srgbClr val="0F7A3D"/>
                </a:solidFill>
                <a:latin typeface="Segoe UI"/>
              </a:rPr>
              <a:t>✔ Is this a car?</a:t>
            </a:r>
          </a:p>
          <a:p>
            <a:pPr rtl="0" algn="l">
              <a:spcAft>
                <a:spcPts val="300"/>
              </a:spcAft>
            </a:pPr>
            <a:r>
              <a:rPr sz="1700" b="0" i="0" lang="en-US">
                <a:solidFill>
                  <a:srgbClr val="1C2333"/>
                </a:solidFill>
                <a:latin typeface="Segoe UI"/>
              </a:rPr>
              <a:t>4) Yes, that is a bird.</a:t>
            </a:r>
          </a:p>
          <a:p>
            <a:pPr lvl="1" rtl="0" algn="l">
              <a:spcAft>
                <a:spcPts val="700"/>
              </a:spcAft>
            </a:pPr>
            <a:r>
              <a:rPr sz="1600" b="1" i="0" lang="en-US">
                <a:solidFill>
                  <a:srgbClr val="0F7A3D"/>
                </a:solidFill>
                <a:latin typeface="Segoe UI"/>
              </a:rPr>
              <a:t>✔ Is that a bird?</a:t>
            </a:r>
          </a:p>
          <a:p>
            <a:pPr rtl="0" algn="l">
              <a:spcAft>
                <a:spcPts val="300"/>
              </a:spcAft>
            </a:pPr>
            <a:r>
              <a:rPr sz="1700" b="0" i="0" lang="en-US">
                <a:solidFill>
                  <a:srgbClr val="1C2333"/>
                </a:solidFill>
                <a:latin typeface="Segoe UI"/>
              </a:rPr>
              <a:t>5) Yes, this is a book.</a:t>
            </a:r>
          </a:p>
          <a:p>
            <a:pPr lvl="1" rtl="0" algn="l">
              <a:spcAft>
                <a:spcPts val="700"/>
              </a:spcAft>
            </a:pPr>
            <a:r>
              <a:rPr sz="1600" b="1" i="0" lang="en-US">
                <a:solidFill>
                  <a:srgbClr val="0F7A3D"/>
                </a:solidFill>
                <a:latin typeface="Segoe UI"/>
              </a:rPr>
              <a:t>✔ Is this a book?</a:t>
            </a:r>
          </a:p>
          <a:p>
            <a:pPr rtl="0" algn="l">
              <a:spcAft>
                <a:spcPts val="300"/>
              </a:spcAft>
            </a:pPr>
            <a:r>
              <a:rPr sz="1700" b="0" i="0" lang="en-US">
                <a:solidFill>
                  <a:srgbClr val="1C2333"/>
                </a:solidFill>
                <a:latin typeface="Segoe UI"/>
              </a:rPr>
              <a:t>6) No, that isn't an orange.</a:t>
            </a:r>
          </a:p>
          <a:p>
            <a:pPr lvl="1" rtl="0" algn="l">
              <a:spcAft>
                <a:spcPts val="700"/>
              </a:spcAft>
            </a:pPr>
            <a:r>
              <a:rPr sz="1600" b="1" i="0" lang="en-US">
                <a:solidFill>
                  <a:srgbClr val="0F7A3D"/>
                </a:solidFill>
                <a:latin typeface="Segoe UI"/>
              </a:rPr>
              <a:t>✔ Is that an orange?</a:t>
            </a:r>
          </a:p>
          <a:p>
            <a:pPr rtl="0" algn="l">
              <a:spcAft>
                <a:spcPts val="300"/>
              </a:spcAft>
            </a:pPr>
            <a:r>
              <a:rPr sz="1700" b="0" i="0" lang="en-US">
                <a:solidFill>
                  <a:srgbClr val="1C2333"/>
                </a:solidFill>
                <a:latin typeface="Segoe UI"/>
              </a:rPr>
              <a:t>7) No, this isn't an orange.</a:t>
            </a:r>
          </a:p>
          <a:p>
            <a:pPr lvl="1" rtl="0" algn="l">
              <a:spcAft>
                <a:spcPts val="700"/>
              </a:spcAft>
            </a:pPr>
            <a:r>
              <a:rPr sz="1600" b="1" i="0" lang="en-US">
                <a:solidFill>
                  <a:srgbClr val="0F7A3D"/>
                </a:solidFill>
                <a:latin typeface="Segoe UI"/>
              </a:rPr>
              <a:t>✔ Is this an orange?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Yes, that is a cloud.</a:t>
            </a:r>
          </a:p>
          <a:p>
            <a:pPr rtl="0" algn="l">
              <a:spcAft>
                <a:spcPts val="800"/>
              </a:spcAft>
            </a:pPr>
            <a:r>
              <a:rPr sz="1800" b="0" i="0" lang="en-US">
                <a:solidFill>
                  <a:srgbClr val="1C2333"/>
                </a:solidFill>
                <a:latin typeface="Segoe UI"/>
              </a:rPr>
              <a:t>9) Yes, this is a tree.</a:t>
            </a:r>
          </a:p>
          <a:p>
            <a:pPr rtl="0" algn="l">
              <a:spcAft>
                <a:spcPts val="800"/>
              </a:spcAft>
            </a:pPr>
            <a:r>
              <a:rPr sz="1800" b="0" i="0" lang="en-US">
                <a:solidFill>
                  <a:srgbClr val="1C2333"/>
                </a:solidFill>
                <a:latin typeface="Segoe UI"/>
              </a:rPr>
              <a:t>10) No, that isn't a camera.</a:t>
            </a:r>
          </a:p>
          <a:p>
            <a:pPr rtl="0" algn="l">
              <a:spcAft>
                <a:spcPts val="800"/>
              </a:spcAft>
            </a:pPr>
            <a:r>
              <a:rPr sz="1800" b="0" i="0" lang="en-US">
                <a:solidFill>
                  <a:srgbClr val="1C2333"/>
                </a:solidFill>
                <a:latin typeface="Segoe UI"/>
              </a:rPr>
              <a:t>11) No, this isn't an apple.</a:t>
            </a:r>
          </a:p>
          <a:p>
            <a:pPr rtl="0" algn="l">
              <a:spcAft>
                <a:spcPts val="800"/>
              </a:spcAft>
            </a:pPr>
            <a:r>
              <a:rPr sz="1800" b="0" i="0" lang="en-US">
                <a:solidFill>
                  <a:srgbClr val="1C2333"/>
                </a:solidFill>
                <a:latin typeface="Segoe UI"/>
              </a:rPr>
              <a:t>12) Yes, that is an umbrella.</a:t>
            </a:r>
          </a:p>
          <a:p>
            <a:pPr rtl="0" algn="l">
              <a:spcAft>
                <a:spcPts val="800"/>
              </a:spcAft>
            </a:pPr>
            <a:r>
              <a:rPr sz="1800" b="0" i="0" lang="en-US">
                <a:solidFill>
                  <a:srgbClr val="1C2333"/>
                </a:solidFill>
                <a:latin typeface="Segoe UI"/>
              </a:rPr>
              <a:t>13) Yes, this is a fish.</a:t>
            </a:r>
          </a:p>
          <a:p>
            <a:pPr rtl="0" algn="l">
              <a:spcAft>
                <a:spcPts val="800"/>
              </a:spcAft>
            </a:pPr>
            <a:r>
              <a:rPr sz="1800" b="0" i="0" lang="en-US">
                <a:solidFill>
                  <a:srgbClr val="1C2333"/>
                </a:solidFill>
                <a:latin typeface="Segoe UI"/>
              </a:rPr>
              <a:t>14) No, that isn't a candle.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E) Make a question for these answers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Yes, that is a cloud.</a:t>
            </a:r>
          </a:p>
          <a:p>
            <a:pPr lvl="1" rtl="0" algn="l">
              <a:spcAft>
                <a:spcPts val="700"/>
              </a:spcAft>
            </a:pPr>
            <a:r>
              <a:rPr sz="1600" b="1" i="0" lang="en-US">
                <a:solidFill>
                  <a:srgbClr val="0F7A3D"/>
                </a:solidFill>
                <a:latin typeface="Segoe UI"/>
              </a:rPr>
              <a:t>✔ Is that a cloud?</a:t>
            </a:r>
          </a:p>
          <a:p>
            <a:pPr rtl="0" algn="l">
              <a:spcAft>
                <a:spcPts val="300"/>
              </a:spcAft>
            </a:pPr>
            <a:r>
              <a:rPr sz="1700" b="0" i="0" lang="en-US">
                <a:solidFill>
                  <a:srgbClr val="1C2333"/>
                </a:solidFill>
                <a:latin typeface="Segoe UI"/>
              </a:rPr>
              <a:t>9) Yes, this is a tree.</a:t>
            </a:r>
          </a:p>
          <a:p>
            <a:pPr lvl="1" rtl="0" algn="l">
              <a:spcAft>
                <a:spcPts val="700"/>
              </a:spcAft>
            </a:pPr>
            <a:r>
              <a:rPr sz="1600" b="1" i="0" lang="en-US">
                <a:solidFill>
                  <a:srgbClr val="0F7A3D"/>
                </a:solidFill>
                <a:latin typeface="Segoe UI"/>
              </a:rPr>
              <a:t>✔ Is this a tree?</a:t>
            </a:r>
          </a:p>
          <a:p>
            <a:pPr rtl="0" algn="l">
              <a:spcAft>
                <a:spcPts val="300"/>
              </a:spcAft>
            </a:pPr>
            <a:r>
              <a:rPr sz="1700" b="0" i="0" lang="en-US">
                <a:solidFill>
                  <a:srgbClr val="1C2333"/>
                </a:solidFill>
                <a:latin typeface="Segoe UI"/>
              </a:rPr>
              <a:t>10) No, that isn't a camera.</a:t>
            </a:r>
          </a:p>
          <a:p>
            <a:pPr lvl="1" rtl="0" algn="l">
              <a:spcAft>
                <a:spcPts val="700"/>
              </a:spcAft>
            </a:pPr>
            <a:r>
              <a:rPr sz="1600" b="1" i="0" lang="en-US">
                <a:solidFill>
                  <a:srgbClr val="0F7A3D"/>
                </a:solidFill>
                <a:latin typeface="Segoe UI"/>
              </a:rPr>
              <a:t>✔ Is that a camera?</a:t>
            </a:r>
          </a:p>
          <a:p>
            <a:pPr rtl="0" algn="l">
              <a:spcAft>
                <a:spcPts val="300"/>
              </a:spcAft>
            </a:pPr>
            <a:r>
              <a:rPr sz="1700" b="0" i="0" lang="en-US">
                <a:solidFill>
                  <a:srgbClr val="1C2333"/>
                </a:solidFill>
                <a:latin typeface="Segoe UI"/>
              </a:rPr>
              <a:t>11) No, this isn't an apple.</a:t>
            </a:r>
          </a:p>
          <a:p>
            <a:pPr lvl="1" rtl="0" algn="l">
              <a:spcAft>
                <a:spcPts val="700"/>
              </a:spcAft>
            </a:pPr>
            <a:r>
              <a:rPr sz="1600" b="1" i="0" lang="en-US">
                <a:solidFill>
                  <a:srgbClr val="0F7A3D"/>
                </a:solidFill>
                <a:latin typeface="Segoe UI"/>
              </a:rPr>
              <a:t>✔ Is this an apple?</a:t>
            </a:r>
          </a:p>
          <a:p>
            <a:pPr rtl="0" algn="l">
              <a:spcAft>
                <a:spcPts val="300"/>
              </a:spcAft>
            </a:pPr>
            <a:r>
              <a:rPr sz="1700" b="0" i="0" lang="en-US">
                <a:solidFill>
                  <a:srgbClr val="1C2333"/>
                </a:solidFill>
                <a:latin typeface="Segoe UI"/>
              </a:rPr>
              <a:t>12) Yes, that is an umbrella.</a:t>
            </a:r>
          </a:p>
          <a:p>
            <a:pPr lvl="1" rtl="0" algn="l">
              <a:spcAft>
                <a:spcPts val="700"/>
              </a:spcAft>
            </a:pPr>
            <a:r>
              <a:rPr sz="1600" b="1" i="0" lang="en-US">
                <a:solidFill>
                  <a:srgbClr val="0F7A3D"/>
                </a:solidFill>
                <a:latin typeface="Segoe UI"/>
              </a:rPr>
              <a:t>✔ Is that an umbrella?</a:t>
            </a:r>
          </a:p>
          <a:p>
            <a:pPr rtl="0" algn="l">
              <a:spcAft>
                <a:spcPts val="300"/>
              </a:spcAft>
            </a:pPr>
            <a:r>
              <a:rPr sz="1700" b="0" i="0" lang="en-US">
                <a:solidFill>
                  <a:srgbClr val="1C2333"/>
                </a:solidFill>
                <a:latin typeface="Segoe UI"/>
              </a:rPr>
              <a:t>13) Yes, this is a fish.</a:t>
            </a:r>
          </a:p>
          <a:p>
            <a:pPr lvl="1" rtl="0" algn="l">
              <a:spcAft>
                <a:spcPts val="700"/>
              </a:spcAft>
            </a:pPr>
            <a:r>
              <a:rPr sz="1600" b="1" i="0" lang="en-US">
                <a:solidFill>
                  <a:srgbClr val="0F7A3D"/>
                </a:solidFill>
                <a:latin typeface="Segoe UI"/>
              </a:rPr>
              <a:t>✔ Is this a fish?</a:t>
            </a:r>
          </a:p>
          <a:p>
            <a:pPr rtl="0" algn="l">
              <a:spcAft>
                <a:spcPts val="300"/>
              </a:spcAft>
            </a:pPr>
            <a:r>
              <a:rPr sz="1700" b="0" i="0" lang="en-US">
                <a:solidFill>
                  <a:srgbClr val="1C2333"/>
                </a:solidFill>
                <a:latin typeface="Segoe UI"/>
              </a:rPr>
              <a:t>14) No, that isn't a candle.</a:t>
            </a:r>
          </a:p>
          <a:p>
            <a:pPr lvl="1" rtl="0" algn="l">
              <a:spcAft>
                <a:spcPts val="700"/>
              </a:spcAft>
            </a:pPr>
            <a:r>
              <a:rPr sz="1600" b="1" i="0" lang="en-US">
                <a:solidFill>
                  <a:srgbClr val="0F7A3D"/>
                </a:solidFill>
                <a:latin typeface="Segoe UI"/>
              </a:rPr>
              <a:t>✔ Is that a candle?</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What is this? (tiger)</a:t>
            </a:r>
          </a:p>
          <a:p>
            <a:pPr rtl="0" algn="l">
              <a:spcAft>
                <a:spcPts val="800"/>
              </a:spcAft>
            </a:pPr>
            <a:r>
              <a:rPr sz="1800" b="0" i="0" lang="en-US">
                <a:solidFill>
                  <a:srgbClr val="1C2333"/>
                </a:solidFill>
                <a:latin typeface="Segoe UI"/>
              </a:rPr>
              <a:t>2) What is this? (apple)</a:t>
            </a:r>
          </a:p>
          <a:p>
            <a:pPr rtl="0" algn="l">
              <a:spcAft>
                <a:spcPts val="800"/>
              </a:spcAft>
            </a:pPr>
            <a:r>
              <a:rPr sz="1800" b="0" i="0" lang="en-US">
                <a:solidFill>
                  <a:srgbClr val="1C2333"/>
                </a:solidFill>
                <a:latin typeface="Segoe UI"/>
              </a:rPr>
              <a:t>3) What is this? (pen)</a:t>
            </a:r>
          </a:p>
          <a:p>
            <a:pPr rtl="0" algn="l">
              <a:spcAft>
                <a:spcPts val="800"/>
              </a:spcAft>
            </a:pPr>
            <a:r>
              <a:rPr sz="1800" b="0" i="0" lang="en-US">
                <a:solidFill>
                  <a:srgbClr val="1C2333"/>
                </a:solidFill>
                <a:latin typeface="Segoe UI"/>
              </a:rPr>
              <a:t>4) What is this? (book)</a:t>
            </a:r>
          </a:p>
          <a:p>
            <a:pPr rtl="0" algn="l">
              <a:spcAft>
                <a:spcPts val="800"/>
              </a:spcAft>
            </a:pPr>
            <a:r>
              <a:rPr sz="1800" b="0" i="0" lang="en-US">
                <a:solidFill>
                  <a:srgbClr val="1C2333"/>
                </a:solidFill>
                <a:latin typeface="Segoe UI"/>
              </a:rPr>
              <a:t>5) What is this? (ruler)</a:t>
            </a:r>
          </a:p>
          <a:p>
            <a:pPr rtl="0" algn="l">
              <a:spcAft>
                <a:spcPts val="800"/>
              </a:spcAft>
            </a:pPr>
            <a:r>
              <a:rPr sz="1800" b="0" i="0" lang="en-US">
                <a:solidFill>
                  <a:srgbClr val="1C2333"/>
                </a:solidFill>
                <a:latin typeface="Segoe UI"/>
              </a:rPr>
              <a:t>6) What is this? (bag)</a:t>
            </a:r>
          </a:p>
          <a:p>
            <a:pPr rtl="0" algn="l">
              <a:spcAft>
                <a:spcPts val="800"/>
              </a:spcAft>
            </a:pPr>
            <a:r>
              <a:rPr sz="1800" b="0" i="0" lang="en-US">
                <a:solidFill>
                  <a:srgbClr val="1C2333"/>
                </a:solidFill>
                <a:latin typeface="Segoe UI"/>
              </a:rPr>
              <a:t>7) What is this? (cat)</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What is this? (tiger)</a:t>
            </a:r>
          </a:p>
          <a:p>
            <a:pPr lvl="1" rtl="0" algn="l">
              <a:spcAft>
                <a:spcPts val="700"/>
              </a:spcAft>
            </a:pPr>
            <a:r>
              <a:rPr sz="1600" b="1" i="0" lang="en-US">
                <a:solidFill>
                  <a:srgbClr val="0F7A3D"/>
                </a:solidFill>
                <a:latin typeface="Segoe UI"/>
              </a:rPr>
              <a:t>✔ It is a tiger .</a:t>
            </a:r>
          </a:p>
          <a:p>
            <a:pPr rtl="0" algn="l">
              <a:spcAft>
                <a:spcPts val="300"/>
              </a:spcAft>
            </a:pPr>
            <a:r>
              <a:rPr sz="1700" b="0" i="0" lang="en-US">
                <a:solidFill>
                  <a:srgbClr val="1C2333"/>
                </a:solidFill>
                <a:latin typeface="Segoe UI"/>
              </a:rPr>
              <a:t>2) What is this? (apple)</a:t>
            </a:r>
          </a:p>
          <a:p>
            <a:pPr lvl="1" rtl="0" algn="l">
              <a:spcAft>
                <a:spcPts val="700"/>
              </a:spcAft>
            </a:pPr>
            <a:r>
              <a:rPr sz="1600" b="1" i="0" lang="en-US">
                <a:solidFill>
                  <a:srgbClr val="0F7A3D"/>
                </a:solidFill>
                <a:latin typeface="Segoe UI"/>
              </a:rPr>
              <a:t>✔ It is an apple .</a:t>
            </a:r>
          </a:p>
          <a:p>
            <a:pPr rtl="0" algn="l">
              <a:spcAft>
                <a:spcPts val="300"/>
              </a:spcAft>
            </a:pPr>
            <a:r>
              <a:rPr sz="1700" b="0" i="0" lang="en-US">
                <a:solidFill>
                  <a:srgbClr val="1C2333"/>
                </a:solidFill>
                <a:latin typeface="Segoe UI"/>
              </a:rPr>
              <a:t>3) What is this? (pen)</a:t>
            </a:r>
          </a:p>
          <a:p>
            <a:pPr lvl="1" rtl="0" algn="l">
              <a:spcAft>
                <a:spcPts val="700"/>
              </a:spcAft>
            </a:pPr>
            <a:r>
              <a:rPr sz="1600" b="1" i="0" lang="en-US">
                <a:solidFill>
                  <a:srgbClr val="0F7A3D"/>
                </a:solidFill>
                <a:latin typeface="Segoe UI"/>
              </a:rPr>
              <a:t>✔ It is a pen .</a:t>
            </a:r>
          </a:p>
          <a:p>
            <a:pPr rtl="0" algn="l">
              <a:spcAft>
                <a:spcPts val="300"/>
              </a:spcAft>
            </a:pPr>
            <a:r>
              <a:rPr sz="1700" b="0" i="0" lang="en-US">
                <a:solidFill>
                  <a:srgbClr val="1C2333"/>
                </a:solidFill>
                <a:latin typeface="Segoe UI"/>
              </a:rPr>
              <a:t>4) What is this? (book)</a:t>
            </a:r>
          </a:p>
          <a:p>
            <a:pPr lvl="1" rtl="0" algn="l">
              <a:spcAft>
                <a:spcPts val="700"/>
              </a:spcAft>
            </a:pPr>
            <a:r>
              <a:rPr sz="1600" b="1" i="0" lang="en-US">
                <a:solidFill>
                  <a:srgbClr val="0F7A3D"/>
                </a:solidFill>
                <a:latin typeface="Segoe UI"/>
              </a:rPr>
              <a:t>✔ It is a book .</a:t>
            </a:r>
          </a:p>
          <a:p>
            <a:pPr rtl="0" algn="l">
              <a:spcAft>
                <a:spcPts val="300"/>
              </a:spcAft>
            </a:pPr>
            <a:r>
              <a:rPr sz="1700" b="0" i="0" lang="en-US">
                <a:solidFill>
                  <a:srgbClr val="1C2333"/>
                </a:solidFill>
                <a:latin typeface="Segoe UI"/>
              </a:rPr>
              <a:t>5) What is this? (ruler)</a:t>
            </a:r>
          </a:p>
          <a:p>
            <a:pPr lvl="1" rtl="0" algn="l">
              <a:spcAft>
                <a:spcPts val="700"/>
              </a:spcAft>
            </a:pPr>
            <a:r>
              <a:rPr sz="1600" b="1" i="0" lang="en-US">
                <a:solidFill>
                  <a:srgbClr val="0F7A3D"/>
                </a:solidFill>
                <a:latin typeface="Segoe UI"/>
              </a:rPr>
              <a:t>✔ It is a ruler .</a:t>
            </a:r>
          </a:p>
          <a:p>
            <a:pPr rtl="0" algn="l">
              <a:spcAft>
                <a:spcPts val="300"/>
              </a:spcAft>
            </a:pPr>
            <a:r>
              <a:rPr sz="1700" b="0" i="0" lang="en-US">
                <a:solidFill>
                  <a:srgbClr val="1C2333"/>
                </a:solidFill>
                <a:latin typeface="Segoe UI"/>
              </a:rPr>
              <a:t>6) What is this? (bag)</a:t>
            </a:r>
          </a:p>
          <a:p>
            <a:pPr lvl="1" rtl="0" algn="l">
              <a:spcAft>
                <a:spcPts val="700"/>
              </a:spcAft>
            </a:pPr>
            <a:r>
              <a:rPr sz="1600" b="1" i="0" lang="en-US">
                <a:solidFill>
                  <a:srgbClr val="0F7A3D"/>
                </a:solidFill>
                <a:latin typeface="Segoe UI"/>
              </a:rPr>
              <a:t>✔ It is a bag .</a:t>
            </a:r>
          </a:p>
          <a:p>
            <a:pPr rtl="0" algn="l">
              <a:spcAft>
                <a:spcPts val="300"/>
              </a:spcAft>
            </a:pPr>
            <a:r>
              <a:rPr sz="1700" b="0" i="0" lang="en-US">
                <a:solidFill>
                  <a:srgbClr val="1C2333"/>
                </a:solidFill>
                <a:latin typeface="Segoe UI"/>
              </a:rPr>
              <a:t>7) What is this? (cat)</a:t>
            </a:r>
          </a:p>
          <a:p>
            <a:pPr lvl="1" rtl="0" algn="l">
              <a:spcAft>
                <a:spcPts val="700"/>
              </a:spcAft>
            </a:pPr>
            <a:r>
              <a:rPr sz="1600" b="1" i="0" lang="en-US">
                <a:solidFill>
                  <a:srgbClr val="0F7A3D"/>
                </a:solidFill>
                <a:latin typeface="Segoe UI"/>
              </a:rPr>
              <a:t>✔ It is a cat .</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What is this? (dog)</a:t>
            </a:r>
          </a:p>
          <a:p>
            <a:pPr rtl="0" algn="l">
              <a:spcAft>
                <a:spcPts val="800"/>
              </a:spcAft>
            </a:pPr>
            <a:r>
              <a:rPr sz="1800" b="0" i="0" lang="en-US">
                <a:solidFill>
                  <a:srgbClr val="1C2333"/>
                </a:solidFill>
                <a:latin typeface="Segoe UI"/>
              </a:rPr>
              <a:t>9) What is this? (orange)</a:t>
            </a:r>
          </a:p>
          <a:p>
            <a:pPr rtl="0" algn="l">
              <a:spcAft>
                <a:spcPts val="800"/>
              </a:spcAft>
            </a:pPr>
            <a:r>
              <a:rPr sz="1800" b="0" i="0" lang="en-US">
                <a:solidFill>
                  <a:srgbClr val="1C2333"/>
                </a:solidFill>
                <a:latin typeface="Segoe UI"/>
              </a:rPr>
              <a:t>10) What is this? (egg)</a:t>
            </a:r>
          </a:p>
          <a:p>
            <a:pPr rtl="0" algn="l">
              <a:spcAft>
                <a:spcPts val="800"/>
              </a:spcAft>
            </a:pPr>
            <a:r>
              <a:rPr sz="1800" b="0" i="0" lang="en-US">
                <a:solidFill>
                  <a:srgbClr val="1C2333"/>
                </a:solidFill>
                <a:latin typeface="Segoe UI"/>
              </a:rPr>
              <a:t>11) What is this? (flower)</a:t>
            </a:r>
          </a:p>
          <a:p>
            <a:pPr rtl="0" algn="l">
              <a:spcAft>
                <a:spcPts val="800"/>
              </a:spcAft>
            </a:pPr>
            <a:r>
              <a:rPr sz="1800" b="0" i="0" lang="en-US">
                <a:solidFill>
                  <a:srgbClr val="1C2333"/>
                </a:solidFill>
                <a:latin typeface="Segoe UI"/>
              </a:rPr>
              <a:t>12) What is this? (car)</a:t>
            </a:r>
          </a:p>
          <a:p>
            <a:pPr rtl="0" algn="l">
              <a:spcAft>
                <a:spcPts val="800"/>
              </a:spcAft>
            </a:pPr>
            <a:r>
              <a:rPr sz="1800" b="0" i="0" lang="en-US">
                <a:solidFill>
                  <a:srgbClr val="1C2333"/>
                </a:solidFill>
                <a:latin typeface="Segoe UI"/>
              </a:rPr>
              <a:t>13) What is that? (moon)</a:t>
            </a:r>
          </a:p>
          <a:p>
            <a:pPr rtl="0" algn="l">
              <a:spcAft>
                <a:spcPts val="800"/>
              </a:spcAft>
            </a:pPr>
            <a:r>
              <a:rPr sz="1800" b="0" i="0" lang="en-US">
                <a:solidFill>
                  <a:srgbClr val="1C2333"/>
                </a:solidFill>
                <a:latin typeface="Segoe UI"/>
              </a:rPr>
              <a:t>14) What is that? (cloud)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What is this? (dog)</a:t>
            </a:r>
          </a:p>
          <a:p>
            <a:pPr lvl="1" rtl="0" algn="l">
              <a:spcAft>
                <a:spcPts val="700"/>
              </a:spcAft>
            </a:pPr>
            <a:r>
              <a:rPr sz="1600" b="1" i="0" lang="en-US">
                <a:solidFill>
                  <a:srgbClr val="0F7A3D"/>
                </a:solidFill>
                <a:latin typeface="Segoe UI"/>
              </a:rPr>
              <a:t>✔ It is a dog .</a:t>
            </a:r>
          </a:p>
          <a:p>
            <a:pPr rtl="0" algn="l">
              <a:spcAft>
                <a:spcPts val="300"/>
              </a:spcAft>
            </a:pPr>
            <a:r>
              <a:rPr sz="1700" b="0" i="0" lang="en-US">
                <a:solidFill>
                  <a:srgbClr val="1C2333"/>
                </a:solidFill>
                <a:latin typeface="Segoe UI"/>
              </a:rPr>
              <a:t>9) What is this? (orange)</a:t>
            </a:r>
          </a:p>
          <a:p>
            <a:pPr lvl="1" rtl="0" algn="l">
              <a:spcAft>
                <a:spcPts val="700"/>
              </a:spcAft>
            </a:pPr>
            <a:r>
              <a:rPr sz="1600" b="1" i="0" lang="en-US">
                <a:solidFill>
                  <a:srgbClr val="0F7A3D"/>
                </a:solidFill>
                <a:latin typeface="Segoe UI"/>
              </a:rPr>
              <a:t>✔ It is an orange .</a:t>
            </a:r>
          </a:p>
          <a:p>
            <a:pPr rtl="0" algn="l">
              <a:spcAft>
                <a:spcPts val="300"/>
              </a:spcAft>
            </a:pPr>
            <a:r>
              <a:rPr sz="1700" b="0" i="0" lang="en-US">
                <a:solidFill>
                  <a:srgbClr val="1C2333"/>
                </a:solidFill>
                <a:latin typeface="Segoe UI"/>
              </a:rPr>
              <a:t>10) What is this? (egg)</a:t>
            </a:r>
          </a:p>
          <a:p>
            <a:pPr lvl="1" rtl="0" algn="l">
              <a:spcAft>
                <a:spcPts val="700"/>
              </a:spcAft>
            </a:pPr>
            <a:r>
              <a:rPr sz="1600" b="1" i="0" lang="en-US">
                <a:solidFill>
                  <a:srgbClr val="0F7A3D"/>
                </a:solidFill>
                <a:latin typeface="Segoe UI"/>
              </a:rPr>
              <a:t>✔ It is an egg .</a:t>
            </a:r>
          </a:p>
          <a:p>
            <a:pPr rtl="0" algn="l">
              <a:spcAft>
                <a:spcPts val="300"/>
              </a:spcAft>
            </a:pPr>
            <a:r>
              <a:rPr sz="1700" b="0" i="0" lang="en-US">
                <a:solidFill>
                  <a:srgbClr val="1C2333"/>
                </a:solidFill>
                <a:latin typeface="Segoe UI"/>
              </a:rPr>
              <a:t>11) What is this? (flower)</a:t>
            </a:r>
          </a:p>
          <a:p>
            <a:pPr lvl="1" rtl="0" algn="l">
              <a:spcAft>
                <a:spcPts val="700"/>
              </a:spcAft>
            </a:pPr>
            <a:r>
              <a:rPr sz="1600" b="1" i="0" lang="en-US">
                <a:solidFill>
                  <a:srgbClr val="0F7A3D"/>
                </a:solidFill>
                <a:latin typeface="Segoe UI"/>
              </a:rPr>
              <a:t>✔ It is a flower .</a:t>
            </a:r>
          </a:p>
          <a:p>
            <a:pPr rtl="0" algn="l">
              <a:spcAft>
                <a:spcPts val="300"/>
              </a:spcAft>
            </a:pPr>
            <a:r>
              <a:rPr sz="1700" b="0" i="0" lang="en-US">
                <a:solidFill>
                  <a:srgbClr val="1C2333"/>
                </a:solidFill>
                <a:latin typeface="Segoe UI"/>
              </a:rPr>
              <a:t>12) What is this? (car)</a:t>
            </a:r>
          </a:p>
          <a:p>
            <a:pPr lvl="1" rtl="0" algn="l">
              <a:spcAft>
                <a:spcPts val="700"/>
              </a:spcAft>
            </a:pPr>
            <a:r>
              <a:rPr sz="1600" b="1" i="0" lang="en-US">
                <a:solidFill>
                  <a:srgbClr val="0F7A3D"/>
                </a:solidFill>
                <a:latin typeface="Segoe UI"/>
              </a:rPr>
              <a:t>✔ It is a car .</a:t>
            </a:r>
          </a:p>
          <a:p>
            <a:pPr rtl="0" algn="l">
              <a:spcAft>
                <a:spcPts val="300"/>
              </a:spcAft>
            </a:pPr>
            <a:r>
              <a:rPr sz="1700" b="0" i="0" lang="en-US">
                <a:solidFill>
                  <a:srgbClr val="1C2333"/>
                </a:solidFill>
                <a:latin typeface="Segoe UI"/>
              </a:rPr>
              <a:t>13) What is that? (moon)</a:t>
            </a:r>
          </a:p>
          <a:p>
            <a:pPr lvl="1" rtl="0" algn="l">
              <a:spcAft>
                <a:spcPts val="700"/>
              </a:spcAft>
            </a:pPr>
            <a:r>
              <a:rPr sz="1600" b="1" i="0" lang="en-US">
                <a:solidFill>
                  <a:srgbClr val="0F7A3D"/>
                </a:solidFill>
                <a:latin typeface="Segoe UI"/>
              </a:rPr>
              <a:t>✔ It is a moon .</a:t>
            </a:r>
          </a:p>
          <a:p>
            <a:pPr rtl="0" algn="l">
              <a:spcAft>
                <a:spcPts val="300"/>
              </a:spcAft>
            </a:pPr>
            <a:r>
              <a:rPr sz="1700" b="0" i="0" lang="en-US">
                <a:solidFill>
                  <a:srgbClr val="1C2333"/>
                </a:solidFill>
                <a:latin typeface="Segoe UI"/>
              </a:rPr>
              <a:t>14) What is that? (cloud)</a:t>
            </a:r>
          </a:p>
          <a:p>
            <a:pPr lvl="1" rtl="0" algn="l">
              <a:spcAft>
                <a:spcPts val="700"/>
              </a:spcAft>
            </a:pPr>
            <a:r>
              <a:rPr sz="1600" b="1" i="0" lang="en-US">
                <a:solidFill>
                  <a:srgbClr val="0F7A3D"/>
                </a:solidFill>
                <a:latin typeface="Segoe UI"/>
              </a:rPr>
              <a:t>✔ It is a cloud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What is that? (star)</a:t>
            </a:r>
          </a:p>
          <a:p>
            <a:pPr rtl="0" algn="l">
              <a:spcAft>
                <a:spcPts val="800"/>
              </a:spcAft>
            </a:pPr>
            <a:r>
              <a:rPr sz="1800" b="0" i="0" lang="en-US">
                <a:solidFill>
                  <a:srgbClr val="1C2333"/>
                </a:solidFill>
                <a:latin typeface="Segoe UI"/>
              </a:rPr>
              <a:t>16) What is that? (rainbow)</a:t>
            </a:r>
          </a:p>
          <a:p>
            <a:pPr rtl="0" algn="l">
              <a:spcAft>
                <a:spcPts val="800"/>
              </a:spcAft>
            </a:pPr>
            <a:r>
              <a:rPr sz="1800" b="0" i="0" lang="en-US">
                <a:solidFill>
                  <a:srgbClr val="1C2333"/>
                </a:solidFill>
                <a:latin typeface="Segoe UI"/>
              </a:rPr>
              <a:t>17) What is that? (tree)</a:t>
            </a:r>
          </a:p>
          <a:p>
            <a:pPr rtl="0" algn="l">
              <a:spcAft>
                <a:spcPts val="800"/>
              </a:spcAft>
            </a:pPr>
            <a:r>
              <a:rPr sz="1800" b="0" i="0" lang="en-US">
                <a:solidFill>
                  <a:srgbClr val="1C2333"/>
                </a:solidFill>
                <a:latin typeface="Segoe UI"/>
              </a:rPr>
              <a:t>18) What is that? (bird)</a:t>
            </a:r>
          </a:p>
          <a:p>
            <a:pPr rtl="0" algn="l">
              <a:spcAft>
                <a:spcPts val="800"/>
              </a:spcAft>
            </a:pPr>
            <a:r>
              <a:rPr sz="1800" b="0" i="0" lang="en-US">
                <a:solidFill>
                  <a:srgbClr val="1C2333"/>
                </a:solidFill>
                <a:latin typeface="Segoe UI"/>
              </a:rPr>
              <a:t>19) What is that? (umbrella)</a:t>
            </a:r>
          </a:p>
          <a:p>
            <a:pPr rtl="0" algn="l">
              <a:spcAft>
                <a:spcPts val="800"/>
              </a:spcAft>
            </a:pPr>
            <a:r>
              <a:rPr sz="1800" b="0" i="0" lang="en-US">
                <a:solidFill>
                  <a:srgbClr val="1C2333"/>
                </a:solidFill>
                <a:latin typeface="Segoe UI"/>
              </a:rPr>
              <a:t>20) What is that? (elephant)</a:t>
            </a:r>
          </a:p>
          <a:p>
            <a:pPr rtl="0" algn="l">
              <a:spcAft>
                <a:spcPts val="800"/>
              </a:spcAft>
            </a:pPr>
            <a:r>
              <a:rPr sz="1800" b="0" i="0" lang="en-US">
                <a:solidFill>
                  <a:srgbClr val="1C2333"/>
                </a:solidFill>
                <a:latin typeface="Segoe UI"/>
              </a:rPr>
              <a:t>21) What is that? (ant)</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What is that? (star)</a:t>
            </a:r>
          </a:p>
          <a:p>
            <a:pPr lvl="1" rtl="0" algn="l">
              <a:spcAft>
                <a:spcPts val="700"/>
              </a:spcAft>
            </a:pPr>
            <a:r>
              <a:rPr sz="1600" b="1" i="0" lang="en-US">
                <a:solidFill>
                  <a:srgbClr val="0F7A3D"/>
                </a:solidFill>
                <a:latin typeface="Segoe UI"/>
              </a:rPr>
              <a:t>✔ It is a star .</a:t>
            </a:r>
          </a:p>
          <a:p>
            <a:pPr rtl="0" algn="l">
              <a:spcAft>
                <a:spcPts val="300"/>
              </a:spcAft>
            </a:pPr>
            <a:r>
              <a:rPr sz="1700" b="0" i="0" lang="en-US">
                <a:solidFill>
                  <a:srgbClr val="1C2333"/>
                </a:solidFill>
                <a:latin typeface="Segoe UI"/>
              </a:rPr>
              <a:t>16) What is that? (rainbow)</a:t>
            </a:r>
          </a:p>
          <a:p>
            <a:pPr lvl="1" rtl="0" algn="l">
              <a:spcAft>
                <a:spcPts val="700"/>
              </a:spcAft>
            </a:pPr>
            <a:r>
              <a:rPr sz="1600" b="1" i="0" lang="en-US">
                <a:solidFill>
                  <a:srgbClr val="0F7A3D"/>
                </a:solidFill>
                <a:latin typeface="Segoe UI"/>
              </a:rPr>
              <a:t>✔ It is a rainbow .</a:t>
            </a:r>
          </a:p>
          <a:p>
            <a:pPr rtl="0" algn="l">
              <a:spcAft>
                <a:spcPts val="300"/>
              </a:spcAft>
            </a:pPr>
            <a:r>
              <a:rPr sz="1700" b="0" i="0" lang="en-US">
                <a:solidFill>
                  <a:srgbClr val="1C2333"/>
                </a:solidFill>
                <a:latin typeface="Segoe UI"/>
              </a:rPr>
              <a:t>17) What is that? (tree)</a:t>
            </a:r>
          </a:p>
          <a:p>
            <a:pPr lvl="1" rtl="0" algn="l">
              <a:spcAft>
                <a:spcPts val="700"/>
              </a:spcAft>
            </a:pPr>
            <a:r>
              <a:rPr sz="1600" b="1" i="0" lang="en-US">
                <a:solidFill>
                  <a:srgbClr val="0F7A3D"/>
                </a:solidFill>
                <a:latin typeface="Segoe UI"/>
              </a:rPr>
              <a:t>✔ It is a tree .</a:t>
            </a:r>
          </a:p>
          <a:p>
            <a:pPr rtl="0" algn="l">
              <a:spcAft>
                <a:spcPts val="300"/>
              </a:spcAft>
            </a:pPr>
            <a:r>
              <a:rPr sz="1700" b="0" i="0" lang="en-US">
                <a:solidFill>
                  <a:srgbClr val="1C2333"/>
                </a:solidFill>
                <a:latin typeface="Segoe UI"/>
              </a:rPr>
              <a:t>18) What is that? (bird)</a:t>
            </a:r>
          </a:p>
          <a:p>
            <a:pPr lvl="1" rtl="0" algn="l">
              <a:spcAft>
                <a:spcPts val="700"/>
              </a:spcAft>
            </a:pPr>
            <a:r>
              <a:rPr sz="1600" b="1" i="0" lang="en-US">
                <a:solidFill>
                  <a:srgbClr val="0F7A3D"/>
                </a:solidFill>
                <a:latin typeface="Segoe UI"/>
              </a:rPr>
              <a:t>✔ It is a bird .</a:t>
            </a:r>
          </a:p>
          <a:p>
            <a:pPr rtl="0" algn="l">
              <a:spcAft>
                <a:spcPts val="300"/>
              </a:spcAft>
            </a:pPr>
            <a:r>
              <a:rPr sz="1700" b="0" i="0" lang="en-US">
                <a:solidFill>
                  <a:srgbClr val="1C2333"/>
                </a:solidFill>
                <a:latin typeface="Segoe UI"/>
              </a:rPr>
              <a:t>19) What is that? (umbrella)</a:t>
            </a:r>
          </a:p>
          <a:p>
            <a:pPr lvl="1" rtl="0" algn="l">
              <a:spcAft>
                <a:spcPts val="700"/>
              </a:spcAft>
            </a:pPr>
            <a:r>
              <a:rPr sz="1600" b="1" i="0" lang="en-US">
                <a:solidFill>
                  <a:srgbClr val="0F7A3D"/>
                </a:solidFill>
                <a:latin typeface="Segoe UI"/>
              </a:rPr>
              <a:t>✔ It is an umbrella .</a:t>
            </a:r>
          </a:p>
          <a:p>
            <a:pPr rtl="0" algn="l">
              <a:spcAft>
                <a:spcPts val="300"/>
              </a:spcAft>
            </a:pPr>
            <a:r>
              <a:rPr sz="1700" b="0" i="0" lang="en-US">
                <a:solidFill>
                  <a:srgbClr val="1C2333"/>
                </a:solidFill>
                <a:latin typeface="Segoe UI"/>
              </a:rPr>
              <a:t>20) What is that? (elephant)</a:t>
            </a:r>
          </a:p>
          <a:p>
            <a:pPr lvl="1" rtl="0" algn="l">
              <a:spcAft>
                <a:spcPts val="700"/>
              </a:spcAft>
            </a:pPr>
            <a:r>
              <a:rPr sz="1600" b="1" i="0" lang="en-US">
                <a:solidFill>
                  <a:srgbClr val="0F7A3D"/>
                </a:solidFill>
                <a:latin typeface="Segoe UI"/>
              </a:rPr>
              <a:t>✔ It is an elephant .</a:t>
            </a:r>
          </a:p>
          <a:p>
            <a:pPr rtl="0" algn="l">
              <a:spcAft>
                <a:spcPts val="300"/>
              </a:spcAft>
            </a:pPr>
            <a:r>
              <a:rPr sz="1700" b="0" i="0" lang="en-US">
                <a:solidFill>
                  <a:srgbClr val="1C2333"/>
                </a:solidFill>
                <a:latin typeface="Segoe UI"/>
              </a:rPr>
              <a:t>21) What is that? (ant)</a:t>
            </a:r>
          </a:p>
          <a:p>
            <a:pPr lvl="1" rtl="0" algn="l">
              <a:spcAft>
                <a:spcPts val="700"/>
              </a:spcAft>
            </a:pPr>
            <a:r>
              <a:rPr sz="1600" b="1" i="0" lang="en-US">
                <a:solidFill>
                  <a:srgbClr val="0F7A3D"/>
                </a:solidFill>
                <a:latin typeface="Segoe UI"/>
              </a:rPr>
              <a:t>✔ It is an ant .</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What is that? (bus)</a:t>
            </a:r>
          </a:p>
          <a:p>
            <a:pPr rtl="0" algn="l">
              <a:spcAft>
                <a:spcPts val="800"/>
              </a:spcAft>
            </a:pPr>
            <a:r>
              <a:rPr sz="1800" b="0" i="0" lang="en-US">
                <a:solidFill>
                  <a:srgbClr val="1C2333"/>
                </a:solidFill>
                <a:latin typeface="Segoe UI"/>
              </a:rPr>
              <a:t>23) What is that? (plane)</a:t>
            </a:r>
          </a:p>
          <a:p>
            <a:pPr rtl="0" algn="l">
              <a:spcAft>
                <a:spcPts val="800"/>
              </a:spcAft>
            </a:pPr>
            <a:r>
              <a:rPr sz="1800" b="0" i="0" lang="en-US">
                <a:solidFill>
                  <a:srgbClr val="1C2333"/>
                </a:solidFill>
                <a:latin typeface="Segoe UI"/>
              </a:rPr>
              <a:t>24) What is that? (ship)</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F) Answer the questions (What is this / that?)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What is that? (bus)</a:t>
            </a:r>
          </a:p>
          <a:p>
            <a:pPr lvl="1" rtl="0" algn="l">
              <a:spcAft>
                <a:spcPts val="700"/>
              </a:spcAft>
            </a:pPr>
            <a:r>
              <a:rPr sz="1600" b="1" i="0" lang="en-US">
                <a:solidFill>
                  <a:srgbClr val="0F7A3D"/>
                </a:solidFill>
                <a:latin typeface="Segoe UI"/>
              </a:rPr>
              <a:t>✔ It is a bus .</a:t>
            </a:r>
          </a:p>
          <a:p>
            <a:pPr rtl="0" algn="l">
              <a:spcAft>
                <a:spcPts val="300"/>
              </a:spcAft>
            </a:pPr>
            <a:r>
              <a:rPr sz="1700" b="0" i="0" lang="en-US">
                <a:solidFill>
                  <a:srgbClr val="1C2333"/>
                </a:solidFill>
                <a:latin typeface="Segoe UI"/>
              </a:rPr>
              <a:t>23) What is that? (plane)</a:t>
            </a:r>
          </a:p>
          <a:p>
            <a:pPr lvl="1" rtl="0" algn="l">
              <a:spcAft>
                <a:spcPts val="700"/>
              </a:spcAft>
            </a:pPr>
            <a:r>
              <a:rPr sz="1600" b="1" i="0" lang="en-US">
                <a:solidFill>
                  <a:srgbClr val="0F7A3D"/>
                </a:solidFill>
                <a:latin typeface="Segoe UI"/>
              </a:rPr>
              <a:t>✔ It is a plane .</a:t>
            </a:r>
          </a:p>
          <a:p>
            <a:pPr rtl="0" algn="l">
              <a:spcAft>
                <a:spcPts val="300"/>
              </a:spcAft>
            </a:pPr>
            <a:r>
              <a:rPr sz="1700" b="0" i="0" lang="en-US">
                <a:solidFill>
                  <a:srgbClr val="1C2333"/>
                </a:solidFill>
                <a:latin typeface="Segoe UI"/>
              </a:rPr>
              <a:t>24) What is that? (ship)</a:t>
            </a:r>
          </a:p>
          <a:p>
            <a:pPr lvl="1" rtl="0" algn="l">
              <a:spcAft>
                <a:spcPts val="700"/>
              </a:spcAft>
            </a:pPr>
            <a:r>
              <a:rPr sz="1600" b="1" i="0" lang="en-US">
                <a:solidFill>
                  <a:srgbClr val="0F7A3D"/>
                </a:solidFill>
                <a:latin typeface="Segoe UI"/>
              </a:rPr>
              <a:t>✔ It is a ship .</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is an orange.</a:t>
            </a:r>
          </a:p>
          <a:p>
            <a:pPr rtl="0" algn="l">
              <a:spcAft>
                <a:spcPts val="800"/>
              </a:spcAft>
            </a:pPr>
            <a:r>
              <a:rPr sz="1800" b="0" i="0" lang="en-US">
                <a:solidFill>
                  <a:srgbClr val="1C2333"/>
                </a:solidFill>
                <a:latin typeface="Segoe UI"/>
              </a:rPr>
              <a:t>2) This is a bird.</a:t>
            </a:r>
          </a:p>
          <a:p>
            <a:pPr rtl="0" algn="l">
              <a:spcAft>
                <a:spcPts val="800"/>
              </a:spcAft>
            </a:pPr>
            <a:r>
              <a:rPr sz="1800" b="0" i="0" lang="en-US">
                <a:solidFill>
                  <a:srgbClr val="1C2333"/>
                </a:solidFill>
                <a:latin typeface="Segoe UI"/>
              </a:rPr>
              <a:t>3) That is a star.</a:t>
            </a:r>
          </a:p>
          <a:p>
            <a:pPr rtl="0" algn="l">
              <a:spcAft>
                <a:spcPts val="800"/>
              </a:spcAft>
            </a:pPr>
            <a:r>
              <a:rPr sz="1800" b="0" i="0" lang="en-US">
                <a:solidFill>
                  <a:srgbClr val="1C2333"/>
                </a:solidFill>
                <a:latin typeface="Segoe UI"/>
              </a:rPr>
              <a:t>4) This is an umbrella.</a:t>
            </a:r>
          </a:p>
          <a:p>
            <a:pPr rtl="0" algn="l">
              <a:spcAft>
                <a:spcPts val="800"/>
              </a:spcAft>
            </a:pPr>
            <a:r>
              <a:rPr sz="1800" b="0" i="0" lang="en-US">
                <a:solidFill>
                  <a:srgbClr val="1C2333"/>
                </a:solidFill>
                <a:latin typeface="Segoe UI"/>
              </a:rPr>
              <a:t>5) That is a tree.</a:t>
            </a:r>
          </a:p>
          <a:p>
            <a:pPr rtl="0" algn="l">
              <a:spcAft>
                <a:spcPts val="800"/>
              </a:spcAft>
            </a:pPr>
            <a:r>
              <a:rPr sz="1800" b="0" i="0" lang="en-US">
                <a:solidFill>
                  <a:srgbClr val="1C2333"/>
                </a:solidFill>
                <a:latin typeface="Segoe UI"/>
              </a:rPr>
              <a:t>6) This is a fish.</a:t>
            </a:r>
          </a:p>
          <a:p>
            <a:pPr rtl="0" algn="l">
              <a:spcAft>
                <a:spcPts val="800"/>
              </a:spcAft>
            </a:pPr>
            <a:r>
              <a:rPr sz="1800" b="0" i="0" lang="en-US">
                <a:solidFill>
                  <a:srgbClr val="1C2333"/>
                </a:solidFill>
                <a:latin typeface="Segoe UI"/>
              </a:rPr>
              <a:t>7) That is an animal.</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is an orange.</a:t>
            </a:r>
          </a:p>
          <a:p>
            <a:pPr lvl="1" rtl="1" algn="r">
              <a:spcAft>
                <a:spcPts val="700"/>
              </a:spcAft>
            </a:pPr>
            <a:r>
              <a:rPr sz="1900" b="1" i="0" lang="ar-EG" altLang="en-US">
                <a:solidFill>
                  <a:srgbClr val="0F7A3D"/>
                </a:solidFill>
                <a:latin typeface="Traditional Arabic"/>
              </a:rPr>
              <a:t>✔ هذه برتقالة.</a:t>
            </a:r>
          </a:p>
          <a:p>
            <a:pPr rtl="0" algn="l">
              <a:spcAft>
                <a:spcPts val="300"/>
              </a:spcAft>
            </a:pPr>
            <a:r>
              <a:rPr sz="1700" b="0" i="0" lang="en-US">
                <a:solidFill>
                  <a:srgbClr val="1C2333"/>
                </a:solidFill>
                <a:latin typeface="Segoe UI"/>
              </a:rPr>
              <a:t>2) This is a bird.</a:t>
            </a:r>
          </a:p>
          <a:p>
            <a:pPr lvl="1" rtl="1" algn="r">
              <a:spcAft>
                <a:spcPts val="700"/>
              </a:spcAft>
            </a:pPr>
            <a:r>
              <a:rPr sz="1900" b="1" i="0" lang="ar-EG" altLang="en-US">
                <a:solidFill>
                  <a:srgbClr val="0F7A3D"/>
                </a:solidFill>
                <a:latin typeface="Traditional Arabic"/>
              </a:rPr>
              <a:t>✔ هذا طائر.</a:t>
            </a:r>
          </a:p>
          <a:p>
            <a:pPr rtl="0" algn="l">
              <a:spcAft>
                <a:spcPts val="300"/>
              </a:spcAft>
            </a:pPr>
            <a:r>
              <a:rPr sz="1700" b="0" i="0" lang="en-US">
                <a:solidFill>
                  <a:srgbClr val="1C2333"/>
                </a:solidFill>
                <a:latin typeface="Segoe UI"/>
              </a:rPr>
              <a:t>3) That is a star.</a:t>
            </a:r>
          </a:p>
          <a:p>
            <a:pPr lvl="1" rtl="1" algn="r">
              <a:spcAft>
                <a:spcPts val="700"/>
              </a:spcAft>
            </a:pPr>
            <a:r>
              <a:rPr sz="1900" b="1" i="0" lang="ar-EG" altLang="en-US">
                <a:solidFill>
                  <a:srgbClr val="0F7A3D"/>
                </a:solidFill>
                <a:latin typeface="Traditional Arabic"/>
              </a:rPr>
              <a:t>✔ تلك نجمة.</a:t>
            </a:r>
          </a:p>
          <a:p>
            <a:pPr rtl="0" algn="l">
              <a:spcAft>
                <a:spcPts val="300"/>
              </a:spcAft>
            </a:pPr>
            <a:r>
              <a:rPr sz="1700" b="0" i="0" lang="en-US">
                <a:solidFill>
                  <a:srgbClr val="1C2333"/>
                </a:solidFill>
                <a:latin typeface="Segoe UI"/>
              </a:rPr>
              <a:t>4) This is an umbrella.</a:t>
            </a:r>
          </a:p>
          <a:p>
            <a:pPr lvl="1" rtl="1" algn="r">
              <a:spcAft>
                <a:spcPts val="700"/>
              </a:spcAft>
            </a:pPr>
            <a:r>
              <a:rPr sz="1900" b="1" i="0" lang="ar-EG" altLang="en-US">
                <a:solidFill>
                  <a:srgbClr val="0F7A3D"/>
                </a:solidFill>
                <a:latin typeface="Traditional Arabic"/>
              </a:rPr>
              <a:t>✔ هذه شمسية.</a:t>
            </a:r>
          </a:p>
          <a:p>
            <a:pPr rtl="0" algn="l">
              <a:spcAft>
                <a:spcPts val="300"/>
              </a:spcAft>
            </a:pPr>
            <a:r>
              <a:rPr sz="1700" b="0" i="0" lang="en-US">
                <a:solidFill>
                  <a:srgbClr val="1C2333"/>
                </a:solidFill>
                <a:latin typeface="Segoe UI"/>
              </a:rPr>
              <a:t>5) That is a tree.</a:t>
            </a:r>
          </a:p>
          <a:p>
            <a:pPr lvl="1" rtl="1" algn="r">
              <a:spcAft>
                <a:spcPts val="700"/>
              </a:spcAft>
            </a:pPr>
            <a:r>
              <a:rPr sz="1900" b="1" i="0" lang="ar-EG" altLang="en-US">
                <a:solidFill>
                  <a:srgbClr val="0F7A3D"/>
                </a:solidFill>
                <a:latin typeface="Traditional Arabic"/>
              </a:rPr>
              <a:t>✔ تلك شجرة.</a:t>
            </a:r>
          </a:p>
          <a:p>
            <a:pPr rtl="0" algn="l">
              <a:spcAft>
                <a:spcPts val="300"/>
              </a:spcAft>
            </a:pPr>
            <a:r>
              <a:rPr sz="1700" b="0" i="0" lang="en-US">
                <a:solidFill>
                  <a:srgbClr val="1C2333"/>
                </a:solidFill>
                <a:latin typeface="Segoe UI"/>
              </a:rPr>
              <a:t>6) This is a fish.</a:t>
            </a:r>
          </a:p>
          <a:p>
            <a:pPr lvl="1" rtl="1" algn="r">
              <a:spcAft>
                <a:spcPts val="700"/>
              </a:spcAft>
            </a:pPr>
            <a:r>
              <a:rPr sz="1900" b="1" i="0" lang="ar-EG" altLang="en-US">
                <a:solidFill>
                  <a:srgbClr val="0F7A3D"/>
                </a:solidFill>
                <a:latin typeface="Traditional Arabic"/>
              </a:rPr>
              <a:t>✔ هذه سمكة.</a:t>
            </a:r>
          </a:p>
          <a:p>
            <a:pPr rtl="0" algn="l">
              <a:spcAft>
                <a:spcPts val="300"/>
              </a:spcAft>
            </a:pPr>
            <a:r>
              <a:rPr sz="1700" b="0" i="0" lang="en-US">
                <a:solidFill>
                  <a:srgbClr val="1C2333"/>
                </a:solidFill>
                <a:latin typeface="Segoe UI"/>
              </a:rPr>
              <a:t>7) That is an animal.</a:t>
            </a:r>
          </a:p>
          <a:p>
            <a:pPr lvl="1" rtl="1" algn="r">
              <a:spcAft>
                <a:spcPts val="700"/>
              </a:spcAft>
            </a:pPr>
            <a:r>
              <a:rPr sz="1900" b="1" i="0" lang="ar-EG" altLang="en-US">
                <a:solidFill>
                  <a:srgbClr val="0F7A3D"/>
                </a:solidFill>
                <a:latin typeface="Traditional Arabic"/>
              </a:rPr>
              <a:t>✔ ذلك حيوان.</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This is a dog.</a:t>
            </a:r>
          </a:p>
          <a:p>
            <a:pPr rtl="0" algn="l">
              <a:spcAft>
                <a:spcPts val="800"/>
              </a:spcAft>
            </a:pPr>
            <a:r>
              <a:rPr sz="1800" b="0" i="0" lang="en-US">
                <a:solidFill>
                  <a:srgbClr val="1C2333"/>
                </a:solidFill>
                <a:latin typeface="Segoe UI"/>
              </a:rPr>
              <a:t>9) This is an apple.</a:t>
            </a:r>
          </a:p>
          <a:p>
            <a:pPr rtl="0" algn="l">
              <a:spcAft>
                <a:spcPts val="800"/>
              </a:spcAft>
            </a:pPr>
            <a:r>
              <a:rPr sz="1800" b="0" i="0" lang="en-US">
                <a:solidFill>
                  <a:srgbClr val="1C2333"/>
                </a:solidFill>
                <a:latin typeface="Segoe UI"/>
              </a:rPr>
              <a:t>10) That is a moon.</a:t>
            </a:r>
          </a:p>
          <a:p>
            <a:pPr rtl="0" algn="l">
              <a:spcAft>
                <a:spcPts val="800"/>
              </a:spcAft>
            </a:pPr>
            <a:r>
              <a:rPr sz="1800" b="0" i="0" lang="en-US">
                <a:solidFill>
                  <a:srgbClr val="1C2333"/>
                </a:solidFill>
                <a:latin typeface="Segoe UI"/>
              </a:rPr>
              <a:t>11) This is an animal.</a:t>
            </a:r>
          </a:p>
          <a:p>
            <a:pPr rtl="0" algn="l">
              <a:spcAft>
                <a:spcPts val="800"/>
              </a:spcAft>
            </a:pPr>
            <a:r>
              <a:rPr sz="1800" b="0" i="0" lang="en-US">
                <a:solidFill>
                  <a:srgbClr val="1C2333"/>
                </a:solidFill>
                <a:latin typeface="Segoe UI"/>
              </a:rPr>
              <a:t>12) That is a cloud.</a:t>
            </a:r>
          </a:p>
          <a:p>
            <a:pPr rtl="0" algn="l">
              <a:spcAft>
                <a:spcPts val="800"/>
              </a:spcAft>
            </a:pPr>
            <a:r>
              <a:rPr sz="1800" b="0" i="0" lang="en-US">
                <a:solidFill>
                  <a:srgbClr val="1C2333"/>
                </a:solidFill>
                <a:latin typeface="Segoe UI"/>
              </a:rPr>
              <a:t>13) This is a tiger.</a:t>
            </a:r>
          </a:p>
          <a:p>
            <a:pPr rtl="0" algn="l">
              <a:spcAft>
                <a:spcPts val="800"/>
              </a:spcAft>
            </a:pPr>
            <a:r>
              <a:rPr sz="1800" b="0" i="0" lang="en-US">
                <a:solidFill>
                  <a:srgbClr val="1C2333"/>
                </a:solidFill>
                <a:latin typeface="Segoe UI"/>
              </a:rPr>
              <a:t>14) That is an ant.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This is a dog.</a:t>
            </a:r>
          </a:p>
          <a:p>
            <a:pPr lvl="1" rtl="1" algn="r">
              <a:spcAft>
                <a:spcPts val="700"/>
              </a:spcAft>
            </a:pPr>
            <a:r>
              <a:rPr sz="1900" b="1" i="0" lang="ar-EG" altLang="en-US">
                <a:solidFill>
                  <a:srgbClr val="0F7A3D"/>
                </a:solidFill>
                <a:latin typeface="Traditional Arabic"/>
              </a:rPr>
              <a:t>✔ هذا كلب.</a:t>
            </a:r>
          </a:p>
          <a:p>
            <a:pPr rtl="0" algn="l">
              <a:spcAft>
                <a:spcPts val="300"/>
              </a:spcAft>
            </a:pPr>
            <a:r>
              <a:rPr sz="1700" b="0" i="0" lang="en-US">
                <a:solidFill>
                  <a:srgbClr val="1C2333"/>
                </a:solidFill>
                <a:latin typeface="Segoe UI"/>
              </a:rPr>
              <a:t>9) This is an apple.</a:t>
            </a:r>
          </a:p>
          <a:p>
            <a:pPr lvl="1" rtl="1" algn="r">
              <a:spcAft>
                <a:spcPts val="700"/>
              </a:spcAft>
            </a:pPr>
            <a:r>
              <a:rPr sz="1900" b="1" i="0" lang="ar-EG" altLang="en-US">
                <a:solidFill>
                  <a:srgbClr val="0F7A3D"/>
                </a:solidFill>
                <a:latin typeface="Traditional Arabic"/>
              </a:rPr>
              <a:t>✔ هذه تفاحة.</a:t>
            </a:r>
          </a:p>
          <a:p>
            <a:pPr rtl="0" algn="l">
              <a:spcAft>
                <a:spcPts val="300"/>
              </a:spcAft>
            </a:pPr>
            <a:r>
              <a:rPr sz="1700" b="0" i="0" lang="en-US">
                <a:solidFill>
                  <a:srgbClr val="1C2333"/>
                </a:solidFill>
                <a:latin typeface="Segoe UI"/>
              </a:rPr>
              <a:t>10) That is a moon.</a:t>
            </a:r>
          </a:p>
          <a:p>
            <a:pPr lvl="1" rtl="1" algn="r">
              <a:spcAft>
                <a:spcPts val="700"/>
              </a:spcAft>
            </a:pPr>
            <a:r>
              <a:rPr sz="1900" b="1" i="0" lang="ar-EG" altLang="en-US">
                <a:solidFill>
                  <a:srgbClr val="0F7A3D"/>
                </a:solidFill>
                <a:latin typeface="Traditional Arabic"/>
              </a:rPr>
              <a:t>✔ ذلك قمر.</a:t>
            </a:r>
          </a:p>
          <a:p>
            <a:pPr rtl="0" algn="l">
              <a:spcAft>
                <a:spcPts val="300"/>
              </a:spcAft>
            </a:pPr>
            <a:r>
              <a:rPr sz="1700" b="0" i="0" lang="en-US">
                <a:solidFill>
                  <a:srgbClr val="1C2333"/>
                </a:solidFill>
                <a:latin typeface="Segoe UI"/>
              </a:rPr>
              <a:t>11) This is an animal.</a:t>
            </a:r>
          </a:p>
          <a:p>
            <a:pPr lvl="1" rtl="1" algn="r">
              <a:spcAft>
                <a:spcPts val="700"/>
              </a:spcAft>
            </a:pPr>
            <a:r>
              <a:rPr sz="1900" b="1" i="0" lang="ar-EG" altLang="en-US">
                <a:solidFill>
                  <a:srgbClr val="0F7A3D"/>
                </a:solidFill>
                <a:latin typeface="Traditional Arabic"/>
              </a:rPr>
              <a:t>✔ هذا حيوان.</a:t>
            </a:r>
          </a:p>
          <a:p>
            <a:pPr rtl="0" algn="l">
              <a:spcAft>
                <a:spcPts val="300"/>
              </a:spcAft>
            </a:pPr>
            <a:r>
              <a:rPr sz="1700" b="0" i="0" lang="en-US">
                <a:solidFill>
                  <a:srgbClr val="1C2333"/>
                </a:solidFill>
                <a:latin typeface="Segoe UI"/>
              </a:rPr>
              <a:t>12) That is a cloud.</a:t>
            </a:r>
          </a:p>
          <a:p>
            <a:pPr lvl="1" rtl="1" algn="r">
              <a:spcAft>
                <a:spcPts val="700"/>
              </a:spcAft>
            </a:pPr>
            <a:r>
              <a:rPr sz="1900" b="1" i="0" lang="ar-EG" altLang="en-US">
                <a:solidFill>
                  <a:srgbClr val="0F7A3D"/>
                </a:solidFill>
                <a:latin typeface="Traditional Arabic"/>
              </a:rPr>
              <a:t>✔ تلك سحابة.</a:t>
            </a:r>
          </a:p>
          <a:p>
            <a:pPr rtl="0" algn="l">
              <a:spcAft>
                <a:spcPts val="300"/>
              </a:spcAft>
            </a:pPr>
            <a:r>
              <a:rPr sz="1700" b="0" i="0" lang="en-US">
                <a:solidFill>
                  <a:srgbClr val="1C2333"/>
                </a:solidFill>
                <a:latin typeface="Segoe UI"/>
              </a:rPr>
              <a:t>13) This is a tiger.</a:t>
            </a:r>
          </a:p>
          <a:p>
            <a:pPr lvl="1" rtl="1" algn="r">
              <a:spcAft>
                <a:spcPts val="700"/>
              </a:spcAft>
            </a:pPr>
            <a:r>
              <a:rPr sz="1900" b="1" i="0" lang="ar-EG" altLang="en-US">
                <a:solidFill>
                  <a:srgbClr val="0F7A3D"/>
                </a:solidFill>
                <a:latin typeface="Traditional Arabic"/>
              </a:rPr>
              <a:t>✔ هذا نمر.</a:t>
            </a:r>
          </a:p>
          <a:p>
            <a:pPr rtl="0" algn="l">
              <a:spcAft>
                <a:spcPts val="300"/>
              </a:spcAft>
            </a:pPr>
            <a:r>
              <a:rPr sz="1700" b="0" i="0" lang="en-US">
                <a:solidFill>
                  <a:srgbClr val="1C2333"/>
                </a:solidFill>
                <a:latin typeface="Segoe UI"/>
              </a:rPr>
              <a:t>14) That is an ant.</a:t>
            </a:r>
          </a:p>
          <a:p>
            <a:pPr lvl="1" rtl="1" algn="r">
              <a:spcAft>
                <a:spcPts val="700"/>
              </a:spcAft>
            </a:pPr>
            <a:r>
              <a:rPr sz="1900" b="1" i="0" lang="ar-EG" altLang="en-US">
                <a:solidFill>
                  <a:srgbClr val="0F7A3D"/>
                </a:solidFill>
                <a:latin typeface="Traditional Arabic"/>
              </a:rPr>
              <a:t>✔ تلك نملة.</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This is a toy.</a:t>
            </a:r>
          </a:p>
          <a:p>
            <a:pPr rtl="0" algn="l">
              <a:spcAft>
                <a:spcPts val="800"/>
              </a:spcAft>
            </a:pPr>
            <a:r>
              <a:rPr sz="1800" b="0" i="0" lang="en-US">
                <a:solidFill>
                  <a:srgbClr val="1C2333"/>
                </a:solidFill>
                <a:latin typeface="Segoe UI"/>
              </a:rPr>
              <a:t>16) That is a cat.</a:t>
            </a:r>
          </a:p>
          <a:p>
            <a:pPr rtl="0" algn="l">
              <a:spcAft>
                <a:spcPts val="800"/>
              </a:spcAft>
            </a:pPr>
            <a:r>
              <a:rPr sz="1800" b="0" i="0" lang="en-US">
                <a:solidFill>
                  <a:srgbClr val="1C2333"/>
                </a:solidFill>
                <a:latin typeface="Segoe UI"/>
              </a:rPr>
              <a:t>17) This is a lion.</a:t>
            </a:r>
          </a:p>
          <a:p>
            <a:pPr rtl="0" algn="l">
              <a:spcAft>
                <a:spcPts val="800"/>
              </a:spcAft>
            </a:pPr>
            <a:r>
              <a:rPr sz="1800" b="0" i="0" lang="en-US">
                <a:solidFill>
                  <a:srgbClr val="1C2333"/>
                </a:solidFill>
                <a:latin typeface="Segoe UI"/>
              </a:rPr>
              <a:t>18) That is a banana.</a:t>
            </a:r>
          </a:p>
          <a:p>
            <a:pPr rtl="0" algn="l">
              <a:spcAft>
                <a:spcPts val="800"/>
              </a:spcAft>
            </a:pPr>
            <a:r>
              <a:rPr sz="1800" b="0" i="0" lang="en-US">
                <a:solidFill>
                  <a:srgbClr val="1C2333"/>
                </a:solidFill>
                <a:latin typeface="Segoe UI"/>
              </a:rPr>
              <a:t>19) This is a fig.</a:t>
            </a:r>
          </a:p>
          <a:p>
            <a:pPr rtl="0" algn="l">
              <a:spcAft>
                <a:spcPts val="800"/>
              </a:spcAft>
            </a:pPr>
            <a:r>
              <a:rPr sz="1800" b="0" i="0" lang="en-US">
                <a:solidFill>
                  <a:srgbClr val="1C2333"/>
                </a:solidFill>
                <a:latin typeface="Segoe UI"/>
              </a:rPr>
              <a:t>20) This is a pencil.</a:t>
            </a:r>
          </a:p>
          <a:p>
            <a:pPr rtl="0" algn="l">
              <a:spcAft>
                <a:spcPts val="800"/>
              </a:spcAft>
            </a:pPr>
            <a:r>
              <a:rPr sz="1800" b="0" i="0" lang="en-US">
                <a:solidFill>
                  <a:srgbClr val="1C2333"/>
                </a:solidFill>
                <a:latin typeface="Segoe UI"/>
              </a:rPr>
              <a:t>21) That is a ruler.</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This is a toy.</a:t>
            </a:r>
          </a:p>
          <a:p>
            <a:pPr lvl="1" rtl="1" algn="r">
              <a:spcAft>
                <a:spcPts val="700"/>
              </a:spcAft>
            </a:pPr>
            <a:r>
              <a:rPr sz="1900" b="1" i="0" lang="ar-EG" altLang="en-US">
                <a:solidFill>
                  <a:srgbClr val="0F7A3D"/>
                </a:solidFill>
                <a:latin typeface="Traditional Arabic"/>
              </a:rPr>
              <a:t>✔ هذه لعبة.</a:t>
            </a:r>
          </a:p>
          <a:p>
            <a:pPr rtl="0" algn="l">
              <a:spcAft>
                <a:spcPts val="300"/>
              </a:spcAft>
            </a:pPr>
            <a:r>
              <a:rPr sz="1700" b="0" i="0" lang="en-US">
                <a:solidFill>
                  <a:srgbClr val="1C2333"/>
                </a:solidFill>
                <a:latin typeface="Segoe UI"/>
              </a:rPr>
              <a:t>16) That is a cat.</a:t>
            </a:r>
          </a:p>
          <a:p>
            <a:pPr lvl="1" rtl="1" algn="r">
              <a:spcAft>
                <a:spcPts val="700"/>
              </a:spcAft>
            </a:pPr>
            <a:r>
              <a:rPr sz="1900" b="1" i="0" lang="ar-EG" altLang="en-US">
                <a:solidFill>
                  <a:srgbClr val="0F7A3D"/>
                </a:solidFill>
                <a:latin typeface="Traditional Arabic"/>
              </a:rPr>
              <a:t>✔ تلك قطة.</a:t>
            </a:r>
          </a:p>
          <a:p>
            <a:pPr rtl="0" algn="l">
              <a:spcAft>
                <a:spcPts val="300"/>
              </a:spcAft>
            </a:pPr>
            <a:r>
              <a:rPr sz="1700" b="0" i="0" lang="en-US">
                <a:solidFill>
                  <a:srgbClr val="1C2333"/>
                </a:solidFill>
                <a:latin typeface="Segoe UI"/>
              </a:rPr>
              <a:t>17) This is a lion.</a:t>
            </a:r>
          </a:p>
          <a:p>
            <a:pPr lvl="1" rtl="1" algn="r">
              <a:spcAft>
                <a:spcPts val="700"/>
              </a:spcAft>
            </a:pPr>
            <a:r>
              <a:rPr sz="1900" b="1" i="0" lang="ar-EG" altLang="en-US">
                <a:solidFill>
                  <a:srgbClr val="0F7A3D"/>
                </a:solidFill>
                <a:latin typeface="Traditional Arabic"/>
              </a:rPr>
              <a:t>✔ هذا أسد.</a:t>
            </a:r>
          </a:p>
          <a:p>
            <a:pPr rtl="0" algn="l">
              <a:spcAft>
                <a:spcPts val="300"/>
              </a:spcAft>
            </a:pPr>
            <a:r>
              <a:rPr sz="1700" b="0" i="0" lang="en-US">
                <a:solidFill>
                  <a:srgbClr val="1C2333"/>
                </a:solidFill>
                <a:latin typeface="Segoe UI"/>
              </a:rPr>
              <a:t>18) That is a banana.</a:t>
            </a:r>
          </a:p>
          <a:p>
            <a:pPr lvl="1" rtl="1" algn="r">
              <a:spcAft>
                <a:spcPts val="700"/>
              </a:spcAft>
            </a:pPr>
            <a:r>
              <a:rPr sz="1900" b="1" i="0" lang="ar-EG" altLang="en-US">
                <a:solidFill>
                  <a:srgbClr val="0F7A3D"/>
                </a:solidFill>
                <a:latin typeface="Traditional Arabic"/>
              </a:rPr>
              <a:t>✔ تلك موزة.</a:t>
            </a:r>
          </a:p>
          <a:p>
            <a:pPr rtl="0" algn="l">
              <a:spcAft>
                <a:spcPts val="300"/>
              </a:spcAft>
            </a:pPr>
            <a:r>
              <a:rPr sz="1700" b="0" i="0" lang="en-US">
                <a:solidFill>
                  <a:srgbClr val="1C2333"/>
                </a:solidFill>
                <a:latin typeface="Segoe UI"/>
              </a:rPr>
              <a:t>19) This is a fig.</a:t>
            </a:r>
          </a:p>
          <a:p>
            <a:pPr lvl="1" rtl="1" algn="r">
              <a:spcAft>
                <a:spcPts val="700"/>
              </a:spcAft>
            </a:pPr>
            <a:r>
              <a:rPr sz="1900" b="1" i="0" lang="ar-EG" altLang="en-US">
                <a:solidFill>
                  <a:srgbClr val="0F7A3D"/>
                </a:solidFill>
                <a:latin typeface="Traditional Arabic"/>
              </a:rPr>
              <a:t>✔ هذه تينة.</a:t>
            </a:r>
          </a:p>
          <a:p>
            <a:pPr rtl="0" algn="l">
              <a:spcAft>
                <a:spcPts val="300"/>
              </a:spcAft>
            </a:pPr>
            <a:r>
              <a:rPr sz="1700" b="0" i="0" lang="en-US">
                <a:solidFill>
                  <a:srgbClr val="1C2333"/>
                </a:solidFill>
                <a:latin typeface="Segoe UI"/>
              </a:rPr>
              <a:t>20) This is a pencil.</a:t>
            </a:r>
          </a:p>
          <a:p>
            <a:pPr lvl="1" rtl="1" algn="r">
              <a:spcAft>
                <a:spcPts val="700"/>
              </a:spcAft>
            </a:pPr>
            <a:r>
              <a:rPr sz="1900" b="1" i="0" lang="ar-EG" altLang="en-US">
                <a:solidFill>
                  <a:srgbClr val="0F7A3D"/>
                </a:solidFill>
                <a:latin typeface="Traditional Arabic"/>
              </a:rPr>
              <a:t>✔ هذا قلم رصاص.</a:t>
            </a:r>
          </a:p>
          <a:p>
            <a:pPr rtl="0" algn="l">
              <a:spcAft>
                <a:spcPts val="300"/>
              </a:spcAft>
            </a:pPr>
            <a:r>
              <a:rPr sz="1700" b="0" i="0" lang="en-US">
                <a:solidFill>
                  <a:srgbClr val="1C2333"/>
                </a:solidFill>
                <a:latin typeface="Segoe UI"/>
              </a:rPr>
              <a:t>21) That is a ruler.</a:t>
            </a:r>
          </a:p>
          <a:p>
            <a:pPr lvl="1" rtl="1" algn="r">
              <a:spcAft>
                <a:spcPts val="700"/>
              </a:spcAft>
            </a:pPr>
            <a:r>
              <a:rPr sz="1900" b="1" i="0" lang="ar-EG" altLang="en-US">
                <a:solidFill>
                  <a:srgbClr val="0F7A3D"/>
                </a:solidFill>
                <a:latin typeface="Traditional Arabic"/>
              </a:rPr>
              <a:t>✔ تلك مسطرة.</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This is a king.</a:t>
            </a:r>
          </a:p>
          <a:p>
            <a:pPr rtl="0" algn="l">
              <a:spcAft>
                <a:spcPts val="800"/>
              </a:spcAft>
            </a:pPr>
            <a:r>
              <a:rPr sz="1800" b="0" i="0" lang="en-US">
                <a:solidFill>
                  <a:srgbClr val="1C2333"/>
                </a:solidFill>
                <a:latin typeface="Segoe UI"/>
              </a:rPr>
              <a:t>23) This is a horse.</a:t>
            </a:r>
          </a:p>
          <a:p>
            <a:pPr rtl="0" algn="l">
              <a:spcAft>
                <a:spcPts val="800"/>
              </a:spcAft>
            </a:pPr>
            <a:r>
              <a:rPr sz="1800" b="0" i="0" lang="en-US">
                <a:solidFill>
                  <a:srgbClr val="1C2333"/>
                </a:solidFill>
                <a:latin typeface="Segoe UI"/>
              </a:rPr>
              <a:t>24) That is a fan.</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G) Translate into Arabic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This is a king.</a:t>
            </a:r>
          </a:p>
          <a:p>
            <a:pPr lvl="1" rtl="1" algn="r">
              <a:spcAft>
                <a:spcPts val="700"/>
              </a:spcAft>
            </a:pPr>
            <a:r>
              <a:rPr sz="1900" b="1" i="0" lang="ar-EG" altLang="en-US">
                <a:solidFill>
                  <a:srgbClr val="0F7A3D"/>
                </a:solidFill>
                <a:latin typeface="Traditional Arabic"/>
              </a:rPr>
              <a:t>✔ هذا ملك.</a:t>
            </a:r>
          </a:p>
          <a:p>
            <a:pPr rtl="0" algn="l">
              <a:spcAft>
                <a:spcPts val="300"/>
              </a:spcAft>
            </a:pPr>
            <a:r>
              <a:rPr sz="1700" b="0" i="0" lang="en-US">
                <a:solidFill>
                  <a:srgbClr val="1C2333"/>
                </a:solidFill>
                <a:latin typeface="Segoe UI"/>
              </a:rPr>
              <a:t>23) This is a horse.</a:t>
            </a:r>
          </a:p>
          <a:p>
            <a:pPr lvl="1" rtl="1" algn="r">
              <a:spcAft>
                <a:spcPts val="700"/>
              </a:spcAft>
            </a:pPr>
            <a:r>
              <a:rPr sz="1900" b="1" i="0" lang="ar-EG" altLang="en-US">
                <a:solidFill>
                  <a:srgbClr val="0F7A3D"/>
                </a:solidFill>
                <a:latin typeface="Traditional Arabic"/>
              </a:rPr>
              <a:t>✔ هذا حصان.</a:t>
            </a:r>
          </a:p>
          <a:p>
            <a:pPr rtl="0" algn="l">
              <a:spcAft>
                <a:spcPts val="300"/>
              </a:spcAft>
            </a:pPr>
            <a:r>
              <a:rPr sz="1700" b="0" i="0" lang="en-US">
                <a:solidFill>
                  <a:srgbClr val="1C2333"/>
                </a:solidFill>
                <a:latin typeface="Segoe UI"/>
              </a:rPr>
              <a:t>24) That is a fan.</a:t>
            </a:r>
          </a:p>
          <a:p>
            <a:pPr lvl="1" rtl="1" algn="r">
              <a:spcAft>
                <a:spcPts val="700"/>
              </a:spcAft>
            </a:pPr>
            <a:r>
              <a:rPr sz="1900" b="1" i="0" lang="ar-EG" altLang="en-US">
                <a:solidFill>
                  <a:srgbClr val="0F7A3D"/>
                </a:solidFill>
                <a:latin typeface="Traditional Arabic"/>
              </a:rPr>
              <a:t>✔ تلك مروحة.</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 This – book – a.</a:t>
            </a:r>
          </a:p>
          <a:p>
            <a:pPr rtl="0" algn="l">
              <a:spcAft>
                <a:spcPts val="800"/>
              </a:spcAft>
            </a:pPr>
            <a:r>
              <a:rPr sz="1800" b="0" i="0" lang="en-US">
                <a:solidFill>
                  <a:srgbClr val="1C2333"/>
                </a:solidFill>
                <a:latin typeface="Segoe UI"/>
              </a:rPr>
              <a:t>2) is – a – tree – That.</a:t>
            </a:r>
          </a:p>
          <a:p>
            <a:pPr rtl="0" algn="l">
              <a:spcAft>
                <a:spcPts val="800"/>
              </a:spcAft>
            </a:pPr>
            <a:r>
              <a:rPr sz="1800" b="0" i="0" lang="en-US">
                <a:solidFill>
                  <a:srgbClr val="1C2333"/>
                </a:solidFill>
                <a:latin typeface="Segoe UI"/>
              </a:rPr>
              <a:t>3) a – this – bird – No, – not – is.</a:t>
            </a:r>
          </a:p>
          <a:p>
            <a:pPr rtl="0" algn="l">
              <a:spcAft>
                <a:spcPts val="800"/>
              </a:spcAft>
            </a:pPr>
            <a:r>
              <a:rPr sz="1800" b="0" i="0" lang="en-US">
                <a:solidFill>
                  <a:srgbClr val="1C2333"/>
                </a:solidFill>
                <a:latin typeface="Segoe UI"/>
              </a:rPr>
              <a:t>4) is – That – window – a.</a:t>
            </a:r>
          </a:p>
          <a:p>
            <a:pPr rtl="0" algn="l">
              <a:spcAft>
                <a:spcPts val="800"/>
              </a:spcAft>
            </a:pPr>
            <a:r>
              <a:rPr sz="1800" b="0" i="0" lang="en-US">
                <a:solidFill>
                  <a:srgbClr val="1C2333"/>
                </a:solidFill>
                <a:latin typeface="Segoe UI"/>
              </a:rPr>
              <a:t>5) book – a – this – Is?</a:t>
            </a:r>
          </a:p>
          <a:p>
            <a:pPr rtl="0" algn="l">
              <a:spcAft>
                <a:spcPts val="800"/>
              </a:spcAft>
            </a:pPr>
            <a:r>
              <a:rPr sz="1800" b="0" i="0" lang="en-US">
                <a:solidFill>
                  <a:srgbClr val="1C2333"/>
                </a:solidFill>
                <a:latin typeface="Segoe UI"/>
              </a:rPr>
              <a:t>6) pen – is – a – not – This.</a:t>
            </a:r>
          </a:p>
          <a:p>
            <a:pPr rtl="0" algn="l">
              <a:spcAft>
                <a:spcPts val="800"/>
              </a:spcAft>
            </a:pPr>
            <a:r>
              <a:rPr sz="1800" b="0" i="0" lang="en-US">
                <a:solidFill>
                  <a:srgbClr val="1C2333"/>
                </a:solidFill>
                <a:latin typeface="Segoe UI"/>
              </a:rPr>
              <a:t>7) ring – this – a – is – Yes,.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 This – book – a.</a:t>
            </a:r>
          </a:p>
          <a:p>
            <a:pPr lvl="1" rtl="0" algn="l">
              <a:spcAft>
                <a:spcPts val="700"/>
              </a:spcAft>
            </a:pPr>
            <a:r>
              <a:rPr sz="1600" b="1" i="0" lang="en-US">
                <a:solidFill>
                  <a:srgbClr val="0F7A3D"/>
                </a:solidFill>
                <a:latin typeface="Segoe UI"/>
              </a:rPr>
              <a:t>✔ This is a book.</a:t>
            </a:r>
          </a:p>
          <a:p>
            <a:pPr rtl="0" algn="l">
              <a:spcAft>
                <a:spcPts val="300"/>
              </a:spcAft>
            </a:pPr>
            <a:r>
              <a:rPr sz="1700" b="0" i="0" lang="en-US">
                <a:solidFill>
                  <a:srgbClr val="1C2333"/>
                </a:solidFill>
                <a:latin typeface="Segoe UI"/>
              </a:rPr>
              <a:t>2) is – a – tree – That.</a:t>
            </a:r>
          </a:p>
          <a:p>
            <a:pPr lvl="1" rtl="0" algn="l">
              <a:spcAft>
                <a:spcPts val="700"/>
              </a:spcAft>
            </a:pPr>
            <a:r>
              <a:rPr sz="1600" b="1" i="0" lang="en-US">
                <a:solidFill>
                  <a:srgbClr val="0F7A3D"/>
                </a:solidFill>
                <a:latin typeface="Segoe UI"/>
              </a:rPr>
              <a:t>✔ That is a tree.</a:t>
            </a:r>
          </a:p>
          <a:p>
            <a:pPr rtl="0" algn="l">
              <a:spcAft>
                <a:spcPts val="300"/>
              </a:spcAft>
            </a:pPr>
            <a:r>
              <a:rPr sz="1700" b="0" i="0" lang="en-US">
                <a:solidFill>
                  <a:srgbClr val="1C2333"/>
                </a:solidFill>
                <a:latin typeface="Segoe UI"/>
              </a:rPr>
              <a:t>3) a – this – bird – No, – not – is.</a:t>
            </a:r>
          </a:p>
          <a:p>
            <a:pPr lvl="1" rtl="0" algn="l">
              <a:spcAft>
                <a:spcPts val="700"/>
              </a:spcAft>
            </a:pPr>
            <a:r>
              <a:rPr sz="1600" b="1" i="0" lang="en-US">
                <a:solidFill>
                  <a:srgbClr val="0F7A3D"/>
                </a:solidFill>
                <a:latin typeface="Segoe UI"/>
              </a:rPr>
              <a:t>✔ No, this is not a bird.</a:t>
            </a:r>
          </a:p>
          <a:p>
            <a:pPr rtl="0" algn="l">
              <a:spcAft>
                <a:spcPts val="300"/>
              </a:spcAft>
            </a:pPr>
            <a:r>
              <a:rPr sz="1700" b="0" i="0" lang="en-US">
                <a:solidFill>
                  <a:srgbClr val="1C2333"/>
                </a:solidFill>
                <a:latin typeface="Segoe UI"/>
              </a:rPr>
              <a:t>4) is – That – window – a.</a:t>
            </a:r>
          </a:p>
          <a:p>
            <a:pPr lvl="1" rtl="0" algn="l">
              <a:spcAft>
                <a:spcPts val="700"/>
              </a:spcAft>
            </a:pPr>
            <a:r>
              <a:rPr sz="1600" b="1" i="0" lang="en-US">
                <a:solidFill>
                  <a:srgbClr val="0F7A3D"/>
                </a:solidFill>
                <a:latin typeface="Segoe UI"/>
              </a:rPr>
              <a:t>✔ That is a window.</a:t>
            </a:r>
          </a:p>
          <a:p>
            <a:pPr rtl="0" algn="l">
              <a:spcAft>
                <a:spcPts val="300"/>
              </a:spcAft>
            </a:pPr>
            <a:r>
              <a:rPr sz="1700" b="0" i="0" lang="en-US">
                <a:solidFill>
                  <a:srgbClr val="1C2333"/>
                </a:solidFill>
                <a:latin typeface="Segoe UI"/>
              </a:rPr>
              <a:t>5) book – a – this – Is?</a:t>
            </a:r>
          </a:p>
          <a:p>
            <a:pPr lvl="1" rtl="0" algn="l">
              <a:spcAft>
                <a:spcPts val="700"/>
              </a:spcAft>
            </a:pPr>
            <a:r>
              <a:rPr sz="1600" b="1" i="0" lang="en-US">
                <a:solidFill>
                  <a:srgbClr val="0F7A3D"/>
                </a:solidFill>
                <a:latin typeface="Segoe UI"/>
              </a:rPr>
              <a:t>✔ Is this a book?</a:t>
            </a:r>
          </a:p>
          <a:p>
            <a:pPr rtl="0" algn="l">
              <a:spcAft>
                <a:spcPts val="300"/>
              </a:spcAft>
            </a:pPr>
            <a:r>
              <a:rPr sz="1700" b="0" i="0" lang="en-US">
                <a:solidFill>
                  <a:srgbClr val="1C2333"/>
                </a:solidFill>
                <a:latin typeface="Segoe UI"/>
              </a:rPr>
              <a:t>6) pen – is – a – not – This.</a:t>
            </a:r>
          </a:p>
          <a:p>
            <a:pPr lvl="1" rtl="0" algn="l">
              <a:spcAft>
                <a:spcPts val="700"/>
              </a:spcAft>
            </a:pPr>
            <a:r>
              <a:rPr sz="1600" b="1" i="0" lang="en-US">
                <a:solidFill>
                  <a:srgbClr val="0F7A3D"/>
                </a:solidFill>
                <a:latin typeface="Segoe UI"/>
              </a:rPr>
              <a:t>✔ This is not a pen.</a:t>
            </a:r>
          </a:p>
          <a:p>
            <a:pPr rtl="0" algn="l">
              <a:spcAft>
                <a:spcPts val="300"/>
              </a:spcAft>
            </a:pPr>
            <a:r>
              <a:rPr sz="1700" b="0" i="0" lang="en-US">
                <a:solidFill>
                  <a:srgbClr val="1C2333"/>
                </a:solidFill>
                <a:latin typeface="Segoe UI"/>
              </a:rPr>
              <a:t>7) ring – this – a – is – Yes,.</a:t>
            </a:r>
          </a:p>
          <a:p>
            <a:pPr lvl="1" rtl="0" algn="l">
              <a:spcAft>
                <a:spcPts val="700"/>
              </a:spcAft>
            </a:pPr>
            <a:r>
              <a:rPr sz="1600" b="1" i="0" lang="en-US">
                <a:solidFill>
                  <a:srgbClr val="0F7A3D"/>
                </a:solidFill>
                <a:latin typeface="Segoe UI"/>
              </a:rPr>
              <a:t>✔ Yes, this is a ring.</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car – Is – that – a?</a:t>
            </a:r>
          </a:p>
          <a:p>
            <a:pPr rtl="0" algn="l">
              <a:spcAft>
                <a:spcPts val="800"/>
              </a:spcAft>
            </a:pPr>
            <a:r>
              <a:rPr sz="1800" b="0" i="0" lang="en-US">
                <a:solidFill>
                  <a:srgbClr val="1C2333"/>
                </a:solidFill>
                <a:latin typeface="Segoe UI"/>
              </a:rPr>
              <a:t>9) That – cloud – a – is.</a:t>
            </a:r>
          </a:p>
          <a:p>
            <a:pPr rtl="0" algn="l">
              <a:spcAft>
                <a:spcPts val="800"/>
              </a:spcAft>
            </a:pPr>
            <a:r>
              <a:rPr sz="1800" b="0" i="0" lang="en-US">
                <a:solidFill>
                  <a:srgbClr val="1C2333"/>
                </a:solidFill>
                <a:latin typeface="Segoe UI"/>
              </a:rPr>
              <a:t>10) that – what – is?</a:t>
            </a:r>
          </a:p>
          <a:p>
            <a:pPr rtl="0" algn="l">
              <a:spcAft>
                <a:spcPts val="800"/>
              </a:spcAft>
            </a:pPr>
            <a:r>
              <a:rPr sz="1800" b="0" i="0" lang="en-US">
                <a:solidFill>
                  <a:srgbClr val="1C2333"/>
                </a:solidFill>
                <a:latin typeface="Segoe UI"/>
              </a:rPr>
              <a:t>11) orange – Is – an – this?</a:t>
            </a:r>
          </a:p>
          <a:p>
            <a:pPr rtl="0" algn="l">
              <a:spcAft>
                <a:spcPts val="800"/>
              </a:spcAft>
            </a:pPr>
            <a:r>
              <a:rPr sz="1800" b="0" i="0" lang="en-US">
                <a:solidFill>
                  <a:srgbClr val="1C2333"/>
                </a:solidFill>
                <a:latin typeface="Segoe UI"/>
              </a:rPr>
              <a:t>12) is – No, – apple – an – this – not.</a:t>
            </a:r>
          </a:p>
          <a:p>
            <a:pPr rtl="0" algn="l">
              <a:spcAft>
                <a:spcPts val="800"/>
              </a:spcAft>
            </a:pPr>
            <a:r>
              <a:rPr sz="1800" b="0" i="0" lang="en-US">
                <a:solidFill>
                  <a:srgbClr val="1C2333"/>
                </a:solidFill>
                <a:latin typeface="Segoe UI"/>
              </a:rPr>
              <a:t>13) ant – is – That – an.</a:t>
            </a:r>
          </a:p>
          <a:p>
            <a:pPr rtl="0" algn="l">
              <a:spcAft>
                <a:spcPts val="800"/>
              </a:spcAft>
            </a:pPr>
            <a:r>
              <a:rPr sz="1800" b="0" i="0" lang="en-US">
                <a:solidFill>
                  <a:srgbClr val="1C2333"/>
                </a:solidFill>
                <a:latin typeface="Segoe UI"/>
              </a:rPr>
              <a:t>14) this – is – What?</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car – Is – that – a?</a:t>
            </a:r>
          </a:p>
          <a:p>
            <a:pPr lvl="1" rtl="0" algn="l">
              <a:spcAft>
                <a:spcPts val="700"/>
              </a:spcAft>
            </a:pPr>
            <a:r>
              <a:rPr sz="1600" b="1" i="0" lang="en-US">
                <a:solidFill>
                  <a:srgbClr val="0F7A3D"/>
                </a:solidFill>
                <a:latin typeface="Segoe UI"/>
              </a:rPr>
              <a:t>✔ Is that a car?</a:t>
            </a:r>
          </a:p>
          <a:p>
            <a:pPr rtl="0" algn="l">
              <a:spcAft>
                <a:spcPts val="300"/>
              </a:spcAft>
            </a:pPr>
            <a:r>
              <a:rPr sz="1700" b="0" i="0" lang="en-US">
                <a:solidFill>
                  <a:srgbClr val="1C2333"/>
                </a:solidFill>
                <a:latin typeface="Segoe UI"/>
              </a:rPr>
              <a:t>9) That – cloud – a – is.</a:t>
            </a:r>
          </a:p>
          <a:p>
            <a:pPr lvl="1" rtl="0" algn="l">
              <a:spcAft>
                <a:spcPts val="700"/>
              </a:spcAft>
            </a:pPr>
            <a:r>
              <a:rPr sz="1600" b="1" i="0" lang="en-US">
                <a:solidFill>
                  <a:srgbClr val="0F7A3D"/>
                </a:solidFill>
                <a:latin typeface="Segoe UI"/>
              </a:rPr>
              <a:t>✔ That is a cloud.</a:t>
            </a:r>
          </a:p>
          <a:p>
            <a:pPr rtl="0" algn="l">
              <a:spcAft>
                <a:spcPts val="300"/>
              </a:spcAft>
            </a:pPr>
            <a:r>
              <a:rPr sz="1700" b="0" i="0" lang="en-US">
                <a:solidFill>
                  <a:srgbClr val="1C2333"/>
                </a:solidFill>
                <a:latin typeface="Segoe UI"/>
              </a:rPr>
              <a:t>10) that – what – is?</a:t>
            </a:r>
          </a:p>
          <a:p>
            <a:pPr lvl="1" rtl="0" algn="l">
              <a:spcAft>
                <a:spcPts val="700"/>
              </a:spcAft>
            </a:pPr>
            <a:r>
              <a:rPr sz="1600" b="1" i="0" lang="en-US">
                <a:solidFill>
                  <a:srgbClr val="0F7A3D"/>
                </a:solidFill>
                <a:latin typeface="Segoe UI"/>
              </a:rPr>
              <a:t>✔ What is that?</a:t>
            </a:r>
          </a:p>
          <a:p>
            <a:pPr rtl="0" algn="l">
              <a:spcAft>
                <a:spcPts val="300"/>
              </a:spcAft>
            </a:pPr>
            <a:r>
              <a:rPr sz="1700" b="0" i="0" lang="en-US">
                <a:solidFill>
                  <a:srgbClr val="1C2333"/>
                </a:solidFill>
                <a:latin typeface="Segoe UI"/>
              </a:rPr>
              <a:t>11) orange – Is – an – this?</a:t>
            </a:r>
          </a:p>
          <a:p>
            <a:pPr lvl="1" rtl="0" algn="l">
              <a:spcAft>
                <a:spcPts val="700"/>
              </a:spcAft>
            </a:pPr>
            <a:r>
              <a:rPr sz="1600" b="1" i="0" lang="en-US">
                <a:solidFill>
                  <a:srgbClr val="0F7A3D"/>
                </a:solidFill>
                <a:latin typeface="Segoe UI"/>
              </a:rPr>
              <a:t>✔ Is this an orange?</a:t>
            </a:r>
          </a:p>
          <a:p>
            <a:pPr rtl="0" algn="l">
              <a:spcAft>
                <a:spcPts val="300"/>
              </a:spcAft>
            </a:pPr>
            <a:r>
              <a:rPr sz="1700" b="0" i="0" lang="en-US">
                <a:solidFill>
                  <a:srgbClr val="1C2333"/>
                </a:solidFill>
                <a:latin typeface="Segoe UI"/>
              </a:rPr>
              <a:t>12) is – No, – apple – an – this – not.</a:t>
            </a:r>
          </a:p>
          <a:p>
            <a:pPr lvl="1" rtl="0" algn="l">
              <a:spcAft>
                <a:spcPts val="700"/>
              </a:spcAft>
            </a:pPr>
            <a:r>
              <a:rPr sz="1600" b="1" i="0" lang="en-US">
                <a:solidFill>
                  <a:srgbClr val="0F7A3D"/>
                </a:solidFill>
                <a:latin typeface="Segoe UI"/>
              </a:rPr>
              <a:t>✔ No, this is not an apple.</a:t>
            </a:r>
          </a:p>
          <a:p>
            <a:pPr rtl="0" algn="l">
              <a:spcAft>
                <a:spcPts val="300"/>
              </a:spcAft>
            </a:pPr>
            <a:r>
              <a:rPr sz="1700" b="0" i="0" lang="en-US">
                <a:solidFill>
                  <a:srgbClr val="1C2333"/>
                </a:solidFill>
                <a:latin typeface="Segoe UI"/>
              </a:rPr>
              <a:t>13) ant – is – That – an.</a:t>
            </a:r>
          </a:p>
          <a:p>
            <a:pPr lvl="1" rtl="0" algn="l">
              <a:spcAft>
                <a:spcPts val="700"/>
              </a:spcAft>
            </a:pPr>
            <a:r>
              <a:rPr sz="1600" b="1" i="0" lang="en-US">
                <a:solidFill>
                  <a:srgbClr val="0F7A3D"/>
                </a:solidFill>
                <a:latin typeface="Segoe UI"/>
              </a:rPr>
              <a:t>✔ That is an ant.</a:t>
            </a:r>
          </a:p>
          <a:p>
            <a:pPr rtl="0" algn="l">
              <a:spcAft>
                <a:spcPts val="300"/>
              </a:spcAft>
            </a:pPr>
            <a:r>
              <a:rPr sz="1700" b="0" i="0" lang="en-US">
                <a:solidFill>
                  <a:srgbClr val="1C2333"/>
                </a:solidFill>
                <a:latin typeface="Segoe UI"/>
              </a:rPr>
              <a:t>14) this – is – What?</a:t>
            </a:r>
          </a:p>
          <a:p>
            <a:pPr lvl="1" rtl="0" algn="l">
              <a:spcAft>
                <a:spcPts val="700"/>
              </a:spcAft>
            </a:pPr>
            <a:r>
              <a:rPr sz="1600" b="1" i="0" lang="en-US">
                <a:solidFill>
                  <a:srgbClr val="0F7A3D"/>
                </a:solidFill>
                <a:latin typeface="Segoe UI"/>
              </a:rPr>
              <a:t>✔ What is this?</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animal – That – an – is.</a:t>
            </a:r>
          </a:p>
          <a:p>
            <a:pPr rtl="0" algn="l">
              <a:spcAft>
                <a:spcPts val="800"/>
              </a:spcAft>
            </a:pPr>
            <a:r>
              <a:rPr sz="1800" b="0" i="0" lang="en-US">
                <a:solidFill>
                  <a:srgbClr val="1C2333"/>
                </a:solidFill>
                <a:latin typeface="Segoe UI"/>
              </a:rPr>
              <a:t>16) flower – This – a – is.</a:t>
            </a:r>
          </a:p>
          <a:p>
            <a:pPr rtl="0" algn="l">
              <a:spcAft>
                <a:spcPts val="800"/>
              </a:spcAft>
            </a:pPr>
            <a:r>
              <a:rPr sz="1800" b="0" i="0" lang="en-US">
                <a:solidFill>
                  <a:srgbClr val="1C2333"/>
                </a:solidFill>
                <a:latin typeface="Segoe UI"/>
              </a:rPr>
              <a:t>17) an – That – egg – is.</a:t>
            </a:r>
          </a:p>
          <a:p>
            <a:pPr rtl="0" algn="l">
              <a:spcAft>
                <a:spcPts val="800"/>
              </a:spcAft>
            </a:pPr>
            <a:r>
              <a:rPr sz="1800" b="0" i="0" lang="en-US">
                <a:solidFill>
                  <a:srgbClr val="1C2333"/>
                </a:solidFill>
                <a:latin typeface="Segoe UI"/>
              </a:rPr>
              <a:t>18) is – Yes, – a – this – pencil.</a:t>
            </a:r>
          </a:p>
          <a:p>
            <a:pPr rtl="0" algn="l">
              <a:spcAft>
                <a:spcPts val="800"/>
              </a:spcAft>
            </a:pPr>
            <a:r>
              <a:rPr sz="1800" b="0" i="0" lang="en-US">
                <a:solidFill>
                  <a:srgbClr val="1C2333"/>
                </a:solidFill>
                <a:latin typeface="Segoe UI"/>
              </a:rPr>
              <a:t>19) that – a – Is – camera?</a:t>
            </a:r>
          </a:p>
          <a:p>
            <a:pPr rtl="0" algn="l">
              <a:spcAft>
                <a:spcPts val="800"/>
              </a:spcAft>
            </a:pPr>
            <a:r>
              <a:rPr sz="1800" b="0" i="0" lang="en-US">
                <a:solidFill>
                  <a:srgbClr val="1C2333"/>
                </a:solidFill>
                <a:latin typeface="Segoe UI"/>
              </a:rPr>
              <a:t>20) umbrella – is – That – an.</a:t>
            </a:r>
          </a:p>
          <a:p>
            <a:pPr rtl="0" algn="l">
              <a:spcAft>
                <a:spcPts val="800"/>
              </a:spcAft>
            </a:pPr>
            <a:r>
              <a:rPr sz="1800" b="0" i="0" lang="en-US">
                <a:solidFill>
                  <a:srgbClr val="1C2333"/>
                </a:solidFill>
                <a:latin typeface="Segoe UI"/>
              </a:rPr>
              <a:t>21) star – That – a – is.</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animal – That – an – is.</a:t>
            </a:r>
          </a:p>
          <a:p>
            <a:pPr lvl="1" rtl="0" algn="l">
              <a:spcAft>
                <a:spcPts val="700"/>
              </a:spcAft>
            </a:pPr>
            <a:r>
              <a:rPr sz="1600" b="1" i="0" lang="en-US">
                <a:solidFill>
                  <a:srgbClr val="0F7A3D"/>
                </a:solidFill>
                <a:latin typeface="Segoe UI"/>
              </a:rPr>
              <a:t>✔ That is an animal.</a:t>
            </a:r>
          </a:p>
          <a:p>
            <a:pPr rtl="0" algn="l">
              <a:spcAft>
                <a:spcPts val="300"/>
              </a:spcAft>
            </a:pPr>
            <a:r>
              <a:rPr sz="1700" b="0" i="0" lang="en-US">
                <a:solidFill>
                  <a:srgbClr val="1C2333"/>
                </a:solidFill>
                <a:latin typeface="Segoe UI"/>
              </a:rPr>
              <a:t>16) flower – This – a – is.</a:t>
            </a:r>
          </a:p>
          <a:p>
            <a:pPr lvl="1" rtl="0" algn="l">
              <a:spcAft>
                <a:spcPts val="700"/>
              </a:spcAft>
            </a:pPr>
            <a:r>
              <a:rPr sz="1600" b="1" i="0" lang="en-US">
                <a:solidFill>
                  <a:srgbClr val="0F7A3D"/>
                </a:solidFill>
                <a:latin typeface="Segoe UI"/>
              </a:rPr>
              <a:t>✔ This is a flower.</a:t>
            </a:r>
          </a:p>
          <a:p>
            <a:pPr rtl="0" algn="l">
              <a:spcAft>
                <a:spcPts val="300"/>
              </a:spcAft>
            </a:pPr>
            <a:r>
              <a:rPr sz="1700" b="0" i="0" lang="en-US">
                <a:solidFill>
                  <a:srgbClr val="1C2333"/>
                </a:solidFill>
                <a:latin typeface="Segoe UI"/>
              </a:rPr>
              <a:t>17) an – That – egg – is.</a:t>
            </a:r>
          </a:p>
          <a:p>
            <a:pPr lvl="1" rtl="0" algn="l">
              <a:spcAft>
                <a:spcPts val="700"/>
              </a:spcAft>
            </a:pPr>
            <a:r>
              <a:rPr sz="1600" b="1" i="0" lang="en-US">
                <a:solidFill>
                  <a:srgbClr val="0F7A3D"/>
                </a:solidFill>
                <a:latin typeface="Segoe UI"/>
              </a:rPr>
              <a:t>✔ That is an egg.</a:t>
            </a:r>
          </a:p>
          <a:p>
            <a:pPr rtl="0" algn="l">
              <a:spcAft>
                <a:spcPts val="300"/>
              </a:spcAft>
            </a:pPr>
            <a:r>
              <a:rPr sz="1700" b="0" i="0" lang="en-US">
                <a:solidFill>
                  <a:srgbClr val="1C2333"/>
                </a:solidFill>
                <a:latin typeface="Segoe UI"/>
              </a:rPr>
              <a:t>18) is – Yes, – a – this – pencil.</a:t>
            </a:r>
          </a:p>
          <a:p>
            <a:pPr lvl="1" rtl="0" algn="l">
              <a:spcAft>
                <a:spcPts val="700"/>
              </a:spcAft>
            </a:pPr>
            <a:r>
              <a:rPr sz="1600" b="1" i="0" lang="en-US">
                <a:solidFill>
                  <a:srgbClr val="0F7A3D"/>
                </a:solidFill>
                <a:latin typeface="Segoe UI"/>
              </a:rPr>
              <a:t>✔ Yes, this is a pencil.</a:t>
            </a:r>
          </a:p>
          <a:p>
            <a:pPr rtl="0" algn="l">
              <a:spcAft>
                <a:spcPts val="300"/>
              </a:spcAft>
            </a:pPr>
            <a:r>
              <a:rPr sz="1700" b="0" i="0" lang="en-US">
                <a:solidFill>
                  <a:srgbClr val="1C2333"/>
                </a:solidFill>
                <a:latin typeface="Segoe UI"/>
              </a:rPr>
              <a:t>19) that – a – Is – camera?</a:t>
            </a:r>
          </a:p>
          <a:p>
            <a:pPr lvl="1" rtl="0" algn="l">
              <a:spcAft>
                <a:spcPts val="700"/>
              </a:spcAft>
            </a:pPr>
            <a:r>
              <a:rPr sz="1600" b="1" i="0" lang="en-US">
                <a:solidFill>
                  <a:srgbClr val="0F7A3D"/>
                </a:solidFill>
                <a:latin typeface="Segoe UI"/>
              </a:rPr>
              <a:t>✔ Is that a camera?</a:t>
            </a:r>
          </a:p>
          <a:p>
            <a:pPr rtl="0" algn="l">
              <a:spcAft>
                <a:spcPts val="300"/>
              </a:spcAft>
            </a:pPr>
            <a:r>
              <a:rPr sz="1700" b="0" i="0" lang="en-US">
                <a:solidFill>
                  <a:srgbClr val="1C2333"/>
                </a:solidFill>
                <a:latin typeface="Segoe UI"/>
              </a:rPr>
              <a:t>20) umbrella – is – That – an.</a:t>
            </a:r>
          </a:p>
          <a:p>
            <a:pPr lvl="1" rtl="0" algn="l">
              <a:spcAft>
                <a:spcPts val="700"/>
              </a:spcAft>
            </a:pPr>
            <a:r>
              <a:rPr sz="1600" b="1" i="0" lang="en-US">
                <a:solidFill>
                  <a:srgbClr val="0F7A3D"/>
                </a:solidFill>
                <a:latin typeface="Segoe UI"/>
              </a:rPr>
              <a:t>✔ That is an umbrella.</a:t>
            </a:r>
          </a:p>
          <a:p>
            <a:pPr rtl="0" algn="l">
              <a:spcAft>
                <a:spcPts val="300"/>
              </a:spcAft>
            </a:pPr>
            <a:r>
              <a:rPr sz="1700" b="0" i="0" lang="en-US">
                <a:solidFill>
                  <a:srgbClr val="1C2333"/>
                </a:solidFill>
                <a:latin typeface="Segoe UI"/>
              </a:rPr>
              <a:t>21) star – That – a – is.</a:t>
            </a:r>
          </a:p>
          <a:p>
            <a:pPr lvl="1" rtl="0" algn="l">
              <a:spcAft>
                <a:spcPts val="700"/>
              </a:spcAft>
            </a:pPr>
            <a:r>
              <a:rPr sz="1600" b="1" i="0" lang="en-US">
                <a:solidFill>
                  <a:srgbClr val="0F7A3D"/>
                </a:solidFill>
                <a:latin typeface="Segoe UI"/>
              </a:rPr>
              <a:t>✔ That is a star.</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not – is – No, – a – that – bird.</a:t>
            </a:r>
          </a:p>
          <a:p>
            <a:pPr rtl="0" algn="l">
              <a:spcAft>
                <a:spcPts val="800"/>
              </a:spcAft>
            </a:pPr>
            <a:r>
              <a:rPr sz="1800" b="0" i="0" lang="en-US">
                <a:solidFill>
                  <a:srgbClr val="1C2333"/>
                </a:solidFill>
                <a:latin typeface="Segoe UI"/>
              </a:rPr>
              <a:t>23) Is – banana – this – a?</a:t>
            </a:r>
          </a:p>
          <a:p>
            <a:pPr rtl="0" algn="l">
              <a:spcAft>
                <a:spcPts val="800"/>
              </a:spcAft>
            </a:pPr>
            <a:r>
              <a:rPr sz="1800" b="0" i="0" lang="en-US">
                <a:solidFill>
                  <a:srgbClr val="1C2333"/>
                </a:solidFill>
                <a:latin typeface="Segoe UI"/>
              </a:rPr>
              <a:t>24) an – That – elephant – is.</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H) Rearrange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not – is – No, – a – that – bird.</a:t>
            </a:r>
          </a:p>
          <a:p>
            <a:pPr lvl="1" rtl="0" algn="l">
              <a:spcAft>
                <a:spcPts val="700"/>
              </a:spcAft>
            </a:pPr>
            <a:r>
              <a:rPr sz="1600" b="1" i="0" lang="en-US">
                <a:solidFill>
                  <a:srgbClr val="0F7A3D"/>
                </a:solidFill>
                <a:latin typeface="Segoe UI"/>
              </a:rPr>
              <a:t>✔ No, that is not a bird.</a:t>
            </a:r>
          </a:p>
          <a:p>
            <a:pPr rtl="0" algn="l">
              <a:spcAft>
                <a:spcPts val="300"/>
              </a:spcAft>
            </a:pPr>
            <a:r>
              <a:rPr sz="1700" b="0" i="0" lang="en-US">
                <a:solidFill>
                  <a:srgbClr val="1C2333"/>
                </a:solidFill>
                <a:latin typeface="Segoe UI"/>
              </a:rPr>
              <a:t>23) Is – banana – this – a?</a:t>
            </a:r>
          </a:p>
          <a:p>
            <a:pPr lvl="1" rtl="0" algn="l">
              <a:spcAft>
                <a:spcPts val="700"/>
              </a:spcAft>
            </a:pPr>
            <a:r>
              <a:rPr sz="1600" b="1" i="0" lang="en-US">
                <a:solidFill>
                  <a:srgbClr val="0F7A3D"/>
                </a:solidFill>
                <a:latin typeface="Segoe UI"/>
              </a:rPr>
              <a:t>✔ Is this a banana?</a:t>
            </a:r>
          </a:p>
          <a:p>
            <a:pPr rtl="0" algn="l">
              <a:spcAft>
                <a:spcPts val="300"/>
              </a:spcAft>
            </a:pPr>
            <a:r>
              <a:rPr sz="1700" b="0" i="0" lang="en-US">
                <a:solidFill>
                  <a:srgbClr val="1C2333"/>
                </a:solidFill>
                <a:latin typeface="Segoe UI"/>
              </a:rPr>
              <a:t>24) an – That – elephant – is.</a:t>
            </a:r>
          </a:p>
          <a:p>
            <a:pPr lvl="1" rtl="0" algn="l">
              <a:spcAft>
                <a:spcPts val="700"/>
              </a:spcAft>
            </a:pPr>
            <a:r>
              <a:rPr sz="1600" b="1" i="0" lang="en-US">
                <a:solidFill>
                  <a:srgbClr val="0F7A3D"/>
                </a:solidFill>
                <a:latin typeface="Segoe UI"/>
              </a:rPr>
              <a:t>✔ That is an elephant.</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Ahmed is a boy. He is 10 years old. He gets up at 7 every morning. He prays and has breakfast with his family. He loves his school. He goes to school with his friends. They go to school on foot. They have 7 lessons a day.</a:t>
            </a:r>
          </a:p>
          <a:p>
            <a:pPr rtl="1" algn="r">
              <a:spcBef>
                <a:spcPts val="800"/>
              </a:spcBef>
            </a:pPr>
            <a:r>
              <a:rPr sz="1700" b="0" i="0" lang="ar-EG" altLang="en-US">
                <a:solidFill>
                  <a:srgbClr val="5B6478"/>
                </a:solidFill>
                <a:latin typeface="Traditional Arabic"/>
              </a:rPr>
              <a:t>gets up: يستيقظ   prays: يصلي   on foot: سيراً على الأقدام   lessons: حصص</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Ahmed is …… years old.   (seven – ten – nine)</a:t>
            </a:r>
          </a:p>
          <a:p>
            <a:pPr rtl="0" algn="l">
              <a:spcAft>
                <a:spcPts val="800"/>
              </a:spcAft>
            </a:pPr>
            <a:r>
              <a:rPr sz="1800" b="0" i="0" lang="en-US">
                <a:solidFill>
                  <a:srgbClr val="1C2333"/>
                </a:solidFill>
                <a:latin typeface="Segoe UI"/>
              </a:rPr>
              <a:t>2) He has breakfast with his …… .   (friend – mum – family)</a:t>
            </a:r>
          </a:p>
          <a:p>
            <a:pPr rtl="0" algn="l">
              <a:spcAft>
                <a:spcPts val="800"/>
              </a:spcAft>
            </a:pPr>
            <a:r>
              <a:rPr sz="1800" b="0" i="0" lang="en-US">
                <a:solidFill>
                  <a:srgbClr val="1C2333"/>
                </a:solidFill>
                <a:latin typeface="Segoe UI"/>
              </a:rPr>
              <a:t>1) Ahmed has 6 lessons a day. (He has 7 lessons a day.)   (True ✓ – False ✗)</a:t>
            </a:r>
          </a:p>
          <a:p>
            <a:pPr rtl="0" algn="l">
              <a:spcAft>
                <a:spcPts val="800"/>
              </a:spcAft>
            </a:pPr>
            <a:r>
              <a:rPr sz="1800" b="0" i="0" lang="en-US">
                <a:solidFill>
                  <a:srgbClr val="1C2333"/>
                </a:solidFill>
                <a:latin typeface="Segoe UI"/>
              </a:rPr>
              <a:t>2) Ahmed goes to school with his friends.   (True ✓ – False ✗)</a:t>
            </a:r>
          </a:p>
          <a:p>
            <a:pPr rtl="0" algn="l">
              <a:spcAft>
                <a:spcPts val="800"/>
              </a:spcAft>
            </a:pPr>
            <a:r>
              <a:rPr sz="1800" b="0" i="0" lang="en-US">
                <a:solidFill>
                  <a:srgbClr val="1C2333"/>
                </a:solidFill>
                <a:latin typeface="Segoe UI"/>
              </a:rPr>
              <a:t>3) Ahmed loves his school.   (True ✓ – False ✗)</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I) Read the text and answer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Ahmed is …… years old.   (seven – ten – nine)</a:t>
            </a:r>
          </a:p>
          <a:p>
            <a:pPr lvl="1" rtl="0" algn="l">
              <a:spcAft>
                <a:spcPts val="700"/>
              </a:spcAft>
            </a:pPr>
            <a:r>
              <a:rPr sz="1600" b="1" i="0" lang="en-US">
                <a:solidFill>
                  <a:srgbClr val="0F7A3D"/>
                </a:solidFill>
                <a:latin typeface="Segoe UI"/>
              </a:rPr>
              <a:t>✔ ten</a:t>
            </a:r>
          </a:p>
          <a:p>
            <a:pPr rtl="0" algn="l">
              <a:spcAft>
                <a:spcPts val="300"/>
              </a:spcAft>
            </a:pPr>
            <a:r>
              <a:rPr sz="1700" b="0" i="0" lang="en-US">
                <a:solidFill>
                  <a:srgbClr val="1C2333"/>
                </a:solidFill>
                <a:latin typeface="Segoe UI"/>
              </a:rPr>
              <a:t>2) He has breakfast with his …… .   (friend – mum – family)</a:t>
            </a:r>
          </a:p>
          <a:p>
            <a:pPr lvl="1" rtl="0" algn="l">
              <a:spcAft>
                <a:spcPts val="700"/>
              </a:spcAft>
            </a:pPr>
            <a:r>
              <a:rPr sz="1600" b="1" i="0" lang="en-US">
                <a:solidFill>
                  <a:srgbClr val="0F7A3D"/>
                </a:solidFill>
                <a:latin typeface="Segoe UI"/>
              </a:rPr>
              <a:t>✔ family</a:t>
            </a:r>
          </a:p>
          <a:p>
            <a:pPr rtl="0" algn="l">
              <a:spcAft>
                <a:spcPts val="300"/>
              </a:spcAft>
            </a:pPr>
            <a:r>
              <a:rPr sz="1700" b="0" i="0" lang="en-US">
                <a:solidFill>
                  <a:srgbClr val="1C2333"/>
                </a:solidFill>
                <a:latin typeface="Segoe UI"/>
              </a:rPr>
              <a:t>1) Ahmed has 6 lessons a day. (He has 7 lessons a day.)   (True ✓ – False ✗)</a:t>
            </a:r>
          </a:p>
          <a:p>
            <a:pPr lvl="1" rtl="0" algn="l">
              <a:spcAft>
                <a:spcPts val="700"/>
              </a:spcAft>
            </a:pPr>
            <a:r>
              <a:rPr sz="1600" b="1" i="0" lang="en-US">
                <a:solidFill>
                  <a:srgbClr val="0F7A3D"/>
                </a:solidFill>
                <a:latin typeface="Segoe UI"/>
              </a:rPr>
              <a:t>✔ False ✗</a:t>
            </a:r>
          </a:p>
          <a:p>
            <a:pPr rtl="0" algn="l">
              <a:spcAft>
                <a:spcPts val="300"/>
              </a:spcAft>
            </a:pPr>
            <a:r>
              <a:rPr sz="1700" b="0" i="0" lang="en-US">
                <a:solidFill>
                  <a:srgbClr val="1C2333"/>
                </a:solidFill>
                <a:latin typeface="Segoe UI"/>
              </a:rPr>
              <a:t>2) Ahmed goes to school with his friends.   (True ✓ – False ✗)</a:t>
            </a:r>
          </a:p>
          <a:p>
            <a:pPr lvl="1" rtl="0" algn="l">
              <a:spcAft>
                <a:spcPts val="700"/>
              </a:spcAft>
            </a:pPr>
            <a:r>
              <a:rPr sz="1600" b="1" i="0" lang="en-US">
                <a:solidFill>
                  <a:srgbClr val="0F7A3D"/>
                </a:solidFill>
                <a:latin typeface="Segoe UI"/>
              </a:rPr>
              <a:t>✔ True ✓</a:t>
            </a:r>
          </a:p>
          <a:p>
            <a:pPr rtl="0" algn="l">
              <a:spcAft>
                <a:spcPts val="300"/>
              </a:spcAft>
            </a:pPr>
            <a:r>
              <a:rPr sz="1700" b="0" i="0" lang="en-US">
                <a:solidFill>
                  <a:srgbClr val="1C2333"/>
                </a:solidFill>
                <a:latin typeface="Segoe UI"/>
              </a:rPr>
              <a:t>3) Ahmed loves his school.   (True ✓ – False ✗)</a:t>
            </a:r>
          </a:p>
          <a:p>
            <a:pPr lvl="1" rtl="0" algn="l">
              <a:spcAft>
                <a:spcPts val="700"/>
              </a:spcAft>
            </a:pPr>
            <a:r>
              <a:rPr sz="1600" b="1" i="0" lang="en-US">
                <a:solidFill>
                  <a:srgbClr val="0F7A3D"/>
                </a:solidFill>
                <a:latin typeface="Segoe UI"/>
              </a:rPr>
              <a:t>✔ True ✓</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3F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3F22"/>
                </a:solidFill>
                <a:latin typeface="Segoe UI"/>
              </a:rPr>
              <a:t>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7 — This / That</a:t>
            </a:r>
          </a:p>
          <a:p>
            <a:pPr rtl="0" algn="l"/>
            <a:r>
              <a:rPr sz="1400" b="0" i="0" lang="en-US">
                <a:solidFill>
                  <a:srgbClr val="DDE6F3"/>
                </a:solidFill>
                <a:latin typeface="Segoe UI"/>
              </a:rPr>
              <a:t>J) Finish the dialogue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Ramy: Hi Mazen.</a:t>
            </a:r>
          </a:p>
          <a:p>
            <a:pPr rtl="0" algn="l">
              <a:spcAft>
                <a:spcPts val="400"/>
              </a:spcAft>
            </a:pPr>
            <a:r>
              <a:rPr sz="1700" b="0" i="0" lang="en-US">
                <a:solidFill>
                  <a:srgbClr val="1C2333"/>
                </a:solidFill>
                <a:latin typeface="Segoe UI"/>
              </a:rPr>
              <a:t>Mazen: ……</a:t>
            </a:r>
          </a:p>
          <a:p>
            <a:pPr rtl="0" algn="l">
              <a:spcAft>
                <a:spcPts val="400"/>
              </a:spcAft>
            </a:pPr>
            <a:r>
              <a:rPr sz="1700" b="0" i="0" lang="en-US">
                <a:solidFill>
                  <a:srgbClr val="1C2333"/>
                </a:solidFill>
                <a:latin typeface="Segoe UI"/>
              </a:rPr>
              <a:t>Ramy: What is this?</a:t>
            </a:r>
          </a:p>
          <a:p>
            <a:pPr rtl="0" algn="l">
              <a:spcAft>
                <a:spcPts val="400"/>
              </a:spcAft>
            </a:pPr>
            <a:r>
              <a:rPr sz="1700" b="0" i="0" lang="en-US">
                <a:solidFill>
                  <a:srgbClr val="1C2333"/>
                </a:solidFill>
                <a:latin typeface="Segoe UI"/>
              </a:rPr>
              <a:t>Mazen: It …… a toy.</a:t>
            </a:r>
          </a:p>
          <a:p>
            <a:pPr rtl="0" algn="l">
              <a:spcAft>
                <a:spcPts val="400"/>
              </a:spcAft>
            </a:pPr>
            <a:r>
              <a:rPr sz="1700" b="0" i="0" lang="en-US">
                <a:solidFill>
                  <a:srgbClr val="1C2333"/>
                </a:solidFill>
                <a:latin typeface="Segoe UI"/>
              </a:rPr>
              <a:t>Ramy: And what are …… ?</a:t>
            </a:r>
          </a:p>
          <a:p>
            <a:pPr rtl="0" algn="l">
              <a:spcAft>
                <a:spcPts val="400"/>
              </a:spcAft>
            </a:pPr>
            <a:r>
              <a:rPr sz="1700" b="0" i="0" lang="en-US">
                <a:solidFill>
                  <a:srgbClr val="1C2333"/>
                </a:solidFill>
                <a:latin typeface="Segoe UI"/>
              </a:rPr>
              <a:t>Mazen: These …… glasses.</a:t>
            </a:r>
          </a:p>
          <a:p>
            <a:pPr rtl="0" algn="l">
              <a:spcAft>
                <a:spcPts val="400"/>
              </a:spcAft>
            </a:pPr>
            <a:r>
              <a:rPr sz="1700" b="0" i="0" lang="en-US">
                <a:solidFill>
                  <a:srgbClr val="1C2333"/>
                </a:solidFill>
                <a:latin typeface="Segoe UI"/>
              </a:rPr>
              <a:t>Ramy: Are they expensive?</a:t>
            </a:r>
          </a:p>
          <a:p>
            <a:pPr rtl="0" algn="l">
              <a:spcAft>
                <a:spcPts val="400"/>
              </a:spcAft>
            </a:pPr>
            <a:r>
              <a:rPr sz="1700" b="0" i="0" lang="en-US">
                <a:solidFill>
                  <a:srgbClr val="1C2333"/>
                </a:solidFill>
                <a:latin typeface="Segoe UI"/>
              </a:rPr>
              <a:t>Mazen: No, ……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Ramy: Hi Mazen.</a:t>
            </a:r>
          </a:p>
          <a:p>
            <a:pPr rtl="0" algn="l">
              <a:spcAft>
                <a:spcPts val="400"/>
              </a:spcAft>
            </a:pPr>
            <a:r>
              <a:rPr sz="1700" b="0" i="0" lang="en-US">
                <a:solidFill>
                  <a:srgbClr val="0F7A3D"/>
                </a:solidFill>
                <a:latin typeface="Segoe UI"/>
              </a:rPr>
              <a:t>Mazen: Hi Ramy.</a:t>
            </a:r>
          </a:p>
          <a:p>
            <a:pPr rtl="0" algn="l">
              <a:spcAft>
                <a:spcPts val="400"/>
              </a:spcAft>
            </a:pPr>
            <a:r>
              <a:rPr sz="1700" b="0" i="0" lang="en-US">
                <a:solidFill>
                  <a:srgbClr val="0F7A3D"/>
                </a:solidFill>
                <a:latin typeface="Segoe UI"/>
              </a:rPr>
              <a:t>Ramy: What is this?</a:t>
            </a:r>
          </a:p>
          <a:p>
            <a:pPr rtl="0" algn="l">
              <a:spcAft>
                <a:spcPts val="400"/>
              </a:spcAft>
            </a:pPr>
            <a:r>
              <a:rPr sz="1700" b="0" i="0" lang="en-US">
                <a:solidFill>
                  <a:srgbClr val="0F7A3D"/>
                </a:solidFill>
                <a:latin typeface="Segoe UI"/>
              </a:rPr>
              <a:t>Mazen: It is a toy.</a:t>
            </a:r>
          </a:p>
          <a:p>
            <a:pPr rtl="0" algn="l">
              <a:spcAft>
                <a:spcPts val="400"/>
              </a:spcAft>
            </a:pPr>
            <a:r>
              <a:rPr sz="1700" b="0" i="0" lang="en-US">
                <a:solidFill>
                  <a:srgbClr val="0F7A3D"/>
                </a:solidFill>
                <a:latin typeface="Segoe UI"/>
              </a:rPr>
              <a:t>Ramy: And what are these ?</a:t>
            </a:r>
          </a:p>
          <a:p>
            <a:pPr rtl="0" algn="l">
              <a:spcAft>
                <a:spcPts val="400"/>
              </a:spcAft>
            </a:pPr>
            <a:r>
              <a:rPr sz="1700" b="0" i="0" lang="en-US">
                <a:solidFill>
                  <a:srgbClr val="0F7A3D"/>
                </a:solidFill>
                <a:latin typeface="Segoe UI"/>
              </a:rPr>
              <a:t>Mazen: These are glasses.</a:t>
            </a:r>
          </a:p>
          <a:p>
            <a:pPr rtl="0" algn="l">
              <a:spcAft>
                <a:spcPts val="400"/>
              </a:spcAft>
            </a:pPr>
            <a:r>
              <a:rPr sz="1700" b="0" i="0" lang="en-US">
                <a:solidFill>
                  <a:srgbClr val="0F7A3D"/>
                </a:solidFill>
                <a:latin typeface="Segoe UI"/>
              </a:rPr>
              <a:t>Ramy: Are they expensive?</a:t>
            </a:r>
          </a:p>
          <a:p>
            <a:pPr rtl="0" algn="l">
              <a:spcAft>
                <a:spcPts val="400"/>
              </a:spcAft>
            </a:pPr>
            <a:r>
              <a:rPr sz="1700" b="0" i="0" lang="en-US">
                <a:solidFill>
                  <a:srgbClr val="0F7A3D"/>
                </a:solidFill>
                <a:latin typeface="Segoe UI"/>
              </a:rPr>
              <a:t>Mazen: No, they aren't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8</a:t>
            </a:r>
          </a:p>
          <a:p>
            <a:pPr algn="ctr" rtl="0"/>
            <a:r>
              <a:rPr sz="4600" b="1" i="0" lang="en-US">
                <a:solidFill>
                  <a:srgbClr val="FFFFFF"/>
                </a:solidFill>
                <a:latin typeface="Segoe UI"/>
              </a:rPr>
              <a:t>These / Those</a:t>
            </a:r>
          </a:p>
          <a:p>
            <a:pPr algn="ctr" rtl="1"/>
            <a:r>
              <a:rPr sz="2900" b="0" i="0" lang="ar-EG" altLang="en-US">
                <a:solidFill>
                  <a:srgbClr val="FFFFFF"/>
                </a:solidFill>
                <a:latin typeface="Traditional Arabic"/>
              </a:rPr>
              <a:t>أسماء الإشارة للجمع</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 اسم جمع .</a:t>
            </a:r>
          </a:p>
          <a:p>
            <a:pPr rtl="1" algn="r">
              <a:spcAft>
                <a:spcPts val="600"/>
              </a:spcAft>
            </a:pPr>
            <a:r>
              <a:rPr sz="2100" b="0" i="0" lang="ar-EG" altLang="en-US">
                <a:solidFill>
                  <a:srgbClr val="1C2333"/>
                </a:solidFill>
                <a:latin typeface="Traditional Arabic"/>
              </a:rPr>
              <a:t>هؤلاء — للجمع القريب.</a:t>
            </a:r>
          </a:p>
          <a:p>
            <a:pPr rtl="0" algn="l">
              <a:spcAft>
                <a:spcPts val="600"/>
              </a:spcAft>
            </a:pPr>
            <a:r>
              <a:rPr sz="2000" b="1" i="0" lang="en-US">
                <a:solidFill>
                  <a:srgbClr val="227894"/>
                </a:solidFill>
                <a:latin typeface="Segoe UI"/>
              </a:rPr>
              <a:t>▶ Those are + اسم جمع .</a:t>
            </a:r>
          </a:p>
          <a:p>
            <a:pPr rtl="1" algn="r">
              <a:spcAft>
                <a:spcPts val="600"/>
              </a:spcAft>
            </a:pPr>
            <a:r>
              <a:rPr sz="2100" b="0" i="0" lang="ar-EG" altLang="en-US">
                <a:solidFill>
                  <a:srgbClr val="1C2333"/>
                </a:solidFill>
                <a:latin typeface="Traditional Arabic"/>
              </a:rPr>
              <a:t>هؤلاء / أولئك — للجمع البعيد.</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These are not (aren't) + اسم جمع .</a:t>
            </a:r>
          </a:p>
          <a:p>
            <a:pPr rtl="1" algn="r">
              <a:spcAft>
                <a:spcPts val="600"/>
              </a:spcAft>
            </a:pPr>
            <a:r>
              <a:rPr sz="2100" b="0" i="0" lang="ar-EG" altLang="en-US">
                <a:solidFill>
                  <a:srgbClr val="1C2333"/>
                </a:solidFill>
                <a:latin typeface="Traditional Arabic"/>
              </a:rPr>
              <a:t>نفي (هؤلاء) القريب.</a:t>
            </a:r>
          </a:p>
          <a:p>
            <a:pPr rtl="0" algn="l">
              <a:spcAft>
                <a:spcPts val="600"/>
              </a:spcAft>
            </a:pPr>
            <a:r>
              <a:rPr sz="2000" b="1" i="0" lang="en-US">
                <a:solidFill>
                  <a:srgbClr val="227894"/>
                </a:solidFill>
                <a:latin typeface="Segoe UI"/>
              </a:rPr>
              <a:t>▶ Those are not (aren't) + اسم جمع .</a:t>
            </a:r>
          </a:p>
          <a:p>
            <a:pPr rtl="1" algn="r">
              <a:spcAft>
                <a:spcPts val="600"/>
              </a:spcAft>
            </a:pPr>
            <a:r>
              <a:rPr sz="2100" b="0" i="0" lang="ar-EG" altLang="en-US">
                <a:solidFill>
                  <a:srgbClr val="1C2333"/>
                </a:solidFill>
                <a:latin typeface="Traditional Arabic"/>
              </a:rPr>
              <a:t>نفي (أولئك) البعيد.</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7894"/>
                </a:solidFill>
                <a:latin typeface="Segoe UI"/>
              </a:rPr>
              <a:t>▶ Are these + اسم جمع ? | Are those + اسم جمع ?</a:t>
            </a:r>
          </a:p>
          <a:p>
            <a:pPr rtl="1" algn="r">
              <a:spcAft>
                <a:spcPts val="600"/>
              </a:spcAft>
            </a:pPr>
            <a:r>
              <a:rPr sz="2100" b="0" i="0" lang="ar-EG" altLang="en-US">
                <a:solidFill>
                  <a:srgbClr val="1C2333"/>
                </a:solidFill>
                <a:latin typeface="Traditional Arabic"/>
              </a:rPr>
              <a:t>    نقدّم are على اسم الإشارة لتكوين السؤال.</a:t>
            </a:r>
          </a:p>
          <a:p>
            <a:pPr rtl="0" algn="l">
              <a:spcAft>
                <a:spcPts val="600"/>
              </a:spcAft>
            </a:pPr>
            <a:r>
              <a:rPr sz="2000" b="1" i="0" lang="en-US">
                <a:solidFill>
                  <a:srgbClr val="227894"/>
                </a:solidFill>
                <a:latin typeface="Segoe UI"/>
              </a:rPr>
              <a:t>▶ What are these? / What are those?</a:t>
            </a:r>
          </a:p>
          <a:p>
            <a:pPr rtl="1" algn="r">
              <a:spcAft>
                <a:spcPts val="600"/>
              </a:spcAft>
            </a:pPr>
            <a:r>
              <a:rPr sz="2100" b="0" i="0" lang="ar-EG" altLang="en-US">
                <a:solidFill>
                  <a:srgbClr val="1C2333"/>
                </a:solidFill>
                <a:latin typeface="Traditional Arabic"/>
              </a:rPr>
              <a:t>ما هؤلاء؟ — السؤال بأداة استفهام.</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These …… cars.   (am – is – are)</a:t>
            </a:r>
          </a:p>
          <a:p>
            <a:pPr rtl="0" algn="l">
              <a:spcAft>
                <a:spcPts val="800"/>
              </a:spcAft>
            </a:pPr>
            <a:r>
              <a:rPr sz="1800" b="0" i="0" lang="en-US">
                <a:solidFill>
                  <a:srgbClr val="1C2333"/>
                </a:solidFill>
                <a:latin typeface="Segoe UI"/>
              </a:rPr>
              <a:t>2) …… are horses.   (These – That – This)</a:t>
            </a:r>
          </a:p>
          <a:p>
            <a:pPr rtl="0" algn="l">
              <a:spcAft>
                <a:spcPts val="800"/>
              </a:spcAft>
            </a:pPr>
            <a:r>
              <a:rPr sz="1800" b="0" i="0" lang="en-US">
                <a:solidFill>
                  <a:srgbClr val="1C2333"/>
                </a:solidFill>
                <a:latin typeface="Segoe UI"/>
              </a:rPr>
              <a:t>3) These are …… .   (car – a car – cars)</a:t>
            </a:r>
          </a:p>
          <a:p>
            <a:pPr rtl="0" algn="l">
              <a:spcAft>
                <a:spcPts val="800"/>
              </a:spcAft>
            </a:pPr>
            <a:r>
              <a:rPr sz="1800" b="0" i="0" lang="en-US">
                <a:solidFill>
                  <a:srgbClr val="1C2333"/>
                </a:solidFill>
                <a:latin typeface="Segoe UI"/>
              </a:rPr>
              <a:t>4) Those …… oranges.   (are – is – am)</a:t>
            </a:r>
          </a:p>
          <a:p>
            <a:pPr rtl="0" algn="l">
              <a:spcAft>
                <a:spcPts val="800"/>
              </a:spcAft>
            </a:pPr>
            <a:r>
              <a:rPr sz="1800" b="0" i="0" lang="en-US">
                <a:solidFill>
                  <a:srgbClr val="1C2333"/>
                </a:solidFill>
                <a:latin typeface="Segoe UI"/>
              </a:rPr>
              <a:t>5) …… are nurses.   (That – These – This)</a:t>
            </a:r>
          </a:p>
          <a:p>
            <a:pPr rtl="0" algn="l">
              <a:spcAft>
                <a:spcPts val="800"/>
              </a:spcAft>
            </a:pPr>
            <a:r>
              <a:rPr sz="1800" b="0" i="0" lang="en-US">
                <a:solidFill>
                  <a:srgbClr val="1C2333"/>
                </a:solidFill>
                <a:latin typeface="Segoe UI"/>
              </a:rPr>
              <a:t>6) Those are …… .   (lion – a lion – lions)</a:t>
            </a:r>
          </a:p>
          <a:p>
            <a:pPr rtl="0" algn="l">
              <a:spcAft>
                <a:spcPts val="800"/>
              </a:spcAft>
            </a:pPr>
            <a:r>
              <a:rPr sz="1800" b="0" i="0" lang="en-US">
                <a:solidFill>
                  <a:srgbClr val="1C2333"/>
                </a:solidFill>
                <a:latin typeface="Segoe UI"/>
              </a:rPr>
              <a:t>7) These are …… .   (a book – books – book)</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These …… cars.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2) …… are horses.   (These – That – This)</a:t>
            </a:r>
          </a:p>
          <a:p>
            <a:pPr lvl="1" rtl="0" algn="l">
              <a:spcAft>
                <a:spcPts val="700"/>
              </a:spcAft>
            </a:pPr>
            <a:r>
              <a:rPr sz="1600" b="1" i="0" lang="en-US">
                <a:solidFill>
                  <a:srgbClr val="0F7A3D"/>
                </a:solidFill>
                <a:latin typeface="Segoe UI"/>
              </a:rPr>
              <a:t>✔ These</a:t>
            </a:r>
          </a:p>
          <a:p>
            <a:pPr rtl="0" algn="l">
              <a:spcAft>
                <a:spcPts val="300"/>
              </a:spcAft>
            </a:pPr>
            <a:r>
              <a:rPr sz="1700" b="0" i="0" lang="en-US">
                <a:solidFill>
                  <a:srgbClr val="1C2333"/>
                </a:solidFill>
                <a:latin typeface="Segoe UI"/>
              </a:rPr>
              <a:t>3) These are …… .   (car – a car – cars)</a:t>
            </a:r>
          </a:p>
          <a:p>
            <a:pPr lvl="1" rtl="0" algn="l">
              <a:spcAft>
                <a:spcPts val="700"/>
              </a:spcAft>
            </a:pPr>
            <a:r>
              <a:rPr sz="1600" b="1" i="0" lang="en-US">
                <a:solidFill>
                  <a:srgbClr val="0F7A3D"/>
                </a:solidFill>
                <a:latin typeface="Segoe UI"/>
              </a:rPr>
              <a:t>✔ cars</a:t>
            </a:r>
          </a:p>
          <a:p>
            <a:pPr rtl="0" algn="l">
              <a:spcAft>
                <a:spcPts val="300"/>
              </a:spcAft>
            </a:pPr>
            <a:r>
              <a:rPr sz="1700" b="0" i="0" lang="en-US">
                <a:solidFill>
                  <a:srgbClr val="1C2333"/>
                </a:solidFill>
                <a:latin typeface="Segoe UI"/>
              </a:rPr>
              <a:t>4) Those …… oranges.   (are – is – am)</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5) …… are nurses.   (That – These – This)</a:t>
            </a:r>
          </a:p>
          <a:p>
            <a:pPr lvl="1" rtl="0" algn="l">
              <a:spcAft>
                <a:spcPts val="700"/>
              </a:spcAft>
            </a:pPr>
            <a:r>
              <a:rPr sz="1600" b="1" i="0" lang="en-US">
                <a:solidFill>
                  <a:srgbClr val="0F7A3D"/>
                </a:solidFill>
                <a:latin typeface="Segoe UI"/>
              </a:rPr>
              <a:t>✔ These</a:t>
            </a:r>
          </a:p>
          <a:p>
            <a:pPr rtl="0" algn="l">
              <a:spcAft>
                <a:spcPts val="300"/>
              </a:spcAft>
            </a:pPr>
            <a:r>
              <a:rPr sz="1700" b="0" i="0" lang="en-US">
                <a:solidFill>
                  <a:srgbClr val="1C2333"/>
                </a:solidFill>
                <a:latin typeface="Segoe UI"/>
              </a:rPr>
              <a:t>6) Those are …… .   (lion – a lion – lions)</a:t>
            </a:r>
          </a:p>
          <a:p>
            <a:pPr lvl="1" rtl="0" algn="l">
              <a:spcAft>
                <a:spcPts val="700"/>
              </a:spcAft>
            </a:pPr>
            <a:r>
              <a:rPr sz="1600" b="1" i="0" lang="en-US">
                <a:solidFill>
                  <a:srgbClr val="0F7A3D"/>
                </a:solidFill>
                <a:latin typeface="Segoe UI"/>
              </a:rPr>
              <a:t>✔ lions</a:t>
            </a:r>
          </a:p>
          <a:p>
            <a:pPr rtl="0" algn="l">
              <a:spcAft>
                <a:spcPts val="300"/>
              </a:spcAft>
            </a:pPr>
            <a:r>
              <a:rPr sz="1700" b="0" i="0" lang="en-US">
                <a:solidFill>
                  <a:srgbClr val="1C2333"/>
                </a:solidFill>
                <a:latin typeface="Segoe UI"/>
              </a:rPr>
              <a:t>7) These are …… .   (a book – books – book)</a:t>
            </a:r>
          </a:p>
          <a:p>
            <a:pPr lvl="1" rtl="0" algn="l">
              <a:spcAft>
                <a:spcPts val="700"/>
              </a:spcAft>
            </a:pPr>
            <a:r>
              <a:rPr sz="1600" b="1" i="0" lang="en-US">
                <a:solidFill>
                  <a:srgbClr val="0F7A3D"/>
                </a:solidFill>
                <a:latin typeface="Segoe UI"/>
              </a:rPr>
              <a:t>✔ books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Those …… clouds.   (am – is – are)</a:t>
            </a:r>
          </a:p>
          <a:p>
            <a:pPr rtl="0" algn="l">
              <a:spcAft>
                <a:spcPts val="800"/>
              </a:spcAft>
            </a:pPr>
            <a:r>
              <a:rPr sz="1800" b="0" i="0" lang="en-US">
                <a:solidFill>
                  <a:srgbClr val="1C2333"/>
                </a:solidFill>
                <a:latin typeface="Segoe UI"/>
              </a:rPr>
              <a:t>9) These are …… .   (toys – toy – a toy)</a:t>
            </a:r>
          </a:p>
          <a:p>
            <a:pPr rtl="0" algn="l">
              <a:spcAft>
                <a:spcPts val="800"/>
              </a:spcAft>
            </a:pPr>
            <a:r>
              <a:rPr sz="1800" b="0" i="0" lang="en-US">
                <a:solidFill>
                  <a:srgbClr val="1C2333"/>
                </a:solidFill>
                <a:latin typeface="Segoe UI"/>
              </a:rPr>
              <a:t>10) …… are stars.   (That – Those – This)</a:t>
            </a:r>
          </a:p>
          <a:p>
            <a:pPr rtl="0" algn="l">
              <a:spcAft>
                <a:spcPts val="800"/>
              </a:spcAft>
            </a:pPr>
            <a:r>
              <a:rPr sz="1800" b="0" i="0" lang="en-US">
                <a:solidFill>
                  <a:srgbClr val="1C2333"/>
                </a:solidFill>
                <a:latin typeface="Segoe UI"/>
              </a:rPr>
              <a:t>11) These are …… .   (pen – a pen – pens)</a:t>
            </a:r>
          </a:p>
          <a:p>
            <a:pPr rtl="0" algn="l">
              <a:spcAft>
                <a:spcPts val="800"/>
              </a:spcAft>
            </a:pPr>
            <a:r>
              <a:rPr sz="1800" b="0" i="0" lang="en-US">
                <a:solidFill>
                  <a:srgbClr val="1C2333"/>
                </a:solidFill>
                <a:latin typeface="Segoe UI"/>
              </a:rPr>
              <a:t>12) Those are …… .   (hen – hens – a hen)</a:t>
            </a:r>
          </a:p>
          <a:p>
            <a:pPr rtl="0" algn="l">
              <a:spcAft>
                <a:spcPts val="800"/>
              </a:spcAft>
            </a:pPr>
            <a:r>
              <a:rPr sz="1800" b="0" i="0" lang="en-US">
                <a:solidFill>
                  <a:srgbClr val="1C2333"/>
                </a:solidFill>
                <a:latin typeface="Segoe UI"/>
              </a:rPr>
              <a:t>13) These …… flowers.   (are – is – am)</a:t>
            </a:r>
          </a:p>
          <a:p>
            <a:pPr rtl="0" algn="l">
              <a:spcAft>
                <a:spcPts val="800"/>
              </a:spcAft>
            </a:pPr>
            <a:r>
              <a:rPr sz="1800" b="0" i="0" lang="en-US">
                <a:solidFill>
                  <a:srgbClr val="1C2333"/>
                </a:solidFill>
                <a:latin typeface="Segoe UI"/>
              </a:rPr>
              <a:t>14) Those are …… .   (a tree – tree – trees)</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A)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Those …… clouds.   (am – is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9) These are …… .   (toys – toy – a toy)</a:t>
            </a:r>
          </a:p>
          <a:p>
            <a:pPr lvl="1" rtl="0" algn="l">
              <a:spcAft>
                <a:spcPts val="700"/>
              </a:spcAft>
            </a:pPr>
            <a:r>
              <a:rPr sz="1600" b="1" i="0" lang="en-US">
                <a:solidFill>
                  <a:srgbClr val="0F7A3D"/>
                </a:solidFill>
                <a:latin typeface="Segoe UI"/>
              </a:rPr>
              <a:t>✔ toys</a:t>
            </a:r>
          </a:p>
          <a:p>
            <a:pPr rtl="0" algn="l">
              <a:spcAft>
                <a:spcPts val="300"/>
              </a:spcAft>
            </a:pPr>
            <a:r>
              <a:rPr sz="1700" b="0" i="0" lang="en-US">
                <a:solidFill>
                  <a:srgbClr val="1C2333"/>
                </a:solidFill>
                <a:latin typeface="Segoe UI"/>
              </a:rPr>
              <a:t>10) …… are stars.   (That – Those – This)</a:t>
            </a:r>
          </a:p>
          <a:p>
            <a:pPr lvl="1" rtl="0" algn="l">
              <a:spcAft>
                <a:spcPts val="700"/>
              </a:spcAft>
            </a:pPr>
            <a:r>
              <a:rPr sz="1600" b="1" i="0" lang="en-US">
                <a:solidFill>
                  <a:srgbClr val="0F7A3D"/>
                </a:solidFill>
                <a:latin typeface="Segoe UI"/>
              </a:rPr>
              <a:t>✔ Those</a:t>
            </a:r>
          </a:p>
          <a:p>
            <a:pPr rtl="0" algn="l">
              <a:spcAft>
                <a:spcPts val="300"/>
              </a:spcAft>
            </a:pPr>
            <a:r>
              <a:rPr sz="1700" b="0" i="0" lang="en-US">
                <a:solidFill>
                  <a:srgbClr val="1C2333"/>
                </a:solidFill>
                <a:latin typeface="Segoe UI"/>
              </a:rPr>
              <a:t>11) These are …… .   (pen – a pen – pens)</a:t>
            </a:r>
          </a:p>
          <a:p>
            <a:pPr lvl="1" rtl="0" algn="l">
              <a:spcAft>
                <a:spcPts val="700"/>
              </a:spcAft>
            </a:pPr>
            <a:r>
              <a:rPr sz="1600" b="1" i="0" lang="en-US">
                <a:solidFill>
                  <a:srgbClr val="0F7A3D"/>
                </a:solidFill>
                <a:latin typeface="Segoe UI"/>
              </a:rPr>
              <a:t>✔ pens</a:t>
            </a:r>
          </a:p>
          <a:p>
            <a:pPr rtl="0" algn="l">
              <a:spcAft>
                <a:spcPts val="300"/>
              </a:spcAft>
            </a:pPr>
            <a:r>
              <a:rPr sz="1700" b="0" i="0" lang="en-US">
                <a:solidFill>
                  <a:srgbClr val="1C2333"/>
                </a:solidFill>
                <a:latin typeface="Segoe UI"/>
              </a:rPr>
              <a:t>12) Those are …… .   (hen – hens – a hen)</a:t>
            </a:r>
          </a:p>
          <a:p>
            <a:pPr lvl="1" rtl="0" algn="l">
              <a:spcAft>
                <a:spcPts val="700"/>
              </a:spcAft>
            </a:pPr>
            <a:r>
              <a:rPr sz="1600" b="1" i="0" lang="en-US">
                <a:solidFill>
                  <a:srgbClr val="0F7A3D"/>
                </a:solidFill>
                <a:latin typeface="Segoe UI"/>
              </a:rPr>
              <a:t>✔ hens</a:t>
            </a:r>
          </a:p>
          <a:p>
            <a:pPr rtl="0" algn="l">
              <a:spcAft>
                <a:spcPts val="300"/>
              </a:spcAft>
            </a:pPr>
            <a:r>
              <a:rPr sz="1700" b="0" i="0" lang="en-US">
                <a:solidFill>
                  <a:srgbClr val="1C2333"/>
                </a:solidFill>
                <a:latin typeface="Segoe UI"/>
              </a:rPr>
              <a:t>13) These …… flowers.   (are – is – am)</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14) Those are …… .   (a tree – tree – trees)</a:t>
            </a:r>
          </a:p>
          <a:p>
            <a:pPr lvl="1" rtl="0" algn="l">
              <a:spcAft>
                <a:spcPts val="700"/>
              </a:spcAft>
            </a:pPr>
            <a:r>
              <a:rPr sz="1600" b="1" i="0" lang="en-US">
                <a:solidFill>
                  <a:srgbClr val="0F7A3D"/>
                </a:solidFill>
                <a:latin typeface="Segoe UI"/>
              </a:rPr>
              <a:t>✔ trees</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These are pens.</a:t>
            </a:r>
          </a:p>
          <a:p>
            <a:pPr rtl="0" algn="l">
              <a:spcAft>
                <a:spcPts val="800"/>
              </a:spcAft>
            </a:pPr>
            <a:r>
              <a:rPr sz="1800" b="0" i="0" lang="en-US">
                <a:solidFill>
                  <a:srgbClr val="1C2333"/>
                </a:solidFill>
                <a:latin typeface="Segoe UI"/>
              </a:rPr>
              <a:t>2) These are oranges.</a:t>
            </a:r>
          </a:p>
          <a:p>
            <a:pPr rtl="0" algn="l">
              <a:spcAft>
                <a:spcPts val="800"/>
              </a:spcAft>
            </a:pPr>
            <a:r>
              <a:rPr sz="1800" b="0" i="0" lang="en-US">
                <a:solidFill>
                  <a:srgbClr val="1C2333"/>
                </a:solidFill>
                <a:latin typeface="Segoe UI"/>
              </a:rPr>
              <a:t>3) These are flowers.</a:t>
            </a:r>
          </a:p>
          <a:p>
            <a:pPr rtl="0" algn="l">
              <a:spcAft>
                <a:spcPts val="800"/>
              </a:spcAft>
            </a:pPr>
            <a:r>
              <a:rPr sz="1800" b="0" i="0" lang="en-US">
                <a:solidFill>
                  <a:srgbClr val="1C2333"/>
                </a:solidFill>
                <a:latin typeface="Segoe UI"/>
              </a:rPr>
              <a:t>4) These are books.</a:t>
            </a:r>
          </a:p>
          <a:p>
            <a:pPr rtl="0" algn="l">
              <a:spcAft>
                <a:spcPts val="800"/>
              </a:spcAft>
            </a:pPr>
            <a:r>
              <a:rPr sz="1800" b="0" i="0" lang="en-US">
                <a:solidFill>
                  <a:srgbClr val="1C2333"/>
                </a:solidFill>
                <a:latin typeface="Segoe UI"/>
              </a:rPr>
              <a:t>5) These are girls.</a:t>
            </a:r>
          </a:p>
          <a:p>
            <a:pPr rtl="0" algn="l">
              <a:spcAft>
                <a:spcPts val="800"/>
              </a:spcAft>
            </a:pPr>
            <a:r>
              <a:rPr sz="1800" b="0" i="0" lang="en-US">
                <a:solidFill>
                  <a:srgbClr val="1C2333"/>
                </a:solidFill>
                <a:latin typeface="Segoe UI"/>
              </a:rPr>
              <a:t>6) These are cats.</a:t>
            </a:r>
          </a:p>
          <a:p>
            <a:pPr rtl="0" algn="l">
              <a:spcAft>
                <a:spcPts val="800"/>
              </a:spcAft>
            </a:pPr>
            <a:r>
              <a:rPr sz="1800" b="0" i="0" lang="en-US">
                <a:solidFill>
                  <a:srgbClr val="1C2333"/>
                </a:solidFill>
                <a:latin typeface="Segoe UI"/>
              </a:rPr>
              <a:t>7) These are lions.</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These are pens.</a:t>
            </a:r>
          </a:p>
          <a:p>
            <a:pPr lvl="1" rtl="0" algn="l">
              <a:spcAft>
                <a:spcPts val="700"/>
              </a:spcAft>
            </a:pPr>
            <a:r>
              <a:rPr sz="1600" b="1" i="0" lang="en-US">
                <a:solidFill>
                  <a:srgbClr val="0F7A3D"/>
                </a:solidFill>
                <a:latin typeface="Segoe UI"/>
              </a:rPr>
              <a:t>✔ These aren't pens.</a:t>
            </a:r>
          </a:p>
          <a:p>
            <a:pPr rtl="0" algn="l">
              <a:spcAft>
                <a:spcPts val="300"/>
              </a:spcAft>
            </a:pPr>
            <a:r>
              <a:rPr sz="1700" b="0" i="0" lang="en-US">
                <a:solidFill>
                  <a:srgbClr val="1C2333"/>
                </a:solidFill>
                <a:latin typeface="Segoe UI"/>
              </a:rPr>
              <a:t>2) These are oranges.</a:t>
            </a:r>
          </a:p>
          <a:p>
            <a:pPr lvl="1" rtl="0" algn="l">
              <a:spcAft>
                <a:spcPts val="700"/>
              </a:spcAft>
            </a:pPr>
            <a:r>
              <a:rPr sz="1600" b="1" i="0" lang="en-US">
                <a:solidFill>
                  <a:srgbClr val="0F7A3D"/>
                </a:solidFill>
                <a:latin typeface="Segoe UI"/>
              </a:rPr>
              <a:t>✔ These aren't oranges.</a:t>
            </a:r>
          </a:p>
          <a:p>
            <a:pPr rtl="0" algn="l">
              <a:spcAft>
                <a:spcPts val="300"/>
              </a:spcAft>
            </a:pPr>
            <a:r>
              <a:rPr sz="1700" b="0" i="0" lang="en-US">
                <a:solidFill>
                  <a:srgbClr val="1C2333"/>
                </a:solidFill>
                <a:latin typeface="Segoe UI"/>
              </a:rPr>
              <a:t>3) These are flowers.</a:t>
            </a:r>
          </a:p>
          <a:p>
            <a:pPr lvl="1" rtl="0" algn="l">
              <a:spcAft>
                <a:spcPts val="700"/>
              </a:spcAft>
            </a:pPr>
            <a:r>
              <a:rPr sz="1600" b="1" i="0" lang="en-US">
                <a:solidFill>
                  <a:srgbClr val="0F7A3D"/>
                </a:solidFill>
                <a:latin typeface="Segoe UI"/>
              </a:rPr>
              <a:t>✔ These aren't flowers.</a:t>
            </a:r>
          </a:p>
          <a:p>
            <a:pPr rtl="0" algn="l">
              <a:spcAft>
                <a:spcPts val="300"/>
              </a:spcAft>
            </a:pPr>
            <a:r>
              <a:rPr sz="1700" b="0" i="0" lang="en-US">
                <a:solidFill>
                  <a:srgbClr val="1C2333"/>
                </a:solidFill>
                <a:latin typeface="Segoe UI"/>
              </a:rPr>
              <a:t>4) These are books.</a:t>
            </a:r>
          </a:p>
          <a:p>
            <a:pPr lvl="1" rtl="0" algn="l">
              <a:spcAft>
                <a:spcPts val="700"/>
              </a:spcAft>
            </a:pPr>
            <a:r>
              <a:rPr sz="1600" b="1" i="0" lang="en-US">
                <a:solidFill>
                  <a:srgbClr val="0F7A3D"/>
                </a:solidFill>
                <a:latin typeface="Segoe UI"/>
              </a:rPr>
              <a:t>✔ These aren't books.</a:t>
            </a:r>
          </a:p>
          <a:p>
            <a:pPr rtl="0" algn="l">
              <a:spcAft>
                <a:spcPts val="300"/>
              </a:spcAft>
            </a:pPr>
            <a:r>
              <a:rPr sz="1700" b="0" i="0" lang="en-US">
                <a:solidFill>
                  <a:srgbClr val="1C2333"/>
                </a:solidFill>
                <a:latin typeface="Segoe UI"/>
              </a:rPr>
              <a:t>5) These are girls.</a:t>
            </a:r>
          </a:p>
          <a:p>
            <a:pPr lvl="1" rtl="0" algn="l">
              <a:spcAft>
                <a:spcPts val="700"/>
              </a:spcAft>
            </a:pPr>
            <a:r>
              <a:rPr sz="1600" b="1" i="0" lang="en-US">
                <a:solidFill>
                  <a:srgbClr val="0F7A3D"/>
                </a:solidFill>
                <a:latin typeface="Segoe UI"/>
              </a:rPr>
              <a:t>✔ These aren't girls.</a:t>
            </a:r>
          </a:p>
          <a:p>
            <a:pPr rtl="0" algn="l">
              <a:spcAft>
                <a:spcPts val="300"/>
              </a:spcAft>
            </a:pPr>
            <a:r>
              <a:rPr sz="1700" b="0" i="0" lang="en-US">
                <a:solidFill>
                  <a:srgbClr val="1C2333"/>
                </a:solidFill>
                <a:latin typeface="Segoe UI"/>
              </a:rPr>
              <a:t>6) These are cats.</a:t>
            </a:r>
          </a:p>
          <a:p>
            <a:pPr lvl="1" rtl="0" algn="l">
              <a:spcAft>
                <a:spcPts val="700"/>
              </a:spcAft>
            </a:pPr>
            <a:r>
              <a:rPr sz="1600" b="1" i="0" lang="en-US">
                <a:solidFill>
                  <a:srgbClr val="0F7A3D"/>
                </a:solidFill>
                <a:latin typeface="Segoe UI"/>
              </a:rPr>
              <a:t>✔ These aren't cats.</a:t>
            </a:r>
          </a:p>
          <a:p>
            <a:pPr rtl="0" algn="l">
              <a:spcAft>
                <a:spcPts val="300"/>
              </a:spcAft>
            </a:pPr>
            <a:r>
              <a:rPr sz="1700" b="0" i="0" lang="en-US">
                <a:solidFill>
                  <a:srgbClr val="1C2333"/>
                </a:solidFill>
                <a:latin typeface="Segoe UI"/>
              </a:rPr>
              <a:t>7) These are lions.</a:t>
            </a:r>
          </a:p>
          <a:p>
            <a:pPr lvl="1" rtl="0" algn="l">
              <a:spcAft>
                <a:spcPts val="700"/>
              </a:spcAft>
            </a:pPr>
            <a:r>
              <a:rPr sz="1600" b="1" i="0" lang="en-US">
                <a:solidFill>
                  <a:srgbClr val="0F7A3D"/>
                </a:solidFill>
                <a:latin typeface="Segoe UI"/>
              </a:rPr>
              <a:t>✔ These aren't lions.</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These are cars.</a:t>
            </a:r>
          </a:p>
          <a:p>
            <a:pPr rtl="0" algn="l">
              <a:spcAft>
                <a:spcPts val="800"/>
              </a:spcAft>
            </a:pPr>
            <a:r>
              <a:rPr sz="1800" b="0" i="0" lang="en-US">
                <a:solidFill>
                  <a:srgbClr val="1C2333"/>
                </a:solidFill>
                <a:latin typeface="Segoe UI"/>
              </a:rPr>
              <a:t>9) These are boys.</a:t>
            </a:r>
          </a:p>
          <a:p>
            <a:pPr rtl="0" algn="l">
              <a:spcAft>
                <a:spcPts val="800"/>
              </a:spcAft>
            </a:pPr>
            <a:r>
              <a:rPr sz="1800" b="0" i="0" lang="en-US">
                <a:solidFill>
                  <a:srgbClr val="1C2333"/>
                </a:solidFill>
                <a:latin typeface="Segoe UI"/>
              </a:rPr>
              <a:t>10) These are dogs.</a:t>
            </a:r>
          </a:p>
          <a:p>
            <a:pPr rtl="0" algn="l">
              <a:spcAft>
                <a:spcPts val="800"/>
              </a:spcAft>
            </a:pPr>
            <a:r>
              <a:rPr sz="1800" b="0" i="0" lang="en-US">
                <a:solidFill>
                  <a:srgbClr val="1C2333"/>
                </a:solidFill>
                <a:latin typeface="Segoe UI"/>
              </a:rPr>
              <a:t>11) These are trees.</a:t>
            </a:r>
          </a:p>
          <a:p>
            <a:pPr rtl="0" algn="l">
              <a:spcAft>
                <a:spcPts val="800"/>
              </a:spcAft>
            </a:pPr>
            <a:r>
              <a:rPr sz="1800" b="0" i="0" lang="en-US">
                <a:solidFill>
                  <a:srgbClr val="1C2333"/>
                </a:solidFill>
                <a:latin typeface="Segoe UI"/>
              </a:rPr>
              <a:t>12) Those are stars.</a:t>
            </a:r>
          </a:p>
          <a:p>
            <a:pPr rtl="0" algn="l">
              <a:spcAft>
                <a:spcPts val="800"/>
              </a:spcAft>
            </a:pPr>
            <a:r>
              <a:rPr sz="1800" b="0" i="0" lang="en-US">
                <a:solidFill>
                  <a:srgbClr val="1C2333"/>
                </a:solidFill>
                <a:latin typeface="Segoe UI"/>
              </a:rPr>
              <a:t>13) Those are apples.</a:t>
            </a:r>
          </a:p>
          <a:p>
            <a:pPr rtl="0" algn="l">
              <a:spcAft>
                <a:spcPts val="800"/>
              </a:spcAft>
            </a:pPr>
            <a:r>
              <a:rPr sz="1800" b="0" i="0" lang="en-US">
                <a:solidFill>
                  <a:srgbClr val="1C2333"/>
                </a:solidFill>
                <a:latin typeface="Segoe UI"/>
              </a:rPr>
              <a:t>14) Those are clouds.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These are cars.</a:t>
            </a:r>
          </a:p>
          <a:p>
            <a:pPr lvl="1" rtl="0" algn="l">
              <a:spcAft>
                <a:spcPts val="700"/>
              </a:spcAft>
            </a:pPr>
            <a:r>
              <a:rPr sz="1600" b="1" i="0" lang="en-US">
                <a:solidFill>
                  <a:srgbClr val="0F7A3D"/>
                </a:solidFill>
                <a:latin typeface="Segoe UI"/>
              </a:rPr>
              <a:t>✔ These aren't cars.</a:t>
            </a:r>
          </a:p>
          <a:p>
            <a:pPr rtl="0" algn="l">
              <a:spcAft>
                <a:spcPts val="300"/>
              </a:spcAft>
            </a:pPr>
            <a:r>
              <a:rPr sz="1700" b="0" i="0" lang="en-US">
                <a:solidFill>
                  <a:srgbClr val="1C2333"/>
                </a:solidFill>
                <a:latin typeface="Segoe UI"/>
              </a:rPr>
              <a:t>9) These are boys.</a:t>
            </a:r>
          </a:p>
          <a:p>
            <a:pPr lvl="1" rtl="0" algn="l">
              <a:spcAft>
                <a:spcPts val="700"/>
              </a:spcAft>
            </a:pPr>
            <a:r>
              <a:rPr sz="1600" b="1" i="0" lang="en-US">
                <a:solidFill>
                  <a:srgbClr val="0F7A3D"/>
                </a:solidFill>
                <a:latin typeface="Segoe UI"/>
              </a:rPr>
              <a:t>✔ These aren't boys.</a:t>
            </a:r>
          </a:p>
          <a:p>
            <a:pPr rtl="0" algn="l">
              <a:spcAft>
                <a:spcPts val="300"/>
              </a:spcAft>
            </a:pPr>
            <a:r>
              <a:rPr sz="1700" b="0" i="0" lang="en-US">
                <a:solidFill>
                  <a:srgbClr val="1C2333"/>
                </a:solidFill>
                <a:latin typeface="Segoe UI"/>
              </a:rPr>
              <a:t>10) These are dogs.</a:t>
            </a:r>
          </a:p>
          <a:p>
            <a:pPr lvl="1" rtl="0" algn="l">
              <a:spcAft>
                <a:spcPts val="700"/>
              </a:spcAft>
            </a:pPr>
            <a:r>
              <a:rPr sz="1600" b="1" i="0" lang="en-US">
                <a:solidFill>
                  <a:srgbClr val="0F7A3D"/>
                </a:solidFill>
                <a:latin typeface="Segoe UI"/>
              </a:rPr>
              <a:t>✔ These aren't dogs.</a:t>
            </a:r>
          </a:p>
          <a:p>
            <a:pPr rtl="0" algn="l">
              <a:spcAft>
                <a:spcPts val="300"/>
              </a:spcAft>
            </a:pPr>
            <a:r>
              <a:rPr sz="1700" b="0" i="0" lang="en-US">
                <a:solidFill>
                  <a:srgbClr val="1C2333"/>
                </a:solidFill>
                <a:latin typeface="Segoe UI"/>
              </a:rPr>
              <a:t>11) These are trees.</a:t>
            </a:r>
          </a:p>
          <a:p>
            <a:pPr lvl="1" rtl="0" algn="l">
              <a:spcAft>
                <a:spcPts val="700"/>
              </a:spcAft>
            </a:pPr>
            <a:r>
              <a:rPr sz="1600" b="1" i="0" lang="en-US">
                <a:solidFill>
                  <a:srgbClr val="0F7A3D"/>
                </a:solidFill>
                <a:latin typeface="Segoe UI"/>
              </a:rPr>
              <a:t>✔ These aren't trees.</a:t>
            </a:r>
          </a:p>
          <a:p>
            <a:pPr rtl="0" algn="l">
              <a:spcAft>
                <a:spcPts val="300"/>
              </a:spcAft>
            </a:pPr>
            <a:r>
              <a:rPr sz="1700" b="0" i="0" lang="en-US">
                <a:solidFill>
                  <a:srgbClr val="1C2333"/>
                </a:solidFill>
                <a:latin typeface="Segoe UI"/>
              </a:rPr>
              <a:t>12) Those are stars.</a:t>
            </a:r>
          </a:p>
          <a:p>
            <a:pPr lvl="1" rtl="0" algn="l">
              <a:spcAft>
                <a:spcPts val="700"/>
              </a:spcAft>
            </a:pPr>
            <a:r>
              <a:rPr sz="1600" b="1" i="0" lang="en-US">
                <a:solidFill>
                  <a:srgbClr val="0F7A3D"/>
                </a:solidFill>
                <a:latin typeface="Segoe UI"/>
              </a:rPr>
              <a:t>✔ Those aren't stars.</a:t>
            </a:r>
          </a:p>
          <a:p>
            <a:pPr rtl="0" algn="l">
              <a:spcAft>
                <a:spcPts val="300"/>
              </a:spcAft>
            </a:pPr>
            <a:r>
              <a:rPr sz="1700" b="0" i="0" lang="en-US">
                <a:solidFill>
                  <a:srgbClr val="1C2333"/>
                </a:solidFill>
                <a:latin typeface="Segoe UI"/>
              </a:rPr>
              <a:t>13) Those are apples.</a:t>
            </a:r>
          </a:p>
          <a:p>
            <a:pPr lvl="1" rtl="0" algn="l">
              <a:spcAft>
                <a:spcPts val="700"/>
              </a:spcAft>
            </a:pPr>
            <a:r>
              <a:rPr sz="1600" b="1" i="0" lang="en-US">
                <a:solidFill>
                  <a:srgbClr val="0F7A3D"/>
                </a:solidFill>
                <a:latin typeface="Segoe UI"/>
              </a:rPr>
              <a:t>✔ Those aren't apples.</a:t>
            </a:r>
          </a:p>
          <a:p>
            <a:pPr rtl="0" algn="l">
              <a:spcAft>
                <a:spcPts val="300"/>
              </a:spcAft>
            </a:pPr>
            <a:r>
              <a:rPr sz="1700" b="0" i="0" lang="en-US">
                <a:solidFill>
                  <a:srgbClr val="1C2333"/>
                </a:solidFill>
                <a:latin typeface="Segoe UI"/>
              </a:rPr>
              <a:t>14) Those are clouds.</a:t>
            </a:r>
          </a:p>
          <a:p>
            <a:pPr lvl="1" rtl="0" algn="l">
              <a:spcAft>
                <a:spcPts val="700"/>
              </a:spcAft>
            </a:pPr>
            <a:r>
              <a:rPr sz="1600" b="1" i="0" lang="en-US">
                <a:solidFill>
                  <a:srgbClr val="0F7A3D"/>
                </a:solidFill>
                <a:latin typeface="Segoe UI"/>
              </a:rPr>
              <a:t>✔ Those aren't clouds.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Those are tigers.</a:t>
            </a:r>
          </a:p>
          <a:p>
            <a:pPr rtl="0" algn="l">
              <a:spcAft>
                <a:spcPts val="800"/>
              </a:spcAft>
            </a:pPr>
            <a:r>
              <a:rPr sz="1800" b="0" i="0" lang="en-US">
                <a:solidFill>
                  <a:srgbClr val="1C2333"/>
                </a:solidFill>
                <a:latin typeface="Segoe UI"/>
              </a:rPr>
              <a:t>16) Those are cows.</a:t>
            </a:r>
          </a:p>
          <a:p>
            <a:pPr rtl="0" algn="l">
              <a:spcAft>
                <a:spcPts val="800"/>
              </a:spcAft>
            </a:pPr>
            <a:r>
              <a:rPr sz="1800" b="0" i="0" lang="en-US">
                <a:solidFill>
                  <a:srgbClr val="1C2333"/>
                </a:solidFill>
                <a:latin typeface="Segoe UI"/>
              </a:rPr>
              <a:t>17) Those are birds.</a:t>
            </a:r>
          </a:p>
          <a:p>
            <a:pPr rtl="0" algn="l">
              <a:spcAft>
                <a:spcPts val="800"/>
              </a:spcAft>
            </a:pPr>
            <a:r>
              <a:rPr sz="1800" b="0" i="0" lang="en-US">
                <a:solidFill>
                  <a:srgbClr val="1C2333"/>
                </a:solidFill>
                <a:latin typeface="Segoe UI"/>
              </a:rPr>
              <a:t>18) Those are animals.</a:t>
            </a:r>
          </a:p>
          <a:p>
            <a:pPr rtl="0" algn="l">
              <a:spcAft>
                <a:spcPts val="800"/>
              </a:spcAft>
            </a:pPr>
            <a:r>
              <a:rPr sz="1800" b="0" i="0" lang="en-US">
                <a:solidFill>
                  <a:srgbClr val="1C2333"/>
                </a:solidFill>
                <a:latin typeface="Segoe UI"/>
              </a:rPr>
              <a:t>19) Those are bees.</a:t>
            </a:r>
          </a:p>
          <a:p>
            <a:pPr rtl="0" algn="l">
              <a:spcAft>
                <a:spcPts val="800"/>
              </a:spcAft>
            </a:pPr>
            <a:r>
              <a:rPr sz="1800" b="0" i="0" lang="en-US">
                <a:solidFill>
                  <a:srgbClr val="1C2333"/>
                </a:solidFill>
                <a:latin typeface="Segoe UI"/>
              </a:rPr>
              <a:t>20) Those are ants.</a:t>
            </a:r>
          </a:p>
          <a:p>
            <a:pPr rtl="0" algn="l">
              <a:spcAft>
                <a:spcPts val="800"/>
              </a:spcAft>
            </a:pPr>
            <a:r>
              <a:rPr sz="1800" b="0" i="0" lang="en-US">
                <a:solidFill>
                  <a:srgbClr val="1C2333"/>
                </a:solidFill>
                <a:latin typeface="Segoe UI"/>
              </a:rPr>
              <a:t>21) Those are nurses.</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Those are tigers.</a:t>
            </a:r>
          </a:p>
          <a:p>
            <a:pPr lvl="1" rtl="0" algn="l">
              <a:spcAft>
                <a:spcPts val="700"/>
              </a:spcAft>
            </a:pPr>
            <a:r>
              <a:rPr sz="1600" b="1" i="0" lang="en-US">
                <a:solidFill>
                  <a:srgbClr val="0F7A3D"/>
                </a:solidFill>
                <a:latin typeface="Segoe UI"/>
              </a:rPr>
              <a:t>✔ Those aren't tigers.</a:t>
            </a:r>
          </a:p>
          <a:p>
            <a:pPr rtl="0" algn="l">
              <a:spcAft>
                <a:spcPts val="300"/>
              </a:spcAft>
            </a:pPr>
            <a:r>
              <a:rPr sz="1700" b="0" i="0" lang="en-US">
                <a:solidFill>
                  <a:srgbClr val="1C2333"/>
                </a:solidFill>
                <a:latin typeface="Segoe UI"/>
              </a:rPr>
              <a:t>16) Those are cows.</a:t>
            </a:r>
          </a:p>
          <a:p>
            <a:pPr lvl="1" rtl="0" algn="l">
              <a:spcAft>
                <a:spcPts val="700"/>
              </a:spcAft>
            </a:pPr>
            <a:r>
              <a:rPr sz="1600" b="1" i="0" lang="en-US">
                <a:solidFill>
                  <a:srgbClr val="0F7A3D"/>
                </a:solidFill>
                <a:latin typeface="Segoe UI"/>
              </a:rPr>
              <a:t>✔ Those aren't cows.</a:t>
            </a:r>
          </a:p>
          <a:p>
            <a:pPr rtl="0" algn="l">
              <a:spcAft>
                <a:spcPts val="300"/>
              </a:spcAft>
            </a:pPr>
            <a:r>
              <a:rPr sz="1700" b="0" i="0" lang="en-US">
                <a:solidFill>
                  <a:srgbClr val="1C2333"/>
                </a:solidFill>
                <a:latin typeface="Segoe UI"/>
              </a:rPr>
              <a:t>17) Those are birds.</a:t>
            </a:r>
          </a:p>
          <a:p>
            <a:pPr lvl="1" rtl="0" algn="l">
              <a:spcAft>
                <a:spcPts val="700"/>
              </a:spcAft>
            </a:pPr>
            <a:r>
              <a:rPr sz="1600" b="1" i="0" lang="en-US">
                <a:solidFill>
                  <a:srgbClr val="0F7A3D"/>
                </a:solidFill>
                <a:latin typeface="Segoe UI"/>
              </a:rPr>
              <a:t>✔ Those aren't birds.</a:t>
            </a:r>
          </a:p>
          <a:p>
            <a:pPr rtl="0" algn="l">
              <a:spcAft>
                <a:spcPts val="300"/>
              </a:spcAft>
            </a:pPr>
            <a:r>
              <a:rPr sz="1700" b="0" i="0" lang="en-US">
                <a:solidFill>
                  <a:srgbClr val="1C2333"/>
                </a:solidFill>
                <a:latin typeface="Segoe UI"/>
              </a:rPr>
              <a:t>18) Those are animals.</a:t>
            </a:r>
          </a:p>
          <a:p>
            <a:pPr lvl="1" rtl="0" algn="l">
              <a:spcAft>
                <a:spcPts val="700"/>
              </a:spcAft>
            </a:pPr>
            <a:r>
              <a:rPr sz="1600" b="1" i="0" lang="en-US">
                <a:solidFill>
                  <a:srgbClr val="0F7A3D"/>
                </a:solidFill>
                <a:latin typeface="Segoe UI"/>
              </a:rPr>
              <a:t>✔ Those aren't animals.</a:t>
            </a:r>
          </a:p>
          <a:p>
            <a:pPr rtl="0" algn="l">
              <a:spcAft>
                <a:spcPts val="300"/>
              </a:spcAft>
            </a:pPr>
            <a:r>
              <a:rPr sz="1700" b="0" i="0" lang="en-US">
                <a:solidFill>
                  <a:srgbClr val="1C2333"/>
                </a:solidFill>
                <a:latin typeface="Segoe UI"/>
              </a:rPr>
              <a:t>19) Those are bees.</a:t>
            </a:r>
          </a:p>
          <a:p>
            <a:pPr lvl="1" rtl="0" algn="l">
              <a:spcAft>
                <a:spcPts val="700"/>
              </a:spcAft>
            </a:pPr>
            <a:r>
              <a:rPr sz="1600" b="1" i="0" lang="en-US">
                <a:solidFill>
                  <a:srgbClr val="0F7A3D"/>
                </a:solidFill>
                <a:latin typeface="Segoe UI"/>
              </a:rPr>
              <a:t>✔ Those aren't bees.</a:t>
            </a:r>
          </a:p>
          <a:p>
            <a:pPr rtl="0" algn="l">
              <a:spcAft>
                <a:spcPts val="300"/>
              </a:spcAft>
            </a:pPr>
            <a:r>
              <a:rPr sz="1700" b="0" i="0" lang="en-US">
                <a:solidFill>
                  <a:srgbClr val="1C2333"/>
                </a:solidFill>
                <a:latin typeface="Segoe UI"/>
              </a:rPr>
              <a:t>20) Those are ants.</a:t>
            </a:r>
          </a:p>
          <a:p>
            <a:pPr lvl="1" rtl="0" algn="l">
              <a:spcAft>
                <a:spcPts val="700"/>
              </a:spcAft>
            </a:pPr>
            <a:r>
              <a:rPr sz="1600" b="1" i="0" lang="en-US">
                <a:solidFill>
                  <a:srgbClr val="0F7A3D"/>
                </a:solidFill>
                <a:latin typeface="Segoe UI"/>
              </a:rPr>
              <a:t>✔ Those aren't ants.</a:t>
            </a:r>
          </a:p>
          <a:p>
            <a:pPr rtl="0" algn="l">
              <a:spcAft>
                <a:spcPts val="300"/>
              </a:spcAft>
            </a:pPr>
            <a:r>
              <a:rPr sz="1700" b="0" i="0" lang="en-US">
                <a:solidFill>
                  <a:srgbClr val="1C2333"/>
                </a:solidFill>
                <a:latin typeface="Segoe UI"/>
              </a:rPr>
              <a:t>21) Those are nurses.</a:t>
            </a:r>
          </a:p>
          <a:p>
            <a:pPr lvl="1" rtl="0" algn="l">
              <a:spcAft>
                <a:spcPts val="700"/>
              </a:spcAft>
            </a:pPr>
            <a:r>
              <a:rPr sz="1600" b="1" i="0" lang="en-US">
                <a:solidFill>
                  <a:srgbClr val="0F7A3D"/>
                </a:solidFill>
                <a:latin typeface="Segoe UI"/>
              </a:rPr>
              <a:t>✔ Those aren't nurses.</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Those are men.</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B) Negation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Those are men.</a:t>
            </a:r>
          </a:p>
          <a:p>
            <a:pPr lvl="1" rtl="0" algn="l">
              <a:spcAft>
                <a:spcPts val="700"/>
              </a:spcAft>
            </a:pPr>
            <a:r>
              <a:rPr sz="1600" b="1" i="0" lang="en-US">
                <a:solidFill>
                  <a:srgbClr val="0F7A3D"/>
                </a:solidFill>
                <a:latin typeface="Segoe UI"/>
              </a:rPr>
              <a:t>✔ Those aren't men.</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These are books.</a:t>
            </a:r>
          </a:p>
          <a:p>
            <a:pPr rtl="0" algn="l">
              <a:spcAft>
                <a:spcPts val="800"/>
              </a:spcAft>
            </a:pPr>
            <a:r>
              <a:rPr sz="1800" b="0" i="0" lang="en-US">
                <a:solidFill>
                  <a:srgbClr val="1C2333"/>
                </a:solidFill>
                <a:latin typeface="Segoe UI"/>
              </a:rPr>
              <a:t>2) These are birds.</a:t>
            </a:r>
          </a:p>
          <a:p>
            <a:pPr rtl="0" algn="l">
              <a:spcAft>
                <a:spcPts val="800"/>
              </a:spcAft>
            </a:pPr>
            <a:r>
              <a:rPr sz="1800" b="0" i="0" lang="en-US">
                <a:solidFill>
                  <a:srgbClr val="1C2333"/>
                </a:solidFill>
                <a:latin typeface="Segoe UI"/>
              </a:rPr>
              <a:t>3) These are rulers.</a:t>
            </a:r>
          </a:p>
          <a:p>
            <a:pPr rtl="0" algn="l">
              <a:spcAft>
                <a:spcPts val="800"/>
              </a:spcAft>
            </a:pPr>
            <a:r>
              <a:rPr sz="1800" b="0" i="0" lang="en-US">
                <a:solidFill>
                  <a:srgbClr val="1C2333"/>
                </a:solidFill>
                <a:latin typeface="Segoe UI"/>
              </a:rPr>
              <a:t>4) These are oranges.</a:t>
            </a:r>
          </a:p>
          <a:p>
            <a:pPr rtl="0" algn="l">
              <a:spcAft>
                <a:spcPts val="800"/>
              </a:spcAft>
            </a:pPr>
            <a:r>
              <a:rPr sz="1800" b="0" i="0" lang="en-US">
                <a:solidFill>
                  <a:srgbClr val="1C2333"/>
                </a:solidFill>
                <a:latin typeface="Segoe UI"/>
              </a:rPr>
              <a:t>5) These are toys.</a:t>
            </a:r>
          </a:p>
          <a:p>
            <a:pPr rtl="0" algn="l">
              <a:spcAft>
                <a:spcPts val="800"/>
              </a:spcAft>
            </a:pPr>
            <a:r>
              <a:rPr sz="1800" b="0" i="0" lang="en-US">
                <a:solidFill>
                  <a:srgbClr val="1C2333"/>
                </a:solidFill>
                <a:latin typeface="Segoe UI"/>
              </a:rPr>
              <a:t>6) These are animals.</a:t>
            </a:r>
          </a:p>
          <a:p>
            <a:pPr rtl="0" algn="l">
              <a:spcAft>
                <a:spcPts val="800"/>
              </a:spcAft>
            </a:pPr>
            <a:r>
              <a:rPr sz="1800" b="0" i="0" lang="en-US">
                <a:solidFill>
                  <a:srgbClr val="1C2333"/>
                </a:solidFill>
                <a:latin typeface="Segoe UI"/>
              </a:rPr>
              <a:t>7) These are girls.</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These are books.</a:t>
            </a:r>
          </a:p>
          <a:p>
            <a:pPr lvl="1" rtl="0" algn="l">
              <a:spcAft>
                <a:spcPts val="700"/>
              </a:spcAft>
            </a:pPr>
            <a:r>
              <a:rPr sz="1600" b="1" i="0" lang="en-US">
                <a:solidFill>
                  <a:srgbClr val="0F7A3D"/>
                </a:solidFill>
                <a:latin typeface="Segoe UI"/>
              </a:rPr>
              <a:t>✔ Are these books?</a:t>
            </a:r>
          </a:p>
          <a:p>
            <a:pPr rtl="0" algn="l">
              <a:spcAft>
                <a:spcPts val="300"/>
              </a:spcAft>
            </a:pPr>
            <a:r>
              <a:rPr sz="1700" b="0" i="0" lang="en-US">
                <a:solidFill>
                  <a:srgbClr val="1C2333"/>
                </a:solidFill>
                <a:latin typeface="Segoe UI"/>
              </a:rPr>
              <a:t>2) These are birds.</a:t>
            </a:r>
          </a:p>
          <a:p>
            <a:pPr lvl="1" rtl="0" algn="l">
              <a:spcAft>
                <a:spcPts val="700"/>
              </a:spcAft>
            </a:pPr>
            <a:r>
              <a:rPr sz="1600" b="1" i="0" lang="en-US">
                <a:solidFill>
                  <a:srgbClr val="0F7A3D"/>
                </a:solidFill>
                <a:latin typeface="Segoe UI"/>
              </a:rPr>
              <a:t>✔ Are these birds?</a:t>
            </a:r>
          </a:p>
          <a:p>
            <a:pPr rtl="0" algn="l">
              <a:spcAft>
                <a:spcPts val="300"/>
              </a:spcAft>
            </a:pPr>
            <a:r>
              <a:rPr sz="1700" b="0" i="0" lang="en-US">
                <a:solidFill>
                  <a:srgbClr val="1C2333"/>
                </a:solidFill>
                <a:latin typeface="Segoe UI"/>
              </a:rPr>
              <a:t>3) These are rulers.</a:t>
            </a:r>
          </a:p>
          <a:p>
            <a:pPr lvl="1" rtl="0" algn="l">
              <a:spcAft>
                <a:spcPts val="700"/>
              </a:spcAft>
            </a:pPr>
            <a:r>
              <a:rPr sz="1600" b="1" i="0" lang="en-US">
                <a:solidFill>
                  <a:srgbClr val="0F7A3D"/>
                </a:solidFill>
                <a:latin typeface="Segoe UI"/>
              </a:rPr>
              <a:t>✔ Are these rulers?</a:t>
            </a:r>
          </a:p>
          <a:p>
            <a:pPr rtl="0" algn="l">
              <a:spcAft>
                <a:spcPts val="300"/>
              </a:spcAft>
            </a:pPr>
            <a:r>
              <a:rPr sz="1700" b="0" i="0" lang="en-US">
                <a:solidFill>
                  <a:srgbClr val="1C2333"/>
                </a:solidFill>
                <a:latin typeface="Segoe UI"/>
              </a:rPr>
              <a:t>4) These are oranges.</a:t>
            </a:r>
          </a:p>
          <a:p>
            <a:pPr lvl="1" rtl="0" algn="l">
              <a:spcAft>
                <a:spcPts val="700"/>
              </a:spcAft>
            </a:pPr>
            <a:r>
              <a:rPr sz="1600" b="1" i="0" lang="en-US">
                <a:solidFill>
                  <a:srgbClr val="0F7A3D"/>
                </a:solidFill>
                <a:latin typeface="Segoe UI"/>
              </a:rPr>
              <a:t>✔ Are these oranges?</a:t>
            </a:r>
          </a:p>
          <a:p>
            <a:pPr rtl="0" algn="l">
              <a:spcAft>
                <a:spcPts val="300"/>
              </a:spcAft>
            </a:pPr>
            <a:r>
              <a:rPr sz="1700" b="0" i="0" lang="en-US">
                <a:solidFill>
                  <a:srgbClr val="1C2333"/>
                </a:solidFill>
                <a:latin typeface="Segoe UI"/>
              </a:rPr>
              <a:t>5) These are toys.</a:t>
            </a:r>
          </a:p>
          <a:p>
            <a:pPr lvl="1" rtl="0" algn="l">
              <a:spcAft>
                <a:spcPts val="700"/>
              </a:spcAft>
            </a:pPr>
            <a:r>
              <a:rPr sz="1600" b="1" i="0" lang="en-US">
                <a:solidFill>
                  <a:srgbClr val="0F7A3D"/>
                </a:solidFill>
                <a:latin typeface="Segoe UI"/>
              </a:rPr>
              <a:t>✔ Are these toys?</a:t>
            </a:r>
          </a:p>
          <a:p>
            <a:pPr rtl="0" algn="l">
              <a:spcAft>
                <a:spcPts val="300"/>
              </a:spcAft>
            </a:pPr>
            <a:r>
              <a:rPr sz="1700" b="0" i="0" lang="en-US">
                <a:solidFill>
                  <a:srgbClr val="1C2333"/>
                </a:solidFill>
                <a:latin typeface="Segoe UI"/>
              </a:rPr>
              <a:t>6) These are animals.</a:t>
            </a:r>
          </a:p>
          <a:p>
            <a:pPr lvl="1" rtl="0" algn="l">
              <a:spcAft>
                <a:spcPts val="700"/>
              </a:spcAft>
            </a:pPr>
            <a:r>
              <a:rPr sz="1600" b="1" i="0" lang="en-US">
                <a:solidFill>
                  <a:srgbClr val="0F7A3D"/>
                </a:solidFill>
                <a:latin typeface="Segoe UI"/>
              </a:rPr>
              <a:t>✔ Are these animals?</a:t>
            </a:r>
          </a:p>
          <a:p>
            <a:pPr rtl="0" algn="l">
              <a:spcAft>
                <a:spcPts val="300"/>
              </a:spcAft>
            </a:pPr>
            <a:r>
              <a:rPr sz="1700" b="0" i="0" lang="en-US">
                <a:solidFill>
                  <a:srgbClr val="1C2333"/>
                </a:solidFill>
                <a:latin typeface="Segoe UI"/>
              </a:rPr>
              <a:t>7) These are girls.</a:t>
            </a:r>
          </a:p>
          <a:p>
            <a:pPr lvl="1" rtl="0" algn="l">
              <a:spcAft>
                <a:spcPts val="700"/>
              </a:spcAft>
            </a:pPr>
            <a:r>
              <a:rPr sz="1600" b="1" i="0" lang="en-US">
                <a:solidFill>
                  <a:srgbClr val="0F7A3D"/>
                </a:solidFill>
                <a:latin typeface="Segoe UI"/>
              </a:rPr>
              <a:t>✔ Are these girls?</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These are nurses.</a:t>
            </a:r>
          </a:p>
          <a:p>
            <a:pPr rtl="0" algn="l">
              <a:spcAft>
                <a:spcPts val="800"/>
              </a:spcAft>
            </a:pPr>
            <a:r>
              <a:rPr sz="1800" b="0" i="0" lang="en-US">
                <a:solidFill>
                  <a:srgbClr val="1C2333"/>
                </a:solidFill>
                <a:latin typeface="Segoe UI"/>
              </a:rPr>
              <a:t>9) These are pencils.</a:t>
            </a:r>
          </a:p>
          <a:p>
            <a:pPr rtl="0" algn="l">
              <a:spcAft>
                <a:spcPts val="800"/>
              </a:spcAft>
            </a:pPr>
            <a:r>
              <a:rPr sz="1800" b="0" i="0" lang="en-US">
                <a:solidFill>
                  <a:srgbClr val="1C2333"/>
                </a:solidFill>
                <a:latin typeface="Segoe UI"/>
              </a:rPr>
              <a:t>10) These are flowers.</a:t>
            </a:r>
          </a:p>
          <a:p>
            <a:pPr rtl="0" algn="l">
              <a:spcAft>
                <a:spcPts val="800"/>
              </a:spcAft>
            </a:pPr>
            <a:r>
              <a:rPr sz="1800" b="0" i="0" lang="en-US">
                <a:solidFill>
                  <a:srgbClr val="1C2333"/>
                </a:solidFill>
                <a:latin typeface="Segoe UI"/>
              </a:rPr>
              <a:t>11) These are bees.</a:t>
            </a:r>
          </a:p>
          <a:p>
            <a:pPr rtl="0" algn="l">
              <a:spcAft>
                <a:spcPts val="800"/>
              </a:spcAft>
            </a:pPr>
            <a:r>
              <a:rPr sz="1800" b="0" i="0" lang="en-US">
                <a:solidFill>
                  <a:srgbClr val="1C2333"/>
                </a:solidFill>
                <a:latin typeface="Segoe UI"/>
              </a:rPr>
              <a:t>12) These are boys.</a:t>
            </a:r>
          </a:p>
          <a:p>
            <a:pPr rtl="0" algn="l">
              <a:spcAft>
                <a:spcPts val="800"/>
              </a:spcAft>
            </a:pPr>
            <a:r>
              <a:rPr sz="1800" b="0" i="0" lang="en-US">
                <a:solidFill>
                  <a:srgbClr val="1C2333"/>
                </a:solidFill>
                <a:latin typeface="Segoe UI"/>
              </a:rPr>
              <a:t>13) Those are clouds.</a:t>
            </a:r>
          </a:p>
          <a:p>
            <a:pPr rtl="0" algn="l">
              <a:spcAft>
                <a:spcPts val="800"/>
              </a:spcAft>
            </a:pPr>
            <a:r>
              <a:rPr sz="1800" b="0" i="0" lang="en-US">
                <a:solidFill>
                  <a:srgbClr val="1C2333"/>
                </a:solidFill>
                <a:latin typeface="Segoe UI"/>
              </a:rPr>
              <a:t>14) Those are apples.</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These are nurses.</a:t>
            </a:r>
          </a:p>
          <a:p>
            <a:pPr lvl="1" rtl="0" algn="l">
              <a:spcAft>
                <a:spcPts val="700"/>
              </a:spcAft>
            </a:pPr>
            <a:r>
              <a:rPr sz="1600" b="1" i="0" lang="en-US">
                <a:solidFill>
                  <a:srgbClr val="0F7A3D"/>
                </a:solidFill>
                <a:latin typeface="Segoe UI"/>
              </a:rPr>
              <a:t>✔ Are these nurses?</a:t>
            </a:r>
          </a:p>
          <a:p>
            <a:pPr rtl="0" algn="l">
              <a:spcAft>
                <a:spcPts val="300"/>
              </a:spcAft>
            </a:pPr>
            <a:r>
              <a:rPr sz="1700" b="0" i="0" lang="en-US">
                <a:solidFill>
                  <a:srgbClr val="1C2333"/>
                </a:solidFill>
                <a:latin typeface="Segoe UI"/>
              </a:rPr>
              <a:t>9) These are pencils.</a:t>
            </a:r>
          </a:p>
          <a:p>
            <a:pPr lvl="1" rtl="0" algn="l">
              <a:spcAft>
                <a:spcPts val="700"/>
              </a:spcAft>
            </a:pPr>
            <a:r>
              <a:rPr sz="1600" b="1" i="0" lang="en-US">
                <a:solidFill>
                  <a:srgbClr val="0F7A3D"/>
                </a:solidFill>
                <a:latin typeface="Segoe UI"/>
              </a:rPr>
              <a:t>✔ Are these pencils?</a:t>
            </a:r>
          </a:p>
          <a:p>
            <a:pPr rtl="0" algn="l">
              <a:spcAft>
                <a:spcPts val="300"/>
              </a:spcAft>
            </a:pPr>
            <a:r>
              <a:rPr sz="1700" b="0" i="0" lang="en-US">
                <a:solidFill>
                  <a:srgbClr val="1C2333"/>
                </a:solidFill>
                <a:latin typeface="Segoe UI"/>
              </a:rPr>
              <a:t>10) These are flowers.</a:t>
            </a:r>
          </a:p>
          <a:p>
            <a:pPr lvl="1" rtl="0" algn="l">
              <a:spcAft>
                <a:spcPts val="700"/>
              </a:spcAft>
            </a:pPr>
            <a:r>
              <a:rPr sz="1600" b="1" i="0" lang="en-US">
                <a:solidFill>
                  <a:srgbClr val="0F7A3D"/>
                </a:solidFill>
                <a:latin typeface="Segoe UI"/>
              </a:rPr>
              <a:t>✔ Are these flowers?</a:t>
            </a:r>
          </a:p>
          <a:p>
            <a:pPr rtl="0" algn="l">
              <a:spcAft>
                <a:spcPts val="300"/>
              </a:spcAft>
            </a:pPr>
            <a:r>
              <a:rPr sz="1700" b="0" i="0" lang="en-US">
                <a:solidFill>
                  <a:srgbClr val="1C2333"/>
                </a:solidFill>
                <a:latin typeface="Segoe UI"/>
              </a:rPr>
              <a:t>11) These are bees.</a:t>
            </a:r>
          </a:p>
          <a:p>
            <a:pPr lvl="1" rtl="0" algn="l">
              <a:spcAft>
                <a:spcPts val="700"/>
              </a:spcAft>
            </a:pPr>
            <a:r>
              <a:rPr sz="1600" b="1" i="0" lang="en-US">
                <a:solidFill>
                  <a:srgbClr val="0F7A3D"/>
                </a:solidFill>
                <a:latin typeface="Segoe UI"/>
              </a:rPr>
              <a:t>✔ Are these bees?</a:t>
            </a:r>
          </a:p>
          <a:p>
            <a:pPr rtl="0" algn="l">
              <a:spcAft>
                <a:spcPts val="300"/>
              </a:spcAft>
            </a:pPr>
            <a:r>
              <a:rPr sz="1700" b="0" i="0" lang="en-US">
                <a:solidFill>
                  <a:srgbClr val="1C2333"/>
                </a:solidFill>
                <a:latin typeface="Segoe UI"/>
              </a:rPr>
              <a:t>12) These are boys.</a:t>
            </a:r>
          </a:p>
          <a:p>
            <a:pPr lvl="1" rtl="0" algn="l">
              <a:spcAft>
                <a:spcPts val="700"/>
              </a:spcAft>
            </a:pPr>
            <a:r>
              <a:rPr sz="1600" b="1" i="0" lang="en-US">
                <a:solidFill>
                  <a:srgbClr val="0F7A3D"/>
                </a:solidFill>
                <a:latin typeface="Segoe UI"/>
              </a:rPr>
              <a:t>✔ Are these boys?</a:t>
            </a:r>
          </a:p>
          <a:p>
            <a:pPr rtl="0" algn="l">
              <a:spcAft>
                <a:spcPts val="300"/>
              </a:spcAft>
            </a:pPr>
            <a:r>
              <a:rPr sz="1700" b="0" i="0" lang="en-US">
                <a:solidFill>
                  <a:srgbClr val="1C2333"/>
                </a:solidFill>
                <a:latin typeface="Segoe UI"/>
              </a:rPr>
              <a:t>13) Those are clouds.</a:t>
            </a:r>
          </a:p>
          <a:p>
            <a:pPr lvl="1" rtl="0" algn="l">
              <a:spcAft>
                <a:spcPts val="700"/>
              </a:spcAft>
            </a:pPr>
            <a:r>
              <a:rPr sz="1600" b="1" i="0" lang="en-US">
                <a:solidFill>
                  <a:srgbClr val="0F7A3D"/>
                </a:solidFill>
                <a:latin typeface="Segoe UI"/>
              </a:rPr>
              <a:t>✔ Are those clouds?</a:t>
            </a:r>
          </a:p>
          <a:p>
            <a:pPr rtl="0" algn="l">
              <a:spcAft>
                <a:spcPts val="300"/>
              </a:spcAft>
            </a:pPr>
            <a:r>
              <a:rPr sz="1700" b="0" i="0" lang="en-US">
                <a:solidFill>
                  <a:srgbClr val="1C2333"/>
                </a:solidFill>
                <a:latin typeface="Segoe UI"/>
              </a:rPr>
              <a:t>14) Those are apples.</a:t>
            </a:r>
          </a:p>
          <a:p>
            <a:pPr lvl="1" rtl="0" algn="l">
              <a:spcAft>
                <a:spcPts val="700"/>
              </a:spcAft>
            </a:pPr>
            <a:r>
              <a:rPr sz="1600" b="1" i="0" lang="en-US">
                <a:solidFill>
                  <a:srgbClr val="0F7A3D"/>
                </a:solidFill>
                <a:latin typeface="Segoe UI"/>
              </a:rPr>
              <a:t>✔ Are those apples?</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Those are ants.</a:t>
            </a:r>
          </a:p>
          <a:p>
            <a:pPr rtl="0" algn="l">
              <a:spcAft>
                <a:spcPts val="800"/>
              </a:spcAft>
            </a:pPr>
            <a:r>
              <a:rPr sz="1800" b="0" i="0" lang="en-US">
                <a:solidFill>
                  <a:srgbClr val="1C2333"/>
                </a:solidFill>
                <a:latin typeface="Segoe UI"/>
              </a:rPr>
              <a:t>16) Those are stars.</a:t>
            </a:r>
          </a:p>
          <a:p>
            <a:pPr rtl="0" algn="l">
              <a:spcAft>
                <a:spcPts val="800"/>
              </a:spcAft>
            </a:pPr>
            <a:r>
              <a:rPr sz="1800" b="0" i="0" lang="en-US">
                <a:solidFill>
                  <a:srgbClr val="1C2333"/>
                </a:solidFill>
                <a:latin typeface="Segoe UI"/>
              </a:rPr>
              <a:t>17) Those are lions.</a:t>
            </a:r>
          </a:p>
          <a:p>
            <a:pPr rtl="0" algn="l">
              <a:spcAft>
                <a:spcPts val="800"/>
              </a:spcAft>
            </a:pPr>
            <a:r>
              <a:rPr sz="1800" b="0" i="0" lang="en-US">
                <a:solidFill>
                  <a:srgbClr val="1C2333"/>
                </a:solidFill>
                <a:latin typeface="Segoe UI"/>
              </a:rPr>
              <a:t>18) Those are hens.</a:t>
            </a:r>
          </a:p>
          <a:p>
            <a:pPr rtl="0" algn="l">
              <a:spcAft>
                <a:spcPts val="800"/>
              </a:spcAft>
            </a:pPr>
            <a:r>
              <a:rPr sz="1800" b="0" i="0" lang="en-US">
                <a:solidFill>
                  <a:srgbClr val="1C2333"/>
                </a:solidFill>
                <a:latin typeface="Segoe UI"/>
              </a:rPr>
              <a:t>19) Those are doctors.</a:t>
            </a:r>
          </a:p>
          <a:p>
            <a:pPr rtl="0" algn="l">
              <a:spcAft>
                <a:spcPts val="800"/>
              </a:spcAft>
            </a:pPr>
            <a:r>
              <a:rPr sz="1800" b="0" i="0" lang="en-US">
                <a:solidFill>
                  <a:srgbClr val="1C2333"/>
                </a:solidFill>
                <a:latin typeface="Segoe UI"/>
              </a:rPr>
              <a:t>20) Those are friends.</a:t>
            </a:r>
          </a:p>
          <a:p>
            <a:pPr rtl="0" algn="l">
              <a:spcAft>
                <a:spcPts val="800"/>
              </a:spcAft>
            </a:pPr>
            <a:r>
              <a:rPr sz="1800" b="0" i="0" lang="en-US">
                <a:solidFill>
                  <a:srgbClr val="1C2333"/>
                </a:solidFill>
                <a:latin typeface="Segoe UI"/>
              </a:rPr>
              <a:t>21) Those are bananas.</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Those are ants.</a:t>
            </a:r>
          </a:p>
          <a:p>
            <a:pPr lvl="1" rtl="0" algn="l">
              <a:spcAft>
                <a:spcPts val="700"/>
              </a:spcAft>
            </a:pPr>
            <a:r>
              <a:rPr sz="1600" b="1" i="0" lang="en-US">
                <a:solidFill>
                  <a:srgbClr val="0F7A3D"/>
                </a:solidFill>
                <a:latin typeface="Segoe UI"/>
              </a:rPr>
              <a:t>✔ Are those ants?</a:t>
            </a:r>
          </a:p>
          <a:p>
            <a:pPr rtl="0" algn="l">
              <a:spcAft>
                <a:spcPts val="300"/>
              </a:spcAft>
            </a:pPr>
            <a:r>
              <a:rPr sz="1700" b="0" i="0" lang="en-US">
                <a:solidFill>
                  <a:srgbClr val="1C2333"/>
                </a:solidFill>
                <a:latin typeface="Segoe UI"/>
              </a:rPr>
              <a:t>16) Those are stars.</a:t>
            </a:r>
          </a:p>
          <a:p>
            <a:pPr lvl="1" rtl="0" algn="l">
              <a:spcAft>
                <a:spcPts val="700"/>
              </a:spcAft>
            </a:pPr>
            <a:r>
              <a:rPr sz="1600" b="1" i="0" lang="en-US">
                <a:solidFill>
                  <a:srgbClr val="0F7A3D"/>
                </a:solidFill>
                <a:latin typeface="Segoe UI"/>
              </a:rPr>
              <a:t>✔ Are those stars?</a:t>
            </a:r>
          </a:p>
          <a:p>
            <a:pPr rtl="0" algn="l">
              <a:spcAft>
                <a:spcPts val="300"/>
              </a:spcAft>
            </a:pPr>
            <a:r>
              <a:rPr sz="1700" b="0" i="0" lang="en-US">
                <a:solidFill>
                  <a:srgbClr val="1C2333"/>
                </a:solidFill>
                <a:latin typeface="Segoe UI"/>
              </a:rPr>
              <a:t>17) Those are lions.</a:t>
            </a:r>
          </a:p>
          <a:p>
            <a:pPr lvl="1" rtl="0" algn="l">
              <a:spcAft>
                <a:spcPts val="700"/>
              </a:spcAft>
            </a:pPr>
            <a:r>
              <a:rPr sz="1600" b="1" i="0" lang="en-US">
                <a:solidFill>
                  <a:srgbClr val="0F7A3D"/>
                </a:solidFill>
                <a:latin typeface="Segoe UI"/>
              </a:rPr>
              <a:t>✔ Are those lions?</a:t>
            </a:r>
          </a:p>
          <a:p>
            <a:pPr rtl="0" algn="l">
              <a:spcAft>
                <a:spcPts val="300"/>
              </a:spcAft>
            </a:pPr>
            <a:r>
              <a:rPr sz="1700" b="0" i="0" lang="en-US">
                <a:solidFill>
                  <a:srgbClr val="1C2333"/>
                </a:solidFill>
                <a:latin typeface="Segoe UI"/>
              </a:rPr>
              <a:t>18) Those are hens.</a:t>
            </a:r>
          </a:p>
          <a:p>
            <a:pPr lvl="1" rtl="0" algn="l">
              <a:spcAft>
                <a:spcPts val="700"/>
              </a:spcAft>
            </a:pPr>
            <a:r>
              <a:rPr sz="1600" b="1" i="0" lang="en-US">
                <a:solidFill>
                  <a:srgbClr val="0F7A3D"/>
                </a:solidFill>
                <a:latin typeface="Segoe UI"/>
              </a:rPr>
              <a:t>✔ Are those hens?</a:t>
            </a:r>
          </a:p>
          <a:p>
            <a:pPr rtl="0" algn="l">
              <a:spcAft>
                <a:spcPts val="300"/>
              </a:spcAft>
            </a:pPr>
            <a:r>
              <a:rPr sz="1700" b="0" i="0" lang="en-US">
                <a:solidFill>
                  <a:srgbClr val="1C2333"/>
                </a:solidFill>
                <a:latin typeface="Segoe UI"/>
              </a:rPr>
              <a:t>19) Those are doctors.</a:t>
            </a:r>
          </a:p>
          <a:p>
            <a:pPr lvl="1" rtl="0" algn="l">
              <a:spcAft>
                <a:spcPts val="700"/>
              </a:spcAft>
            </a:pPr>
            <a:r>
              <a:rPr sz="1600" b="1" i="0" lang="en-US">
                <a:solidFill>
                  <a:srgbClr val="0F7A3D"/>
                </a:solidFill>
                <a:latin typeface="Segoe UI"/>
              </a:rPr>
              <a:t>✔ Are those doctors?</a:t>
            </a:r>
          </a:p>
          <a:p>
            <a:pPr rtl="0" algn="l">
              <a:spcAft>
                <a:spcPts val="300"/>
              </a:spcAft>
            </a:pPr>
            <a:r>
              <a:rPr sz="1700" b="0" i="0" lang="en-US">
                <a:solidFill>
                  <a:srgbClr val="1C2333"/>
                </a:solidFill>
                <a:latin typeface="Segoe UI"/>
              </a:rPr>
              <a:t>20) Those are friends.</a:t>
            </a:r>
          </a:p>
          <a:p>
            <a:pPr lvl="1" rtl="0" algn="l">
              <a:spcAft>
                <a:spcPts val="700"/>
              </a:spcAft>
            </a:pPr>
            <a:r>
              <a:rPr sz="1600" b="1" i="0" lang="en-US">
                <a:solidFill>
                  <a:srgbClr val="0F7A3D"/>
                </a:solidFill>
                <a:latin typeface="Segoe UI"/>
              </a:rPr>
              <a:t>✔ Are those friends?</a:t>
            </a:r>
          </a:p>
          <a:p>
            <a:pPr rtl="0" algn="l">
              <a:spcAft>
                <a:spcPts val="300"/>
              </a:spcAft>
            </a:pPr>
            <a:r>
              <a:rPr sz="1700" b="0" i="0" lang="en-US">
                <a:solidFill>
                  <a:srgbClr val="1C2333"/>
                </a:solidFill>
                <a:latin typeface="Segoe UI"/>
              </a:rPr>
              <a:t>21) Those are bananas.</a:t>
            </a:r>
          </a:p>
          <a:p>
            <a:pPr lvl="1" rtl="0" algn="l">
              <a:spcAft>
                <a:spcPts val="700"/>
              </a:spcAft>
            </a:pPr>
            <a:r>
              <a:rPr sz="1600" b="1" i="0" lang="en-US">
                <a:solidFill>
                  <a:srgbClr val="0F7A3D"/>
                </a:solidFill>
                <a:latin typeface="Segoe UI"/>
              </a:rPr>
              <a:t>✔ Are those bananas?</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Those are tigers.</a:t>
            </a:r>
          </a:p>
          <a:p>
            <a:pPr rtl="0" algn="l">
              <a:spcAft>
                <a:spcPts val="800"/>
              </a:spcAft>
            </a:pPr>
            <a:r>
              <a:rPr sz="1800" b="0" i="0" lang="en-US">
                <a:solidFill>
                  <a:srgbClr val="1C2333"/>
                </a:solidFill>
                <a:latin typeface="Segoe UI"/>
              </a:rPr>
              <a:t>23) Those are goats.</a:t>
            </a:r>
          </a:p>
          <a:p>
            <a:pPr rtl="0" algn="l">
              <a:spcAft>
                <a:spcPts val="800"/>
              </a:spcAft>
            </a:pPr>
            <a:r>
              <a:rPr sz="1800" b="0" i="0" lang="en-US">
                <a:solidFill>
                  <a:srgbClr val="1C2333"/>
                </a:solidFill>
                <a:latin typeface="Segoe UI"/>
              </a:rPr>
              <a:t>24) Those are dogs.</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C) Make a question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Those are tigers.</a:t>
            </a:r>
          </a:p>
          <a:p>
            <a:pPr lvl="1" rtl="0" algn="l">
              <a:spcAft>
                <a:spcPts val="700"/>
              </a:spcAft>
            </a:pPr>
            <a:r>
              <a:rPr sz="1600" b="1" i="0" lang="en-US">
                <a:solidFill>
                  <a:srgbClr val="0F7A3D"/>
                </a:solidFill>
                <a:latin typeface="Segoe UI"/>
              </a:rPr>
              <a:t>✔ Are those tigers?</a:t>
            </a:r>
          </a:p>
          <a:p>
            <a:pPr rtl="0" algn="l">
              <a:spcAft>
                <a:spcPts val="300"/>
              </a:spcAft>
            </a:pPr>
            <a:r>
              <a:rPr sz="1700" b="0" i="0" lang="en-US">
                <a:solidFill>
                  <a:srgbClr val="1C2333"/>
                </a:solidFill>
                <a:latin typeface="Segoe UI"/>
              </a:rPr>
              <a:t>23) Those are goats.</a:t>
            </a:r>
          </a:p>
          <a:p>
            <a:pPr lvl="1" rtl="0" algn="l">
              <a:spcAft>
                <a:spcPts val="700"/>
              </a:spcAft>
            </a:pPr>
            <a:r>
              <a:rPr sz="1600" b="1" i="0" lang="en-US">
                <a:solidFill>
                  <a:srgbClr val="0F7A3D"/>
                </a:solidFill>
                <a:latin typeface="Segoe UI"/>
              </a:rPr>
              <a:t>✔ Are those goats?</a:t>
            </a:r>
          </a:p>
          <a:p>
            <a:pPr rtl="0" algn="l">
              <a:spcAft>
                <a:spcPts val="300"/>
              </a:spcAft>
            </a:pPr>
            <a:r>
              <a:rPr sz="1700" b="0" i="0" lang="en-US">
                <a:solidFill>
                  <a:srgbClr val="1C2333"/>
                </a:solidFill>
                <a:latin typeface="Segoe UI"/>
              </a:rPr>
              <a:t>24) Those are dogs.</a:t>
            </a:r>
          </a:p>
          <a:p>
            <a:pPr lvl="1" rtl="0" algn="l">
              <a:spcAft>
                <a:spcPts val="700"/>
              </a:spcAft>
            </a:pPr>
            <a:r>
              <a:rPr sz="1600" b="1" i="0" lang="en-US">
                <a:solidFill>
                  <a:srgbClr val="0F7A3D"/>
                </a:solidFill>
                <a:latin typeface="Segoe UI"/>
              </a:rPr>
              <a:t>✔ Are those dogs?</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Are these flowers?</a:t>
            </a:r>
          </a:p>
          <a:p>
            <a:pPr rtl="0" algn="l">
              <a:spcAft>
                <a:spcPts val="800"/>
              </a:spcAft>
            </a:pPr>
            <a:r>
              <a:rPr sz="1800" b="0" i="0" lang="en-US">
                <a:solidFill>
                  <a:srgbClr val="1C2333"/>
                </a:solidFill>
                <a:latin typeface="Segoe UI"/>
              </a:rPr>
              <a:t>2) Are these cats?</a:t>
            </a:r>
          </a:p>
          <a:p>
            <a:pPr rtl="0" algn="l">
              <a:spcAft>
                <a:spcPts val="800"/>
              </a:spcAft>
            </a:pPr>
            <a:r>
              <a:rPr sz="1800" b="0" i="0" lang="en-US">
                <a:solidFill>
                  <a:srgbClr val="1C2333"/>
                </a:solidFill>
                <a:latin typeface="Segoe UI"/>
              </a:rPr>
              <a:t>3) Are these pens?</a:t>
            </a:r>
          </a:p>
          <a:p>
            <a:pPr rtl="0" algn="l">
              <a:spcAft>
                <a:spcPts val="800"/>
              </a:spcAft>
            </a:pPr>
            <a:r>
              <a:rPr sz="1800" b="0" i="0" lang="en-US">
                <a:solidFill>
                  <a:srgbClr val="1C2333"/>
                </a:solidFill>
                <a:latin typeface="Segoe UI"/>
              </a:rPr>
              <a:t>4) Are these hens?</a:t>
            </a:r>
          </a:p>
          <a:p>
            <a:pPr rtl="0" algn="l">
              <a:spcAft>
                <a:spcPts val="800"/>
              </a:spcAft>
            </a:pPr>
            <a:r>
              <a:rPr sz="1800" b="0" i="0" lang="en-US">
                <a:solidFill>
                  <a:srgbClr val="1C2333"/>
                </a:solidFill>
                <a:latin typeface="Segoe UI"/>
              </a:rPr>
              <a:t>5) Are these rulers?</a:t>
            </a:r>
          </a:p>
          <a:p>
            <a:pPr rtl="0" algn="l">
              <a:spcAft>
                <a:spcPts val="800"/>
              </a:spcAft>
            </a:pPr>
            <a:r>
              <a:rPr sz="1800" b="0" i="0" lang="en-US">
                <a:solidFill>
                  <a:srgbClr val="1C2333"/>
                </a:solidFill>
                <a:latin typeface="Segoe UI"/>
              </a:rPr>
              <a:t>6) Are these balls?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Are these flowers?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 Are these cats?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3) Are these pens?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4) Are these hens?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5) Are these rulers?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6) Are these balls?</a:t>
            </a:r>
          </a:p>
          <a:p>
            <a:pPr lvl="1" rtl="0" algn="l">
              <a:spcAft>
                <a:spcPts val="700"/>
              </a:spcAft>
            </a:pPr>
            <a:r>
              <a:rPr sz="1600" b="1" i="0" lang="en-US">
                <a:solidFill>
                  <a:srgbClr val="0F7A3D"/>
                </a:solidFill>
                <a:latin typeface="Segoe UI"/>
              </a:rPr>
              <a:t>✔ Yes, they are. / No, they aren't.</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Are these toys?</a:t>
            </a:r>
          </a:p>
          <a:p>
            <a:pPr rtl="0" algn="l">
              <a:spcAft>
                <a:spcPts val="800"/>
              </a:spcAft>
            </a:pPr>
            <a:r>
              <a:rPr sz="1800" b="0" i="0" lang="en-US">
                <a:solidFill>
                  <a:srgbClr val="1C2333"/>
                </a:solidFill>
                <a:latin typeface="Segoe UI"/>
              </a:rPr>
              <a:t>8) Are these nurses?</a:t>
            </a:r>
          </a:p>
          <a:p>
            <a:pPr rtl="0" algn="l">
              <a:spcAft>
                <a:spcPts val="800"/>
              </a:spcAft>
            </a:pPr>
            <a:r>
              <a:rPr sz="1800" b="0" i="0" lang="en-US">
                <a:solidFill>
                  <a:srgbClr val="1C2333"/>
                </a:solidFill>
                <a:latin typeface="Segoe UI"/>
              </a:rPr>
              <a:t>9) Are these apples?</a:t>
            </a:r>
          </a:p>
          <a:p>
            <a:pPr rtl="0" algn="l">
              <a:spcAft>
                <a:spcPts val="800"/>
              </a:spcAft>
            </a:pPr>
            <a:r>
              <a:rPr sz="1800" b="0" i="0" lang="en-US">
                <a:solidFill>
                  <a:srgbClr val="1C2333"/>
                </a:solidFill>
                <a:latin typeface="Segoe UI"/>
              </a:rPr>
              <a:t>10) Are these figs?</a:t>
            </a:r>
          </a:p>
          <a:p>
            <a:pPr rtl="0" algn="l">
              <a:spcAft>
                <a:spcPts val="800"/>
              </a:spcAft>
            </a:pPr>
            <a:r>
              <a:rPr sz="1800" b="0" i="0" lang="en-US">
                <a:solidFill>
                  <a:srgbClr val="1C2333"/>
                </a:solidFill>
                <a:latin typeface="Segoe UI"/>
              </a:rPr>
              <a:t>11) Are these tomatoes?</a:t>
            </a:r>
          </a:p>
          <a:p>
            <a:pPr rtl="0" algn="l">
              <a:spcAft>
                <a:spcPts val="800"/>
              </a:spcAft>
            </a:pPr>
            <a:r>
              <a:rPr sz="1800" b="0" i="0" lang="en-US">
                <a:solidFill>
                  <a:srgbClr val="1C2333"/>
                </a:solidFill>
                <a:latin typeface="Segoe UI"/>
              </a:rPr>
              <a:t>12) Are these pants?</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Are these toys?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8) Are these nurses?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9) Are these apples?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10) Are these figs?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11) Are these tomatoes?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12) Are these pants?</a:t>
            </a:r>
          </a:p>
          <a:p>
            <a:pPr lvl="1" rtl="0" algn="l">
              <a:spcAft>
                <a:spcPts val="700"/>
              </a:spcAft>
            </a:pPr>
            <a:r>
              <a:rPr sz="1600" b="1" i="0" lang="en-US">
                <a:solidFill>
                  <a:srgbClr val="0F7A3D"/>
                </a:solidFill>
                <a:latin typeface="Segoe UI"/>
              </a:rPr>
              <a:t>✔ Yes, they are. / No, they aren't.</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Are those potatoes?</a:t>
            </a:r>
          </a:p>
          <a:p>
            <a:pPr rtl="0" algn="l">
              <a:spcAft>
                <a:spcPts val="800"/>
              </a:spcAft>
            </a:pPr>
            <a:r>
              <a:rPr sz="1800" b="0" i="0" lang="en-US">
                <a:solidFill>
                  <a:srgbClr val="1C2333"/>
                </a:solidFill>
                <a:latin typeface="Segoe UI"/>
              </a:rPr>
              <a:t>14) Are those shirts?</a:t>
            </a:r>
          </a:p>
          <a:p>
            <a:pPr rtl="0" algn="l">
              <a:spcAft>
                <a:spcPts val="800"/>
              </a:spcAft>
            </a:pPr>
            <a:r>
              <a:rPr sz="1800" b="0" i="0" lang="en-US">
                <a:solidFill>
                  <a:srgbClr val="1C2333"/>
                </a:solidFill>
                <a:latin typeface="Segoe UI"/>
              </a:rPr>
              <a:t>15) Are those stars?</a:t>
            </a:r>
          </a:p>
          <a:p>
            <a:pPr rtl="0" algn="l">
              <a:spcAft>
                <a:spcPts val="800"/>
              </a:spcAft>
            </a:pPr>
            <a:r>
              <a:rPr sz="1800" b="0" i="0" lang="en-US">
                <a:solidFill>
                  <a:srgbClr val="1C2333"/>
                </a:solidFill>
                <a:latin typeface="Segoe UI"/>
              </a:rPr>
              <a:t>16) Are those birds?</a:t>
            </a:r>
          </a:p>
          <a:p>
            <a:pPr rtl="0" algn="l">
              <a:spcAft>
                <a:spcPts val="800"/>
              </a:spcAft>
            </a:pPr>
            <a:r>
              <a:rPr sz="1800" b="0" i="0" lang="en-US">
                <a:solidFill>
                  <a:srgbClr val="1C2333"/>
                </a:solidFill>
                <a:latin typeface="Segoe UI"/>
              </a:rPr>
              <a:t>17) Are those stars?</a:t>
            </a:r>
          </a:p>
          <a:p>
            <a:pPr rtl="0" algn="l">
              <a:spcAft>
                <a:spcPts val="800"/>
              </a:spcAft>
            </a:pPr>
            <a:r>
              <a:rPr sz="1800" b="0" i="0" lang="en-US">
                <a:solidFill>
                  <a:srgbClr val="1C2333"/>
                </a:solidFill>
                <a:latin typeface="Segoe UI"/>
              </a:rPr>
              <a:t>18) Are those tigers?</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Are those potatoes?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14) Are those shirts?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15) Are those stars?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16) Are those birds?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17) Are those stars?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18) Are those tigers?</a:t>
            </a:r>
          </a:p>
          <a:p>
            <a:pPr lvl="1" rtl="0" algn="l">
              <a:spcAft>
                <a:spcPts val="700"/>
              </a:spcAft>
            </a:pPr>
            <a:r>
              <a:rPr sz="1600" b="1" i="0" lang="en-US">
                <a:solidFill>
                  <a:srgbClr val="0F7A3D"/>
                </a:solidFill>
                <a:latin typeface="Segoe UI"/>
              </a:rPr>
              <a:t>✔ Yes, they are. / No, they aren't.</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Are those goats?</a:t>
            </a:r>
          </a:p>
          <a:p>
            <a:pPr rtl="0" algn="l">
              <a:spcAft>
                <a:spcPts val="800"/>
              </a:spcAft>
            </a:pPr>
            <a:r>
              <a:rPr sz="1800" b="0" i="0" lang="en-US">
                <a:solidFill>
                  <a:srgbClr val="1C2333"/>
                </a:solidFill>
                <a:latin typeface="Segoe UI"/>
              </a:rPr>
              <a:t>20) Are those clouds?</a:t>
            </a:r>
          </a:p>
          <a:p>
            <a:pPr rtl="0" algn="l">
              <a:spcAft>
                <a:spcPts val="800"/>
              </a:spcAft>
            </a:pPr>
            <a:r>
              <a:rPr sz="1800" b="0" i="0" lang="en-US">
                <a:solidFill>
                  <a:srgbClr val="1C2333"/>
                </a:solidFill>
                <a:latin typeface="Segoe UI"/>
              </a:rPr>
              <a:t>21) Are those tomatoes?</a:t>
            </a:r>
          </a:p>
          <a:p>
            <a:pPr rtl="0" algn="l">
              <a:spcAft>
                <a:spcPts val="800"/>
              </a:spcAft>
            </a:pPr>
            <a:r>
              <a:rPr sz="1800" b="0" i="0" lang="en-US">
                <a:solidFill>
                  <a:srgbClr val="1C2333"/>
                </a:solidFill>
                <a:latin typeface="Segoe UI"/>
              </a:rPr>
              <a:t>22) Are those farmers?</a:t>
            </a:r>
          </a:p>
          <a:p>
            <a:pPr rtl="0" algn="l">
              <a:spcAft>
                <a:spcPts val="800"/>
              </a:spcAft>
            </a:pPr>
            <a:r>
              <a:rPr sz="1800" b="0" i="0" lang="en-US">
                <a:solidFill>
                  <a:srgbClr val="1C2333"/>
                </a:solidFill>
                <a:latin typeface="Segoe UI"/>
              </a:rPr>
              <a:t>23) Are those doctors?</a:t>
            </a:r>
          </a:p>
          <a:p>
            <a:pPr rtl="0" algn="l">
              <a:spcAft>
                <a:spcPts val="800"/>
              </a:spcAft>
            </a:pPr>
            <a:r>
              <a:rPr sz="1800" b="0" i="0" lang="en-US">
                <a:solidFill>
                  <a:srgbClr val="1C2333"/>
                </a:solidFill>
                <a:latin typeface="Segoe UI"/>
              </a:rPr>
              <a:t>24) Are those bees?</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D) Answer with Yes or No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Are those goats?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20) Are those clouds?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21) Are those tomatoes?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22) Are those farmers?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23) Are those doctors?</a:t>
            </a:r>
          </a:p>
          <a:p>
            <a:pPr lvl="1" rtl="0" algn="l">
              <a:spcAft>
                <a:spcPts val="700"/>
              </a:spcAft>
            </a:pPr>
            <a:r>
              <a:rPr sz="1600" b="1" i="0" lang="en-US">
                <a:solidFill>
                  <a:srgbClr val="0F7A3D"/>
                </a:solidFill>
                <a:latin typeface="Segoe UI"/>
              </a:rPr>
              <a:t>✔ Yes, they are. / No, they aren't.</a:t>
            </a:r>
          </a:p>
          <a:p>
            <a:pPr rtl="0" algn="l">
              <a:spcAft>
                <a:spcPts val="300"/>
              </a:spcAft>
            </a:pPr>
            <a:r>
              <a:rPr sz="1700" b="0" i="0" lang="en-US">
                <a:solidFill>
                  <a:srgbClr val="1C2333"/>
                </a:solidFill>
                <a:latin typeface="Segoe UI"/>
              </a:rPr>
              <a:t>24) Are those bees?</a:t>
            </a:r>
          </a:p>
          <a:p>
            <a:pPr lvl="1" rtl="0" algn="l">
              <a:spcAft>
                <a:spcPts val="700"/>
              </a:spcAft>
            </a:pPr>
            <a:r>
              <a:rPr sz="1600" b="1" i="0" lang="en-US">
                <a:solidFill>
                  <a:srgbClr val="0F7A3D"/>
                </a:solidFill>
                <a:latin typeface="Segoe UI"/>
              </a:rPr>
              <a:t>✔ Yes, they are. / No, they aren't.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These are animals.</a:t>
            </a:r>
          </a:p>
          <a:p>
            <a:pPr rtl="0" algn="l">
              <a:spcAft>
                <a:spcPts val="800"/>
              </a:spcAft>
            </a:pPr>
            <a:r>
              <a:rPr sz="1800" b="0" i="0" lang="en-US">
                <a:solidFill>
                  <a:srgbClr val="1C2333"/>
                </a:solidFill>
                <a:latin typeface="Segoe UI"/>
              </a:rPr>
              <a:t>2) Those are trees.</a:t>
            </a:r>
          </a:p>
          <a:p>
            <a:pPr rtl="0" algn="l">
              <a:spcAft>
                <a:spcPts val="800"/>
              </a:spcAft>
            </a:pPr>
            <a:r>
              <a:rPr sz="1800" b="0" i="0" lang="en-US">
                <a:solidFill>
                  <a:srgbClr val="1C2333"/>
                </a:solidFill>
                <a:latin typeface="Segoe UI"/>
              </a:rPr>
              <a:t>3) These are birds.</a:t>
            </a:r>
          </a:p>
          <a:p>
            <a:pPr rtl="0" algn="l">
              <a:spcAft>
                <a:spcPts val="800"/>
              </a:spcAft>
            </a:pPr>
            <a:r>
              <a:rPr sz="1800" b="0" i="0" lang="en-US">
                <a:solidFill>
                  <a:srgbClr val="1C2333"/>
                </a:solidFill>
                <a:latin typeface="Segoe UI"/>
              </a:rPr>
              <a:t>4) Those are stars.</a:t>
            </a:r>
          </a:p>
          <a:p>
            <a:pPr rtl="0" algn="l">
              <a:spcAft>
                <a:spcPts val="800"/>
              </a:spcAft>
            </a:pPr>
            <a:r>
              <a:rPr sz="1800" b="0" i="0" lang="en-US">
                <a:solidFill>
                  <a:srgbClr val="1C2333"/>
                </a:solidFill>
                <a:latin typeface="Segoe UI"/>
              </a:rPr>
              <a:t>5) These are cars.</a:t>
            </a:r>
          </a:p>
          <a:p>
            <a:pPr rtl="0" algn="l">
              <a:spcAft>
                <a:spcPts val="800"/>
              </a:spcAft>
            </a:pPr>
            <a:r>
              <a:rPr sz="1800" b="0" i="0" lang="en-US">
                <a:solidFill>
                  <a:srgbClr val="1C2333"/>
                </a:solidFill>
                <a:latin typeface="Segoe UI"/>
              </a:rPr>
              <a:t>6) Those are bananas.</a:t>
            </a:r>
          </a:p>
          <a:p>
            <a:pPr rtl="0" algn="l">
              <a:spcAft>
                <a:spcPts val="800"/>
              </a:spcAft>
            </a:pPr>
            <a:r>
              <a:rPr sz="1800" b="0" i="0" lang="en-US">
                <a:solidFill>
                  <a:srgbClr val="1C2333"/>
                </a:solidFill>
                <a:latin typeface="Segoe UI"/>
              </a:rPr>
              <a:t>7) These are oranges.</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These are animals.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2) Those are trees.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3) These are birds.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4) Those are stars.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5) These are cars.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6) Those are bananas.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7) These are oranges.</a:t>
            </a:r>
          </a:p>
          <a:p>
            <a:pPr lvl="1" rtl="0" algn="l">
              <a:spcAft>
                <a:spcPts val="700"/>
              </a:spcAft>
            </a:pPr>
            <a:r>
              <a:rPr sz="1600" b="1" i="0" lang="en-US">
                <a:solidFill>
                  <a:srgbClr val="0F7A3D"/>
                </a:solidFill>
                <a:latin typeface="Segoe UI"/>
              </a:rPr>
              <a:t>✔ What are these?</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Those are clouds.</a:t>
            </a:r>
          </a:p>
          <a:p>
            <a:pPr rtl="0" algn="l">
              <a:spcAft>
                <a:spcPts val="800"/>
              </a:spcAft>
            </a:pPr>
            <a:r>
              <a:rPr sz="1800" b="0" i="0" lang="en-US">
                <a:solidFill>
                  <a:srgbClr val="1C2333"/>
                </a:solidFill>
                <a:latin typeface="Segoe UI"/>
              </a:rPr>
              <a:t>9) These are pens.</a:t>
            </a:r>
          </a:p>
          <a:p>
            <a:pPr rtl="0" algn="l">
              <a:spcAft>
                <a:spcPts val="800"/>
              </a:spcAft>
            </a:pPr>
            <a:r>
              <a:rPr sz="1800" b="0" i="0" lang="en-US">
                <a:solidFill>
                  <a:srgbClr val="1C2333"/>
                </a:solidFill>
                <a:latin typeface="Segoe UI"/>
              </a:rPr>
              <a:t>10) Those are goats.</a:t>
            </a:r>
          </a:p>
          <a:p>
            <a:pPr rtl="0" algn="l">
              <a:spcAft>
                <a:spcPts val="800"/>
              </a:spcAft>
            </a:pPr>
            <a:r>
              <a:rPr sz="1800" b="0" i="0" lang="en-US">
                <a:solidFill>
                  <a:srgbClr val="1C2333"/>
                </a:solidFill>
                <a:latin typeface="Segoe UI"/>
              </a:rPr>
              <a:t>11) These are books.</a:t>
            </a:r>
          </a:p>
          <a:p>
            <a:pPr rtl="0" algn="l">
              <a:spcAft>
                <a:spcPts val="800"/>
              </a:spcAft>
            </a:pPr>
            <a:r>
              <a:rPr sz="1800" b="0" i="0" lang="en-US">
                <a:solidFill>
                  <a:srgbClr val="1C2333"/>
                </a:solidFill>
                <a:latin typeface="Segoe UI"/>
              </a:rPr>
              <a:t>12) Those are cows.</a:t>
            </a:r>
          </a:p>
          <a:p>
            <a:pPr rtl="0" algn="l">
              <a:spcAft>
                <a:spcPts val="800"/>
              </a:spcAft>
            </a:pPr>
            <a:r>
              <a:rPr sz="1800" b="0" i="0" lang="en-US">
                <a:solidFill>
                  <a:srgbClr val="1C2333"/>
                </a:solidFill>
                <a:latin typeface="Segoe UI"/>
              </a:rPr>
              <a:t>13) These are apples.</a:t>
            </a:r>
          </a:p>
          <a:p>
            <a:pPr rtl="0" algn="l">
              <a:spcAft>
                <a:spcPts val="800"/>
              </a:spcAft>
            </a:pPr>
            <a:r>
              <a:rPr sz="1800" b="0" i="0" lang="en-US">
                <a:solidFill>
                  <a:srgbClr val="1C2333"/>
                </a:solidFill>
                <a:latin typeface="Segoe UI"/>
              </a:rPr>
              <a:t>14) Those are houses.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Those are clouds.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9) These are pens.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10) Those are goats.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11) These are books.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12) Those are cows.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13) These are apples.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14) Those are houses.</a:t>
            </a:r>
          </a:p>
          <a:p>
            <a:pPr lvl="1" rtl="0" algn="l">
              <a:spcAft>
                <a:spcPts val="700"/>
              </a:spcAft>
            </a:pPr>
            <a:r>
              <a:rPr sz="1600" b="1" i="0" lang="en-US">
                <a:solidFill>
                  <a:srgbClr val="0F7A3D"/>
                </a:solidFill>
                <a:latin typeface="Segoe UI"/>
              </a:rPr>
              <a:t>✔ What are those?</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These are rulers.</a:t>
            </a:r>
          </a:p>
          <a:p>
            <a:pPr rtl="0" algn="l">
              <a:spcAft>
                <a:spcPts val="800"/>
              </a:spcAft>
            </a:pPr>
            <a:r>
              <a:rPr sz="1800" b="0" i="0" lang="en-US">
                <a:solidFill>
                  <a:srgbClr val="1C2333"/>
                </a:solidFill>
                <a:latin typeface="Segoe UI"/>
              </a:rPr>
              <a:t>16) Those are trees.</a:t>
            </a:r>
          </a:p>
          <a:p>
            <a:pPr rtl="0" algn="l">
              <a:spcAft>
                <a:spcPts val="800"/>
              </a:spcAft>
            </a:pPr>
            <a:r>
              <a:rPr sz="1800" b="0" i="0" lang="en-US">
                <a:solidFill>
                  <a:srgbClr val="1C2333"/>
                </a:solidFill>
                <a:latin typeface="Segoe UI"/>
              </a:rPr>
              <a:t>17) These are toys.</a:t>
            </a:r>
          </a:p>
          <a:p>
            <a:pPr rtl="0" algn="l">
              <a:spcAft>
                <a:spcPts val="800"/>
              </a:spcAft>
            </a:pPr>
            <a:r>
              <a:rPr sz="1800" b="0" i="0" lang="en-US">
                <a:solidFill>
                  <a:srgbClr val="1C2333"/>
                </a:solidFill>
                <a:latin typeface="Segoe UI"/>
              </a:rPr>
              <a:t>18) Those are figs.</a:t>
            </a:r>
          </a:p>
          <a:p>
            <a:pPr rtl="0" algn="l">
              <a:spcAft>
                <a:spcPts val="800"/>
              </a:spcAft>
            </a:pPr>
            <a:r>
              <a:rPr sz="1800" b="0" i="0" lang="en-US">
                <a:solidFill>
                  <a:srgbClr val="1C2333"/>
                </a:solidFill>
                <a:latin typeface="Segoe UI"/>
              </a:rPr>
              <a:t>19) These are animals.</a:t>
            </a:r>
          </a:p>
          <a:p>
            <a:pPr rtl="0" algn="l">
              <a:spcAft>
                <a:spcPts val="800"/>
              </a:spcAft>
            </a:pPr>
            <a:r>
              <a:rPr sz="1800" b="0" i="0" lang="en-US">
                <a:solidFill>
                  <a:srgbClr val="1C2333"/>
                </a:solidFill>
                <a:latin typeface="Segoe UI"/>
              </a:rPr>
              <a:t>20) Those are eggs.</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E) Make a question for these answers (What …?)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These are rulers.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16) Those are trees.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17) These are toys.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18) Those are figs.</a:t>
            </a:r>
          </a:p>
          <a:p>
            <a:pPr lvl="1" rtl="0" algn="l">
              <a:spcAft>
                <a:spcPts val="700"/>
              </a:spcAft>
            </a:pPr>
            <a:r>
              <a:rPr sz="1600" b="1" i="0" lang="en-US">
                <a:solidFill>
                  <a:srgbClr val="0F7A3D"/>
                </a:solidFill>
                <a:latin typeface="Segoe UI"/>
              </a:rPr>
              <a:t>✔ What are those?</a:t>
            </a:r>
          </a:p>
          <a:p>
            <a:pPr rtl="0" algn="l">
              <a:spcAft>
                <a:spcPts val="300"/>
              </a:spcAft>
            </a:pPr>
            <a:r>
              <a:rPr sz="1700" b="0" i="0" lang="en-US">
                <a:solidFill>
                  <a:srgbClr val="1C2333"/>
                </a:solidFill>
                <a:latin typeface="Segoe UI"/>
              </a:rPr>
              <a:t>19) These are animals.</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20) Those are eggs.</a:t>
            </a:r>
          </a:p>
          <a:p>
            <a:pPr lvl="1" rtl="0" algn="l">
              <a:spcAft>
                <a:spcPts val="700"/>
              </a:spcAft>
            </a:pPr>
            <a:r>
              <a:rPr sz="1600" b="1" i="0" lang="en-US">
                <a:solidFill>
                  <a:srgbClr val="0F7A3D"/>
                </a:solidFill>
                <a:latin typeface="Segoe UI"/>
              </a:rPr>
              <a:t>✔ What are those?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What are these? (books)</a:t>
            </a:r>
          </a:p>
          <a:p>
            <a:pPr rtl="0" algn="l">
              <a:spcAft>
                <a:spcPts val="800"/>
              </a:spcAft>
            </a:pPr>
            <a:r>
              <a:rPr sz="1800" b="0" i="0" lang="en-US">
                <a:solidFill>
                  <a:srgbClr val="1C2333"/>
                </a:solidFill>
                <a:latin typeface="Segoe UI"/>
              </a:rPr>
              <a:t>2) What are those? (trees)</a:t>
            </a:r>
          </a:p>
          <a:p>
            <a:pPr rtl="0" algn="l">
              <a:spcAft>
                <a:spcPts val="800"/>
              </a:spcAft>
            </a:pPr>
            <a:r>
              <a:rPr sz="1800" b="0" i="0" lang="en-US">
                <a:solidFill>
                  <a:srgbClr val="1C2333"/>
                </a:solidFill>
                <a:latin typeface="Segoe UI"/>
              </a:rPr>
              <a:t>3) What are those? (stars)</a:t>
            </a:r>
          </a:p>
          <a:p>
            <a:pPr rtl="0" algn="l">
              <a:spcAft>
                <a:spcPts val="800"/>
              </a:spcAft>
            </a:pPr>
            <a:r>
              <a:rPr sz="1800" b="0" i="0" lang="en-US">
                <a:solidFill>
                  <a:srgbClr val="1C2333"/>
                </a:solidFill>
                <a:latin typeface="Segoe UI"/>
              </a:rPr>
              <a:t>4) What are these? (pens)</a:t>
            </a:r>
          </a:p>
          <a:p>
            <a:pPr rtl="0" algn="l">
              <a:spcAft>
                <a:spcPts val="800"/>
              </a:spcAft>
            </a:pPr>
            <a:r>
              <a:rPr sz="1800" b="0" i="0" lang="en-US">
                <a:solidFill>
                  <a:srgbClr val="1C2333"/>
                </a:solidFill>
                <a:latin typeface="Segoe UI"/>
              </a:rPr>
              <a:t>5) What are these? (apples)</a:t>
            </a:r>
          </a:p>
          <a:p>
            <a:pPr rtl="0" algn="l">
              <a:spcAft>
                <a:spcPts val="800"/>
              </a:spcAft>
            </a:pPr>
            <a:r>
              <a:rPr sz="1800" b="0" i="0" lang="en-US">
                <a:solidFill>
                  <a:srgbClr val="1C2333"/>
                </a:solidFill>
                <a:latin typeface="Segoe UI"/>
              </a:rPr>
              <a:t>6) What are those? (clouds)</a:t>
            </a:r>
          </a:p>
          <a:p>
            <a:pPr rtl="0" algn="l">
              <a:spcAft>
                <a:spcPts val="800"/>
              </a:spcAft>
            </a:pPr>
            <a:r>
              <a:rPr sz="1800" b="0" i="0" lang="en-US">
                <a:solidFill>
                  <a:srgbClr val="1C2333"/>
                </a:solidFill>
                <a:latin typeface="Segoe UI"/>
              </a:rPr>
              <a:t>7) What are those? (cars)</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What are these? (books)</a:t>
            </a:r>
          </a:p>
          <a:p>
            <a:pPr lvl="1" rtl="0" algn="l">
              <a:spcAft>
                <a:spcPts val="700"/>
              </a:spcAft>
            </a:pPr>
            <a:r>
              <a:rPr sz="1600" b="1" i="0" lang="en-US">
                <a:solidFill>
                  <a:srgbClr val="0F7A3D"/>
                </a:solidFill>
                <a:latin typeface="Segoe UI"/>
              </a:rPr>
              <a:t>✔ They are books .</a:t>
            </a:r>
          </a:p>
          <a:p>
            <a:pPr rtl="0" algn="l">
              <a:spcAft>
                <a:spcPts val="300"/>
              </a:spcAft>
            </a:pPr>
            <a:r>
              <a:rPr sz="1700" b="0" i="0" lang="en-US">
                <a:solidFill>
                  <a:srgbClr val="1C2333"/>
                </a:solidFill>
                <a:latin typeface="Segoe UI"/>
              </a:rPr>
              <a:t>2) What are those? (trees)</a:t>
            </a:r>
          </a:p>
          <a:p>
            <a:pPr lvl="1" rtl="0" algn="l">
              <a:spcAft>
                <a:spcPts val="700"/>
              </a:spcAft>
            </a:pPr>
            <a:r>
              <a:rPr sz="1600" b="1" i="0" lang="en-US">
                <a:solidFill>
                  <a:srgbClr val="0F7A3D"/>
                </a:solidFill>
                <a:latin typeface="Segoe UI"/>
              </a:rPr>
              <a:t>✔ They are trees .</a:t>
            </a:r>
          </a:p>
          <a:p>
            <a:pPr rtl="0" algn="l">
              <a:spcAft>
                <a:spcPts val="300"/>
              </a:spcAft>
            </a:pPr>
            <a:r>
              <a:rPr sz="1700" b="0" i="0" lang="en-US">
                <a:solidFill>
                  <a:srgbClr val="1C2333"/>
                </a:solidFill>
                <a:latin typeface="Segoe UI"/>
              </a:rPr>
              <a:t>3) What are those? (stars)</a:t>
            </a:r>
          </a:p>
          <a:p>
            <a:pPr lvl="1" rtl="0" algn="l">
              <a:spcAft>
                <a:spcPts val="700"/>
              </a:spcAft>
            </a:pPr>
            <a:r>
              <a:rPr sz="1600" b="1" i="0" lang="en-US">
                <a:solidFill>
                  <a:srgbClr val="0F7A3D"/>
                </a:solidFill>
                <a:latin typeface="Segoe UI"/>
              </a:rPr>
              <a:t>✔ They are stars .</a:t>
            </a:r>
          </a:p>
          <a:p>
            <a:pPr rtl="0" algn="l">
              <a:spcAft>
                <a:spcPts val="300"/>
              </a:spcAft>
            </a:pPr>
            <a:r>
              <a:rPr sz="1700" b="0" i="0" lang="en-US">
                <a:solidFill>
                  <a:srgbClr val="1C2333"/>
                </a:solidFill>
                <a:latin typeface="Segoe UI"/>
              </a:rPr>
              <a:t>4) What are these? (pens)</a:t>
            </a:r>
          </a:p>
          <a:p>
            <a:pPr lvl="1" rtl="0" algn="l">
              <a:spcAft>
                <a:spcPts val="700"/>
              </a:spcAft>
            </a:pPr>
            <a:r>
              <a:rPr sz="1600" b="1" i="0" lang="en-US">
                <a:solidFill>
                  <a:srgbClr val="0F7A3D"/>
                </a:solidFill>
                <a:latin typeface="Segoe UI"/>
              </a:rPr>
              <a:t>✔ They are pens .</a:t>
            </a:r>
          </a:p>
          <a:p>
            <a:pPr rtl="0" algn="l">
              <a:spcAft>
                <a:spcPts val="300"/>
              </a:spcAft>
            </a:pPr>
            <a:r>
              <a:rPr sz="1700" b="0" i="0" lang="en-US">
                <a:solidFill>
                  <a:srgbClr val="1C2333"/>
                </a:solidFill>
                <a:latin typeface="Segoe UI"/>
              </a:rPr>
              <a:t>5) What are these? (apples)</a:t>
            </a:r>
          </a:p>
          <a:p>
            <a:pPr lvl="1" rtl="0" algn="l">
              <a:spcAft>
                <a:spcPts val="700"/>
              </a:spcAft>
            </a:pPr>
            <a:r>
              <a:rPr sz="1600" b="1" i="0" lang="en-US">
                <a:solidFill>
                  <a:srgbClr val="0F7A3D"/>
                </a:solidFill>
                <a:latin typeface="Segoe UI"/>
              </a:rPr>
              <a:t>✔ They are apples .</a:t>
            </a:r>
          </a:p>
          <a:p>
            <a:pPr rtl="0" algn="l">
              <a:spcAft>
                <a:spcPts val="300"/>
              </a:spcAft>
            </a:pPr>
            <a:r>
              <a:rPr sz="1700" b="0" i="0" lang="en-US">
                <a:solidFill>
                  <a:srgbClr val="1C2333"/>
                </a:solidFill>
                <a:latin typeface="Segoe UI"/>
              </a:rPr>
              <a:t>6) What are those? (clouds)</a:t>
            </a:r>
          </a:p>
          <a:p>
            <a:pPr lvl="1" rtl="0" algn="l">
              <a:spcAft>
                <a:spcPts val="700"/>
              </a:spcAft>
            </a:pPr>
            <a:r>
              <a:rPr sz="1600" b="1" i="0" lang="en-US">
                <a:solidFill>
                  <a:srgbClr val="0F7A3D"/>
                </a:solidFill>
                <a:latin typeface="Segoe UI"/>
              </a:rPr>
              <a:t>✔ They are clouds .</a:t>
            </a:r>
          </a:p>
          <a:p>
            <a:pPr rtl="0" algn="l">
              <a:spcAft>
                <a:spcPts val="300"/>
              </a:spcAft>
            </a:pPr>
            <a:r>
              <a:rPr sz="1700" b="0" i="0" lang="en-US">
                <a:solidFill>
                  <a:srgbClr val="1C2333"/>
                </a:solidFill>
                <a:latin typeface="Segoe UI"/>
              </a:rPr>
              <a:t>7) What are those? (cars)</a:t>
            </a:r>
          </a:p>
          <a:p>
            <a:pPr lvl="1" rtl="0" algn="l">
              <a:spcAft>
                <a:spcPts val="700"/>
              </a:spcAft>
            </a:pPr>
            <a:r>
              <a:rPr sz="1600" b="1" i="0" lang="en-US">
                <a:solidFill>
                  <a:srgbClr val="0F7A3D"/>
                </a:solidFill>
                <a:latin typeface="Segoe UI"/>
              </a:rPr>
              <a:t>✔ They are cars .</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What are these? (flowers)</a:t>
            </a:r>
          </a:p>
          <a:p>
            <a:pPr rtl="0" algn="l">
              <a:spcAft>
                <a:spcPts val="800"/>
              </a:spcAft>
            </a:pPr>
            <a:r>
              <a:rPr sz="1800" b="0" i="0" lang="en-US">
                <a:solidFill>
                  <a:srgbClr val="1C2333"/>
                </a:solidFill>
                <a:latin typeface="Segoe UI"/>
              </a:rPr>
              <a:t>9) What are these? (birds)</a:t>
            </a:r>
          </a:p>
          <a:p>
            <a:pPr rtl="0" algn="l">
              <a:spcAft>
                <a:spcPts val="800"/>
              </a:spcAft>
            </a:pPr>
            <a:r>
              <a:rPr sz="1800" b="0" i="0" lang="en-US">
                <a:solidFill>
                  <a:srgbClr val="1C2333"/>
                </a:solidFill>
                <a:latin typeface="Segoe UI"/>
              </a:rPr>
              <a:t>10) What are those? (goats)</a:t>
            </a:r>
          </a:p>
          <a:p>
            <a:pPr rtl="0" algn="l">
              <a:spcAft>
                <a:spcPts val="800"/>
              </a:spcAft>
            </a:pPr>
            <a:r>
              <a:rPr sz="1800" b="0" i="0" lang="en-US">
                <a:solidFill>
                  <a:srgbClr val="1C2333"/>
                </a:solidFill>
                <a:latin typeface="Segoe UI"/>
              </a:rPr>
              <a:t>11) What are those? (cows)</a:t>
            </a:r>
          </a:p>
          <a:p>
            <a:pPr rtl="0" algn="l">
              <a:spcAft>
                <a:spcPts val="800"/>
              </a:spcAft>
            </a:pPr>
            <a:r>
              <a:rPr sz="1800" b="0" i="0" lang="en-US">
                <a:solidFill>
                  <a:srgbClr val="1C2333"/>
                </a:solidFill>
                <a:latin typeface="Segoe UI"/>
              </a:rPr>
              <a:t>12) What are these? (rulers)</a:t>
            </a:r>
          </a:p>
          <a:p>
            <a:pPr rtl="0" algn="l">
              <a:spcAft>
                <a:spcPts val="800"/>
              </a:spcAft>
            </a:pPr>
            <a:r>
              <a:rPr sz="1800" b="0" i="0" lang="en-US">
                <a:solidFill>
                  <a:srgbClr val="1C2333"/>
                </a:solidFill>
                <a:latin typeface="Segoe UI"/>
              </a:rPr>
              <a:t>13) What are those? (houses)</a:t>
            </a:r>
          </a:p>
          <a:p>
            <a:pPr rtl="0" algn="l">
              <a:spcAft>
                <a:spcPts val="800"/>
              </a:spcAft>
            </a:pPr>
            <a:r>
              <a:rPr sz="1800" b="0" i="0" lang="en-US">
                <a:solidFill>
                  <a:srgbClr val="1C2333"/>
                </a:solidFill>
                <a:latin typeface="Segoe UI"/>
              </a:rPr>
              <a:t>14) What are those? (bananas)</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What are these? (flowers)</a:t>
            </a:r>
          </a:p>
          <a:p>
            <a:pPr lvl="1" rtl="0" algn="l">
              <a:spcAft>
                <a:spcPts val="700"/>
              </a:spcAft>
            </a:pPr>
            <a:r>
              <a:rPr sz="1600" b="1" i="0" lang="en-US">
                <a:solidFill>
                  <a:srgbClr val="0F7A3D"/>
                </a:solidFill>
                <a:latin typeface="Segoe UI"/>
              </a:rPr>
              <a:t>✔ They are flowers .</a:t>
            </a:r>
          </a:p>
          <a:p>
            <a:pPr rtl="0" algn="l">
              <a:spcAft>
                <a:spcPts val="300"/>
              </a:spcAft>
            </a:pPr>
            <a:r>
              <a:rPr sz="1700" b="0" i="0" lang="en-US">
                <a:solidFill>
                  <a:srgbClr val="1C2333"/>
                </a:solidFill>
                <a:latin typeface="Segoe UI"/>
              </a:rPr>
              <a:t>9) What are these? (birds)</a:t>
            </a:r>
          </a:p>
          <a:p>
            <a:pPr lvl="1" rtl="0" algn="l">
              <a:spcAft>
                <a:spcPts val="700"/>
              </a:spcAft>
            </a:pPr>
            <a:r>
              <a:rPr sz="1600" b="1" i="0" lang="en-US">
                <a:solidFill>
                  <a:srgbClr val="0F7A3D"/>
                </a:solidFill>
                <a:latin typeface="Segoe UI"/>
              </a:rPr>
              <a:t>✔ They are birds .</a:t>
            </a:r>
          </a:p>
          <a:p>
            <a:pPr rtl="0" algn="l">
              <a:spcAft>
                <a:spcPts val="300"/>
              </a:spcAft>
            </a:pPr>
            <a:r>
              <a:rPr sz="1700" b="0" i="0" lang="en-US">
                <a:solidFill>
                  <a:srgbClr val="1C2333"/>
                </a:solidFill>
                <a:latin typeface="Segoe UI"/>
              </a:rPr>
              <a:t>10) What are those? (goats)</a:t>
            </a:r>
          </a:p>
          <a:p>
            <a:pPr lvl="1" rtl="0" algn="l">
              <a:spcAft>
                <a:spcPts val="700"/>
              </a:spcAft>
            </a:pPr>
            <a:r>
              <a:rPr sz="1600" b="1" i="0" lang="en-US">
                <a:solidFill>
                  <a:srgbClr val="0F7A3D"/>
                </a:solidFill>
                <a:latin typeface="Segoe UI"/>
              </a:rPr>
              <a:t>✔ They are goats .</a:t>
            </a:r>
          </a:p>
          <a:p>
            <a:pPr rtl="0" algn="l">
              <a:spcAft>
                <a:spcPts val="300"/>
              </a:spcAft>
            </a:pPr>
            <a:r>
              <a:rPr sz="1700" b="0" i="0" lang="en-US">
                <a:solidFill>
                  <a:srgbClr val="1C2333"/>
                </a:solidFill>
                <a:latin typeface="Segoe UI"/>
              </a:rPr>
              <a:t>11) What are those? (cows)</a:t>
            </a:r>
          </a:p>
          <a:p>
            <a:pPr lvl="1" rtl="0" algn="l">
              <a:spcAft>
                <a:spcPts val="700"/>
              </a:spcAft>
            </a:pPr>
            <a:r>
              <a:rPr sz="1600" b="1" i="0" lang="en-US">
                <a:solidFill>
                  <a:srgbClr val="0F7A3D"/>
                </a:solidFill>
                <a:latin typeface="Segoe UI"/>
              </a:rPr>
              <a:t>✔ They are cows .</a:t>
            </a:r>
          </a:p>
          <a:p>
            <a:pPr rtl="0" algn="l">
              <a:spcAft>
                <a:spcPts val="300"/>
              </a:spcAft>
            </a:pPr>
            <a:r>
              <a:rPr sz="1700" b="0" i="0" lang="en-US">
                <a:solidFill>
                  <a:srgbClr val="1C2333"/>
                </a:solidFill>
                <a:latin typeface="Segoe UI"/>
              </a:rPr>
              <a:t>12) What are these? (rulers)</a:t>
            </a:r>
          </a:p>
          <a:p>
            <a:pPr lvl="1" rtl="0" algn="l">
              <a:spcAft>
                <a:spcPts val="700"/>
              </a:spcAft>
            </a:pPr>
            <a:r>
              <a:rPr sz="1600" b="1" i="0" lang="en-US">
                <a:solidFill>
                  <a:srgbClr val="0F7A3D"/>
                </a:solidFill>
                <a:latin typeface="Segoe UI"/>
              </a:rPr>
              <a:t>✔ They are rulers .</a:t>
            </a:r>
          </a:p>
          <a:p>
            <a:pPr rtl="0" algn="l">
              <a:spcAft>
                <a:spcPts val="300"/>
              </a:spcAft>
            </a:pPr>
            <a:r>
              <a:rPr sz="1700" b="0" i="0" lang="en-US">
                <a:solidFill>
                  <a:srgbClr val="1C2333"/>
                </a:solidFill>
                <a:latin typeface="Segoe UI"/>
              </a:rPr>
              <a:t>13) What are those? (houses)</a:t>
            </a:r>
          </a:p>
          <a:p>
            <a:pPr lvl="1" rtl="0" algn="l">
              <a:spcAft>
                <a:spcPts val="700"/>
              </a:spcAft>
            </a:pPr>
            <a:r>
              <a:rPr sz="1600" b="1" i="0" lang="en-US">
                <a:solidFill>
                  <a:srgbClr val="0F7A3D"/>
                </a:solidFill>
                <a:latin typeface="Segoe UI"/>
              </a:rPr>
              <a:t>✔ They are houses .</a:t>
            </a:r>
          </a:p>
          <a:p>
            <a:pPr rtl="0" algn="l">
              <a:spcAft>
                <a:spcPts val="300"/>
              </a:spcAft>
            </a:pPr>
            <a:r>
              <a:rPr sz="1700" b="0" i="0" lang="en-US">
                <a:solidFill>
                  <a:srgbClr val="1C2333"/>
                </a:solidFill>
                <a:latin typeface="Segoe UI"/>
              </a:rPr>
              <a:t>14) What are those? (bananas)</a:t>
            </a:r>
          </a:p>
          <a:p>
            <a:pPr lvl="1" rtl="0" algn="l">
              <a:spcAft>
                <a:spcPts val="700"/>
              </a:spcAft>
            </a:pPr>
            <a:r>
              <a:rPr sz="1600" b="1" i="0" lang="en-US">
                <a:solidFill>
                  <a:srgbClr val="0F7A3D"/>
                </a:solidFill>
                <a:latin typeface="Segoe UI"/>
              </a:rPr>
              <a:t>✔ They are bananas .</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What are these? (toys)</a:t>
            </a:r>
          </a:p>
          <a:p>
            <a:pPr rtl="0" algn="l">
              <a:spcAft>
                <a:spcPts val="800"/>
              </a:spcAft>
            </a:pPr>
            <a:r>
              <a:rPr sz="1800" b="0" i="0" lang="en-US">
                <a:solidFill>
                  <a:srgbClr val="1C2333"/>
                </a:solidFill>
                <a:latin typeface="Segoe UI"/>
              </a:rPr>
              <a:t>16) What are those? (eggs)</a:t>
            </a:r>
          </a:p>
          <a:p>
            <a:pPr rtl="0" algn="l">
              <a:spcAft>
                <a:spcPts val="800"/>
              </a:spcAft>
            </a:pPr>
            <a:r>
              <a:rPr sz="1800" b="0" i="0" lang="en-US">
                <a:solidFill>
                  <a:srgbClr val="1C2333"/>
                </a:solidFill>
                <a:latin typeface="Segoe UI"/>
              </a:rPr>
              <a:t>17) What are those? (lions)</a:t>
            </a:r>
          </a:p>
          <a:p>
            <a:pPr rtl="0" algn="l">
              <a:spcAft>
                <a:spcPts val="800"/>
              </a:spcAft>
            </a:pPr>
            <a:r>
              <a:rPr sz="1800" b="0" i="0" lang="en-US">
                <a:solidFill>
                  <a:srgbClr val="1C2333"/>
                </a:solidFill>
                <a:latin typeface="Segoe UI"/>
              </a:rPr>
              <a:t>18) What are these? (oranges)</a:t>
            </a:r>
          </a:p>
          <a:p>
            <a:pPr rtl="0" algn="l">
              <a:spcAft>
                <a:spcPts val="800"/>
              </a:spcAft>
            </a:pPr>
            <a:r>
              <a:rPr sz="1800" b="0" i="0" lang="en-US">
                <a:solidFill>
                  <a:srgbClr val="1C2333"/>
                </a:solidFill>
                <a:latin typeface="Segoe UI"/>
              </a:rPr>
              <a:t>19) What are these? (cats)</a:t>
            </a:r>
          </a:p>
          <a:p>
            <a:pPr rtl="0" algn="l">
              <a:spcAft>
                <a:spcPts val="800"/>
              </a:spcAft>
            </a:pPr>
            <a:r>
              <a:rPr sz="1800" b="0" i="0" lang="en-US">
                <a:solidFill>
                  <a:srgbClr val="1C2333"/>
                </a:solidFill>
                <a:latin typeface="Segoe UI"/>
              </a:rPr>
              <a:t>20) What are these? (dogs)</a:t>
            </a:r>
          </a:p>
          <a:p>
            <a:pPr rtl="0" algn="l">
              <a:spcAft>
                <a:spcPts val="800"/>
              </a:spcAft>
            </a:pPr>
            <a:r>
              <a:rPr sz="1800" b="0" i="0" lang="en-US">
                <a:solidFill>
                  <a:srgbClr val="1C2333"/>
                </a:solidFill>
                <a:latin typeface="Segoe UI"/>
              </a:rPr>
              <a:t>21) What are those? (buses)</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What are these? (toys)</a:t>
            </a:r>
          </a:p>
          <a:p>
            <a:pPr lvl="1" rtl="0" algn="l">
              <a:spcAft>
                <a:spcPts val="700"/>
              </a:spcAft>
            </a:pPr>
            <a:r>
              <a:rPr sz="1600" b="1" i="0" lang="en-US">
                <a:solidFill>
                  <a:srgbClr val="0F7A3D"/>
                </a:solidFill>
                <a:latin typeface="Segoe UI"/>
              </a:rPr>
              <a:t>✔ They are toys .</a:t>
            </a:r>
          </a:p>
          <a:p>
            <a:pPr rtl="0" algn="l">
              <a:spcAft>
                <a:spcPts val="300"/>
              </a:spcAft>
            </a:pPr>
            <a:r>
              <a:rPr sz="1700" b="0" i="0" lang="en-US">
                <a:solidFill>
                  <a:srgbClr val="1C2333"/>
                </a:solidFill>
                <a:latin typeface="Segoe UI"/>
              </a:rPr>
              <a:t>16) What are those? (eggs)</a:t>
            </a:r>
          </a:p>
          <a:p>
            <a:pPr lvl="1" rtl="0" algn="l">
              <a:spcAft>
                <a:spcPts val="700"/>
              </a:spcAft>
            </a:pPr>
            <a:r>
              <a:rPr sz="1600" b="1" i="0" lang="en-US">
                <a:solidFill>
                  <a:srgbClr val="0F7A3D"/>
                </a:solidFill>
                <a:latin typeface="Segoe UI"/>
              </a:rPr>
              <a:t>✔ They are eggs .</a:t>
            </a:r>
          </a:p>
          <a:p>
            <a:pPr rtl="0" algn="l">
              <a:spcAft>
                <a:spcPts val="300"/>
              </a:spcAft>
            </a:pPr>
            <a:r>
              <a:rPr sz="1700" b="0" i="0" lang="en-US">
                <a:solidFill>
                  <a:srgbClr val="1C2333"/>
                </a:solidFill>
                <a:latin typeface="Segoe UI"/>
              </a:rPr>
              <a:t>17) What are those? (lions)</a:t>
            </a:r>
          </a:p>
          <a:p>
            <a:pPr lvl="1" rtl="0" algn="l">
              <a:spcAft>
                <a:spcPts val="700"/>
              </a:spcAft>
            </a:pPr>
            <a:r>
              <a:rPr sz="1600" b="1" i="0" lang="en-US">
                <a:solidFill>
                  <a:srgbClr val="0F7A3D"/>
                </a:solidFill>
                <a:latin typeface="Segoe UI"/>
              </a:rPr>
              <a:t>✔ They are lions .</a:t>
            </a:r>
          </a:p>
          <a:p>
            <a:pPr rtl="0" algn="l">
              <a:spcAft>
                <a:spcPts val="300"/>
              </a:spcAft>
            </a:pPr>
            <a:r>
              <a:rPr sz="1700" b="0" i="0" lang="en-US">
                <a:solidFill>
                  <a:srgbClr val="1C2333"/>
                </a:solidFill>
                <a:latin typeface="Segoe UI"/>
              </a:rPr>
              <a:t>18) What are these? (oranges)</a:t>
            </a:r>
          </a:p>
          <a:p>
            <a:pPr lvl="1" rtl="0" algn="l">
              <a:spcAft>
                <a:spcPts val="700"/>
              </a:spcAft>
            </a:pPr>
            <a:r>
              <a:rPr sz="1600" b="1" i="0" lang="en-US">
                <a:solidFill>
                  <a:srgbClr val="0F7A3D"/>
                </a:solidFill>
                <a:latin typeface="Segoe UI"/>
              </a:rPr>
              <a:t>✔ They are oranges .</a:t>
            </a:r>
          </a:p>
          <a:p>
            <a:pPr rtl="0" algn="l">
              <a:spcAft>
                <a:spcPts val="300"/>
              </a:spcAft>
            </a:pPr>
            <a:r>
              <a:rPr sz="1700" b="0" i="0" lang="en-US">
                <a:solidFill>
                  <a:srgbClr val="1C2333"/>
                </a:solidFill>
                <a:latin typeface="Segoe UI"/>
              </a:rPr>
              <a:t>19) What are these? (cats)</a:t>
            </a:r>
          </a:p>
          <a:p>
            <a:pPr lvl="1" rtl="0" algn="l">
              <a:spcAft>
                <a:spcPts val="700"/>
              </a:spcAft>
            </a:pPr>
            <a:r>
              <a:rPr sz="1600" b="1" i="0" lang="en-US">
                <a:solidFill>
                  <a:srgbClr val="0F7A3D"/>
                </a:solidFill>
                <a:latin typeface="Segoe UI"/>
              </a:rPr>
              <a:t>✔ They are cats .</a:t>
            </a:r>
          </a:p>
          <a:p>
            <a:pPr rtl="0" algn="l">
              <a:spcAft>
                <a:spcPts val="300"/>
              </a:spcAft>
            </a:pPr>
            <a:r>
              <a:rPr sz="1700" b="0" i="0" lang="en-US">
                <a:solidFill>
                  <a:srgbClr val="1C2333"/>
                </a:solidFill>
                <a:latin typeface="Segoe UI"/>
              </a:rPr>
              <a:t>20) What are these? (dogs)</a:t>
            </a:r>
          </a:p>
          <a:p>
            <a:pPr lvl="1" rtl="0" algn="l">
              <a:spcAft>
                <a:spcPts val="700"/>
              </a:spcAft>
            </a:pPr>
            <a:r>
              <a:rPr sz="1600" b="1" i="0" lang="en-US">
                <a:solidFill>
                  <a:srgbClr val="0F7A3D"/>
                </a:solidFill>
                <a:latin typeface="Segoe UI"/>
              </a:rPr>
              <a:t>✔ They are dogs .</a:t>
            </a:r>
          </a:p>
          <a:p>
            <a:pPr rtl="0" algn="l">
              <a:spcAft>
                <a:spcPts val="300"/>
              </a:spcAft>
            </a:pPr>
            <a:r>
              <a:rPr sz="1700" b="0" i="0" lang="en-US">
                <a:solidFill>
                  <a:srgbClr val="1C2333"/>
                </a:solidFill>
                <a:latin typeface="Segoe UI"/>
              </a:rPr>
              <a:t>21) What are those? (buses)</a:t>
            </a:r>
          </a:p>
          <a:p>
            <a:pPr lvl="1" rtl="0" algn="l">
              <a:spcAft>
                <a:spcPts val="700"/>
              </a:spcAft>
            </a:pPr>
            <a:r>
              <a:rPr sz="1600" b="1" i="0" lang="en-US">
                <a:solidFill>
                  <a:srgbClr val="0F7A3D"/>
                </a:solidFill>
                <a:latin typeface="Segoe UI"/>
              </a:rPr>
              <a:t>✔ They are buses .</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What are those? (planes)</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F) Answer the questions (What are these / those?)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What are those? (planes)</a:t>
            </a:r>
          </a:p>
          <a:p>
            <a:pPr lvl="1" rtl="0" algn="l">
              <a:spcAft>
                <a:spcPts val="700"/>
              </a:spcAft>
            </a:pPr>
            <a:r>
              <a:rPr sz="1600" b="1" i="0" lang="en-US">
                <a:solidFill>
                  <a:srgbClr val="0F7A3D"/>
                </a:solidFill>
                <a:latin typeface="Segoe UI"/>
              </a:rPr>
              <a:t>✔ They are planes .</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are – These – bananas.</a:t>
            </a:r>
          </a:p>
          <a:p>
            <a:pPr rtl="0" algn="l">
              <a:spcAft>
                <a:spcPts val="800"/>
              </a:spcAft>
            </a:pPr>
            <a:r>
              <a:rPr sz="1800" b="0" i="0" lang="en-US">
                <a:solidFill>
                  <a:srgbClr val="1C2333"/>
                </a:solidFill>
                <a:latin typeface="Segoe UI"/>
              </a:rPr>
              <a:t>2) stars – Those – are.</a:t>
            </a:r>
          </a:p>
          <a:p>
            <a:pPr rtl="0" algn="l">
              <a:spcAft>
                <a:spcPts val="800"/>
              </a:spcAft>
            </a:pPr>
            <a:r>
              <a:rPr sz="1800" b="0" i="0" lang="en-US">
                <a:solidFill>
                  <a:srgbClr val="1C2333"/>
                </a:solidFill>
                <a:latin typeface="Segoe UI"/>
              </a:rPr>
              <a:t>3) not – toys – are – These.</a:t>
            </a:r>
          </a:p>
          <a:p>
            <a:pPr rtl="0" algn="l">
              <a:spcAft>
                <a:spcPts val="800"/>
              </a:spcAft>
            </a:pPr>
            <a:r>
              <a:rPr sz="1800" b="0" i="0" lang="en-US">
                <a:solidFill>
                  <a:srgbClr val="1C2333"/>
                </a:solidFill>
                <a:latin typeface="Segoe UI"/>
              </a:rPr>
              <a:t>4) these – are – What?</a:t>
            </a:r>
          </a:p>
          <a:p>
            <a:pPr rtl="0" algn="l">
              <a:spcAft>
                <a:spcPts val="800"/>
              </a:spcAft>
            </a:pPr>
            <a:r>
              <a:rPr sz="1800" b="0" i="0" lang="en-US">
                <a:solidFill>
                  <a:srgbClr val="1C2333"/>
                </a:solidFill>
                <a:latin typeface="Segoe UI"/>
              </a:rPr>
              <a:t>5) are – Those – not – cars.</a:t>
            </a:r>
          </a:p>
          <a:p>
            <a:pPr rtl="0" algn="l">
              <a:spcAft>
                <a:spcPts val="800"/>
              </a:spcAft>
            </a:pPr>
            <a:r>
              <a:rPr sz="1800" b="0" i="0" lang="en-US">
                <a:solidFill>
                  <a:srgbClr val="1C2333"/>
                </a:solidFill>
                <a:latin typeface="Segoe UI"/>
              </a:rPr>
              <a:t>6) trees – these – Are?</a:t>
            </a:r>
          </a:p>
          <a:p>
            <a:pPr rtl="0" algn="l">
              <a:spcAft>
                <a:spcPts val="800"/>
              </a:spcAft>
            </a:pPr>
            <a:r>
              <a:rPr sz="1800" b="0" i="0" lang="en-US">
                <a:solidFill>
                  <a:srgbClr val="1C2333"/>
                </a:solidFill>
                <a:latin typeface="Segoe UI"/>
              </a:rPr>
              <a:t>7) are – What – those?</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are – These – bananas.</a:t>
            </a:r>
          </a:p>
          <a:p>
            <a:pPr lvl="1" rtl="0" algn="l">
              <a:spcAft>
                <a:spcPts val="700"/>
              </a:spcAft>
            </a:pPr>
            <a:r>
              <a:rPr sz="1600" b="1" i="0" lang="en-US">
                <a:solidFill>
                  <a:srgbClr val="0F7A3D"/>
                </a:solidFill>
                <a:latin typeface="Segoe UI"/>
              </a:rPr>
              <a:t>✔ These are bananas.</a:t>
            </a:r>
          </a:p>
          <a:p>
            <a:pPr rtl="0" algn="l">
              <a:spcAft>
                <a:spcPts val="300"/>
              </a:spcAft>
            </a:pPr>
            <a:r>
              <a:rPr sz="1700" b="0" i="0" lang="en-US">
                <a:solidFill>
                  <a:srgbClr val="1C2333"/>
                </a:solidFill>
                <a:latin typeface="Segoe UI"/>
              </a:rPr>
              <a:t>2) stars – Those – are.</a:t>
            </a:r>
          </a:p>
          <a:p>
            <a:pPr lvl="1" rtl="0" algn="l">
              <a:spcAft>
                <a:spcPts val="700"/>
              </a:spcAft>
            </a:pPr>
            <a:r>
              <a:rPr sz="1600" b="1" i="0" lang="en-US">
                <a:solidFill>
                  <a:srgbClr val="0F7A3D"/>
                </a:solidFill>
                <a:latin typeface="Segoe UI"/>
              </a:rPr>
              <a:t>✔ Those are stars.</a:t>
            </a:r>
          </a:p>
          <a:p>
            <a:pPr rtl="0" algn="l">
              <a:spcAft>
                <a:spcPts val="300"/>
              </a:spcAft>
            </a:pPr>
            <a:r>
              <a:rPr sz="1700" b="0" i="0" lang="en-US">
                <a:solidFill>
                  <a:srgbClr val="1C2333"/>
                </a:solidFill>
                <a:latin typeface="Segoe UI"/>
              </a:rPr>
              <a:t>3) not – toys – are – These.</a:t>
            </a:r>
          </a:p>
          <a:p>
            <a:pPr lvl="1" rtl="0" algn="l">
              <a:spcAft>
                <a:spcPts val="700"/>
              </a:spcAft>
            </a:pPr>
            <a:r>
              <a:rPr sz="1600" b="1" i="0" lang="en-US">
                <a:solidFill>
                  <a:srgbClr val="0F7A3D"/>
                </a:solidFill>
                <a:latin typeface="Segoe UI"/>
              </a:rPr>
              <a:t>✔ These are not toys.</a:t>
            </a:r>
          </a:p>
          <a:p>
            <a:pPr rtl="0" algn="l">
              <a:spcAft>
                <a:spcPts val="300"/>
              </a:spcAft>
            </a:pPr>
            <a:r>
              <a:rPr sz="1700" b="0" i="0" lang="en-US">
                <a:solidFill>
                  <a:srgbClr val="1C2333"/>
                </a:solidFill>
                <a:latin typeface="Segoe UI"/>
              </a:rPr>
              <a:t>4) these – are – What?</a:t>
            </a:r>
          </a:p>
          <a:p>
            <a:pPr lvl="1" rtl="0" algn="l">
              <a:spcAft>
                <a:spcPts val="700"/>
              </a:spcAft>
            </a:pPr>
            <a:r>
              <a:rPr sz="1600" b="1" i="0" lang="en-US">
                <a:solidFill>
                  <a:srgbClr val="0F7A3D"/>
                </a:solidFill>
                <a:latin typeface="Segoe UI"/>
              </a:rPr>
              <a:t>✔ What are these?</a:t>
            </a:r>
          </a:p>
          <a:p>
            <a:pPr rtl="0" algn="l">
              <a:spcAft>
                <a:spcPts val="300"/>
              </a:spcAft>
            </a:pPr>
            <a:r>
              <a:rPr sz="1700" b="0" i="0" lang="en-US">
                <a:solidFill>
                  <a:srgbClr val="1C2333"/>
                </a:solidFill>
                <a:latin typeface="Segoe UI"/>
              </a:rPr>
              <a:t>5) are – Those – not – cars.</a:t>
            </a:r>
          </a:p>
          <a:p>
            <a:pPr lvl="1" rtl="0" algn="l">
              <a:spcAft>
                <a:spcPts val="700"/>
              </a:spcAft>
            </a:pPr>
            <a:r>
              <a:rPr sz="1600" b="1" i="0" lang="en-US">
                <a:solidFill>
                  <a:srgbClr val="0F7A3D"/>
                </a:solidFill>
                <a:latin typeface="Segoe UI"/>
              </a:rPr>
              <a:t>✔ Those are not cars.</a:t>
            </a:r>
          </a:p>
          <a:p>
            <a:pPr rtl="0" algn="l">
              <a:spcAft>
                <a:spcPts val="300"/>
              </a:spcAft>
            </a:pPr>
            <a:r>
              <a:rPr sz="1700" b="0" i="0" lang="en-US">
                <a:solidFill>
                  <a:srgbClr val="1C2333"/>
                </a:solidFill>
                <a:latin typeface="Segoe UI"/>
              </a:rPr>
              <a:t>6) trees – these – Are?</a:t>
            </a:r>
          </a:p>
          <a:p>
            <a:pPr lvl="1" rtl="0" algn="l">
              <a:spcAft>
                <a:spcPts val="700"/>
              </a:spcAft>
            </a:pPr>
            <a:r>
              <a:rPr sz="1600" b="1" i="0" lang="en-US">
                <a:solidFill>
                  <a:srgbClr val="0F7A3D"/>
                </a:solidFill>
                <a:latin typeface="Segoe UI"/>
              </a:rPr>
              <a:t>✔ Are these trees?</a:t>
            </a:r>
          </a:p>
          <a:p>
            <a:pPr rtl="0" algn="l">
              <a:spcAft>
                <a:spcPts val="300"/>
              </a:spcAft>
            </a:pPr>
            <a:r>
              <a:rPr sz="1700" b="0" i="0" lang="en-US">
                <a:solidFill>
                  <a:srgbClr val="1C2333"/>
                </a:solidFill>
                <a:latin typeface="Segoe UI"/>
              </a:rPr>
              <a:t>7) are – What – those?</a:t>
            </a:r>
          </a:p>
          <a:p>
            <a:pPr lvl="1" rtl="0" algn="l">
              <a:spcAft>
                <a:spcPts val="700"/>
              </a:spcAft>
            </a:pPr>
            <a:r>
              <a:rPr sz="1600" b="1" i="0" lang="en-US">
                <a:solidFill>
                  <a:srgbClr val="0F7A3D"/>
                </a:solidFill>
                <a:latin typeface="Segoe UI"/>
              </a:rPr>
              <a:t>✔ What are those?</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are – These – dogs – not.</a:t>
            </a:r>
          </a:p>
          <a:p>
            <a:pPr rtl="0" algn="l">
              <a:spcAft>
                <a:spcPts val="800"/>
              </a:spcAft>
            </a:pPr>
            <a:r>
              <a:rPr sz="1800" b="0" i="0" lang="en-US">
                <a:solidFill>
                  <a:srgbClr val="1C2333"/>
                </a:solidFill>
                <a:latin typeface="Segoe UI"/>
              </a:rPr>
              <a:t>9) horses – these – Are?</a:t>
            </a:r>
          </a:p>
          <a:p>
            <a:pPr rtl="0" algn="l">
              <a:spcAft>
                <a:spcPts val="800"/>
              </a:spcAft>
            </a:pPr>
            <a:r>
              <a:rPr sz="1800" b="0" i="0" lang="en-US">
                <a:solidFill>
                  <a:srgbClr val="1C2333"/>
                </a:solidFill>
                <a:latin typeface="Segoe UI"/>
              </a:rPr>
              <a:t>10) girls – are – Those.</a:t>
            </a:r>
          </a:p>
          <a:p>
            <a:pPr rtl="0" algn="l">
              <a:spcAft>
                <a:spcPts val="800"/>
              </a:spcAft>
            </a:pPr>
            <a:r>
              <a:rPr sz="1800" b="0" i="0" lang="en-US">
                <a:solidFill>
                  <a:srgbClr val="1C2333"/>
                </a:solidFill>
                <a:latin typeface="Segoe UI"/>
              </a:rPr>
              <a:t>11) not – are – These – friends.</a:t>
            </a:r>
          </a:p>
          <a:p>
            <a:pPr rtl="0" algn="l">
              <a:spcAft>
                <a:spcPts val="800"/>
              </a:spcAft>
            </a:pPr>
            <a:r>
              <a:rPr sz="1800" b="0" i="0" lang="en-US">
                <a:solidFill>
                  <a:srgbClr val="1C2333"/>
                </a:solidFill>
                <a:latin typeface="Segoe UI"/>
              </a:rPr>
              <a:t>12) these – Are – birds?</a:t>
            </a:r>
          </a:p>
          <a:p>
            <a:pPr rtl="0" algn="l">
              <a:spcAft>
                <a:spcPts val="800"/>
              </a:spcAft>
            </a:pPr>
            <a:r>
              <a:rPr sz="1800" b="0" i="0" lang="en-US">
                <a:solidFill>
                  <a:srgbClr val="1C2333"/>
                </a:solidFill>
                <a:latin typeface="Segoe UI"/>
              </a:rPr>
              <a:t>13) not – are – clouds – Those.</a:t>
            </a:r>
          </a:p>
          <a:p>
            <a:pPr rtl="0" algn="l">
              <a:spcAft>
                <a:spcPts val="800"/>
              </a:spcAft>
            </a:pPr>
            <a:r>
              <a:rPr sz="1800" b="0" i="0" lang="en-US">
                <a:solidFill>
                  <a:srgbClr val="1C2333"/>
                </a:solidFill>
                <a:latin typeface="Segoe UI"/>
              </a:rPr>
              <a:t>14) are – what – these?</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are – These – dogs – not.</a:t>
            </a:r>
          </a:p>
          <a:p>
            <a:pPr lvl="1" rtl="0" algn="l">
              <a:spcAft>
                <a:spcPts val="700"/>
              </a:spcAft>
            </a:pPr>
            <a:r>
              <a:rPr sz="1600" b="1" i="0" lang="en-US">
                <a:solidFill>
                  <a:srgbClr val="0F7A3D"/>
                </a:solidFill>
                <a:latin typeface="Segoe UI"/>
              </a:rPr>
              <a:t>✔ These are not dogs.</a:t>
            </a:r>
          </a:p>
          <a:p>
            <a:pPr rtl="0" algn="l">
              <a:spcAft>
                <a:spcPts val="300"/>
              </a:spcAft>
            </a:pPr>
            <a:r>
              <a:rPr sz="1700" b="0" i="0" lang="en-US">
                <a:solidFill>
                  <a:srgbClr val="1C2333"/>
                </a:solidFill>
                <a:latin typeface="Segoe UI"/>
              </a:rPr>
              <a:t>9) horses – these – Are?</a:t>
            </a:r>
          </a:p>
          <a:p>
            <a:pPr lvl="1" rtl="0" algn="l">
              <a:spcAft>
                <a:spcPts val="700"/>
              </a:spcAft>
            </a:pPr>
            <a:r>
              <a:rPr sz="1600" b="1" i="0" lang="en-US">
                <a:solidFill>
                  <a:srgbClr val="0F7A3D"/>
                </a:solidFill>
                <a:latin typeface="Segoe UI"/>
              </a:rPr>
              <a:t>✔ Are these horses?</a:t>
            </a:r>
          </a:p>
          <a:p>
            <a:pPr rtl="0" algn="l">
              <a:spcAft>
                <a:spcPts val="300"/>
              </a:spcAft>
            </a:pPr>
            <a:r>
              <a:rPr sz="1700" b="0" i="0" lang="en-US">
                <a:solidFill>
                  <a:srgbClr val="1C2333"/>
                </a:solidFill>
                <a:latin typeface="Segoe UI"/>
              </a:rPr>
              <a:t>10) girls – are – Those.</a:t>
            </a:r>
          </a:p>
          <a:p>
            <a:pPr lvl="1" rtl="0" algn="l">
              <a:spcAft>
                <a:spcPts val="700"/>
              </a:spcAft>
            </a:pPr>
            <a:r>
              <a:rPr sz="1600" b="1" i="0" lang="en-US">
                <a:solidFill>
                  <a:srgbClr val="0F7A3D"/>
                </a:solidFill>
                <a:latin typeface="Segoe UI"/>
              </a:rPr>
              <a:t>✔ Those are girls.</a:t>
            </a:r>
          </a:p>
          <a:p>
            <a:pPr rtl="0" algn="l">
              <a:spcAft>
                <a:spcPts val="300"/>
              </a:spcAft>
            </a:pPr>
            <a:r>
              <a:rPr sz="1700" b="0" i="0" lang="en-US">
                <a:solidFill>
                  <a:srgbClr val="1C2333"/>
                </a:solidFill>
                <a:latin typeface="Segoe UI"/>
              </a:rPr>
              <a:t>11) not – are – These – friends.</a:t>
            </a:r>
          </a:p>
          <a:p>
            <a:pPr lvl="1" rtl="0" algn="l">
              <a:spcAft>
                <a:spcPts val="700"/>
              </a:spcAft>
            </a:pPr>
            <a:r>
              <a:rPr sz="1600" b="1" i="0" lang="en-US">
                <a:solidFill>
                  <a:srgbClr val="0F7A3D"/>
                </a:solidFill>
                <a:latin typeface="Segoe UI"/>
              </a:rPr>
              <a:t>✔ These are not friends.</a:t>
            </a:r>
          </a:p>
          <a:p>
            <a:pPr rtl="0" algn="l">
              <a:spcAft>
                <a:spcPts val="300"/>
              </a:spcAft>
            </a:pPr>
            <a:r>
              <a:rPr sz="1700" b="0" i="0" lang="en-US">
                <a:solidFill>
                  <a:srgbClr val="1C2333"/>
                </a:solidFill>
                <a:latin typeface="Segoe UI"/>
              </a:rPr>
              <a:t>12) these – Are – birds?</a:t>
            </a:r>
          </a:p>
          <a:p>
            <a:pPr lvl="1" rtl="0" algn="l">
              <a:spcAft>
                <a:spcPts val="700"/>
              </a:spcAft>
            </a:pPr>
            <a:r>
              <a:rPr sz="1600" b="1" i="0" lang="en-US">
                <a:solidFill>
                  <a:srgbClr val="0F7A3D"/>
                </a:solidFill>
                <a:latin typeface="Segoe UI"/>
              </a:rPr>
              <a:t>✔ Are these birds?</a:t>
            </a:r>
          </a:p>
          <a:p>
            <a:pPr rtl="0" algn="l">
              <a:spcAft>
                <a:spcPts val="300"/>
              </a:spcAft>
            </a:pPr>
            <a:r>
              <a:rPr sz="1700" b="0" i="0" lang="en-US">
                <a:solidFill>
                  <a:srgbClr val="1C2333"/>
                </a:solidFill>
                <a:latin typeface="Segoe UI"/>
              </a:rPr>
              <a:t>13) not – are – clouds – Those.</a:t>
            </a:r>
          </a:p>
          <a:p>
            <a:pPr lvl="1" rtl="0" algn="l">
              <a:spcAft>
                <a:spcPts val="700"/>
              </a:spcAft>
            </a:pPr>
            <a:r>
              <a:rPr sz="1600" b="1" i="0" lang="en-US">
                <a:solidFill>
                  <a:srgbClr val="0F7A3D"/>
                </a:solidFill>
                <a:latin typeface="Segoe UI"/>
              </a:rPr>
              <a:t>✔ Those are not clouds.</a:t>
            </a:r>
          </a:p>
          <a:p>
            <a:pPr rtl="0" algn="l">
              <a:spcAft>
                <a:spcPts val="300"/>
              </a:spcAft>
            </a:pPr>
            <a:r>
              <a:rPr sz="1700" b="0" i="0" lang="en-US">
                <a:solidFill>
                  <a:srgbClr val="1C2333"/>
                </a:solidFill>
                <a:latin typeface="Segoe UI"/>
              </a:rPr>
              <a:t>14) are – what – these?</a:t>
            </a:r>
          </a:p>
          <a:p>
            <a:pPr lvl="1" rtl="0" algn="l">
              <a:spcAft>
                <a:spcPts val="700"/>
              </a:spcAft>
            </a:pPr>
            <a:r>
              <a:rPr sz="1600" b="1" i="0" lang="en-US">
                <a:solidFill>
                  <a:srgbClr val="0F7A3D"/>
                </a:solidFill>
                <a:latin typeface="Segoe UI"/>
              </a:rPr>
              <a:t>✔ What are these?</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lions – these – Are?</a:t>
            </a:r>
          </a:p>
          <a:p>
            <a:pPr rtl="0" algn="l">
              <a:spcAft>
                <a:spcPts val="800"/>
              </a:spcAft>
            </a:pPr>
            <a:r>
              <a:rPr sz="1800" b="0" i="0" lang="en-US">
                <a:solidFill>
                  <a:srgbClr val="1C2333"/>
                </a:solidFill>
                <a:latin typeface="Segoe UI"/>
              </a:rPr>
              <a:t>16) aren't – No, – these – goats.</a:t>
            </a:r>
          </a:p>
          <a:p>
            <a:pPr rtl="0" algn="l">
              <a:spcAft>
                <a:spcPts val="800"/>
              </a:spcAft>
            </a:pPr>
            <a:r>
              <a:rPr sz="1800" b="0" i="0" lang="en-US">
                <a:solidFill>
                  <a:srgbClr val="1C2333"/>
                </a:solidFill>
                <a:latin typeface="Segoe UI"/>
              </a:rPr>
              <a:t>17) are – these – Yes, – boys.</a:t>
            </a:r>
          </a:p>
          <a:p>
            <a:pPr rtl="0" algn="l">
              <a:spcAft>
                <a:spcPts val="800"/>
              </a:spcAft>
            </a:pPr>
            <a:r>
              <a:rPr sz="1800" b="0" i="0" lang="en-US">
                <a:solidFill>
                  <a:srgbClr val="1C2333"/>
                </a:solidFill>
                <a:latin typeface="Segoe UI"/>
              </a:rPr>
              <a:t>18) aren't – those – No, – stars.</a:t>
            </a:r>
          </a:p>
          <a:p>
            <a:pPr rtl="0" algn="l">
              <a:spcAft>
                <a:spcPts val="800"/>
              </a:spcAft>
            </a:pPr>
            <a:r>
              <a:rPr sz="1800" b="0" i="0" lang="en-US">
                <a:solidFill>
                  <a:srgbClr val="1C2333"/>
                </a:solidFill>
                <a:latin typeface="Segoe UI"/>
              </a:rPr>
              <a:t>19) these – Are – shoes?</a:t>
            </a:r>
          </a:p>
          <a:p>
            <a:pPr rtl="0" algn="l">
              <a:spcAft>
                <a:spcPts val="800"/>
              </a:spcAft>
            </a:pPr>
            <a:r>
              <a:rPr sz="1800" b="0" i="0" lang="en-US">
                <a:solidFill>
                  <a:srgbClr val="1C2333"/>
                </a:solidFill>
                <a:latin typeface="Segoe UI"/>
              </a:rPr>
              <a:t>20) are – Those – men.</a:t>
            </a:r>
          </a:p>
          <a:p>
            <a:pPr rtl="0" algn="l">
              <a:spcAft>
                <a:spcPts val="800"/>
              </a:spcAft>
            </a:pPr>
            <a:r>
              <a:rPr sz="1800" b="0" i="0" lang="en-US">
                <a:solidFill>
                  <a:srgbClr val="1C2333"/>
                </a:solidFill>
                <a:latin typeface="Segoe UI"/>
              </a:rPr>
              <a:t>21) are – pants – these – Yes,.</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lions – these – Are?</a:t>
            </a:r>
          </a:p>
          <a:p>
            <a:pPr lvl="1" rtl="0" algn="l">
              <a:spcAft>
                <a:spcPts val="700"/>
              </a:spcAft>
            </a:pPr>
            <a:r>
              <a:rPr sz="1600" b="1" i="0" lang="en-US">
                <a:solidFill>
                  <a:srgbClr val="0F7A3D"/>
                </a:solidFill>
                <a:latin typeface="Segoe UI"/>
              </a:rPr>
              <a:t>✔ Are these lions?</a:t>
            </a:r>
          </a:p>
          <a:p>
            <a:pPr rtl="0" algn="l">
              <a:spcAft>
                <a:spcPts val="300"/>
              </a:spcAft>
            </a:pPr>
            <a:r>
              <a:rPr sz="1700" b="0" i="0" lang="en-US">
                <a:solidFill>
                  <a:srgbClr val="1C2333"/>
                </a:solidFill>
                <a:latin typeface="Segoe UI"/>
              </a:rPr>
              <a:t>16) aren't – No, – these – goats.</a:t>
            </a:r>
          </a:p>
          <a:p>
            <a:pPr lvl="1" rtl="0" algn="l">
              <a:spcAft>
                <a:spcPts val="700"/>
              </a:spcAft>
            </a:pPr>
            <a:r>
              <a:rPr sz="1600" b="1" i="0" lang="en-US">
                <a:solidFill>
                  <a:srgbClr val="0F7A3D"/>
                </a:solidFill>
                <a:latin typeface="Segoe UI"/>
              </a:rPr>
              <a:t>✔ No, these aren't goats.</a:t>
            </a:r>
          </a:p>
          <a:p>
            <a:pPr rtl="0" algn="l">
              <a:spcAft>
                <a:spcPts val="300"/>
              </a:spcAft>
            </a:pPr>
            <a:r>
              <a:rPr sz="1700" b="0" i="0" lang="en-US">
                <a:solidFill>
                  <a:srgbClr val="1C2333"/>
                </a:solidFill>
                <a:latin typeface="Segoe UI"/>
              </a:rPr>
              <a:t>17) are – these – Yes, – boys.</a:t>
            </a:r>
          </a:p>
          <a:p>
            <a:pPr lvl="1" rtl="0" algn="l">
              <a:spcAft>
                <a:spcPts val="700"/>
              </a:spcAft>
            </a:pPr>
            <a:r>
              <a:rPr sz="1600" b="1" i="0" lang="en-US">
                <a:solidFill>
                  <a:srgbClr val="0F7A3D"/>
                </a:solidFill>
                <a:latin typeface="Segoe UI"/>
              </a:rPr>
              <a:t>✔ Yes, these are boys.</a:t>
            </a:r>
          </a:p>
          <a:p>
            <a:pPr rtl="0" algn="l">
              <a:spcAft>
                <a:spcPts val="300"/>
              </a:spcAft>
            </a:pPr>
            <a:r>
              <a:rPr sz="1700" b="0" i="0" lang="en-US">
                <a:solidFill>
                  <a:srgbClr val="1C2333"/>
                </a:solidFill>
                <a:latin typeface="Segoe UI"/>
              </a:rPr>
              <a:t>18) aren't – those – No, – stars.</a:t>
            </a:r>
          </a:p>
          <a:p>
            <a:pPr lvl="1" rtl="0" algn="l">
              <a:spcAft>
                <a:spcPts val="700"/>
              </a:spcAft>
            </a:pPr>
            <a:r>
              <a:rPr sz="1600" b="1" i="0" lang="en-US">
                <a:solidFill>
                  <a:srgbClr val="0F7A3D"/>
                </a:solidFill>
                <a:latin typeface="Segoe UI"/>
              </a:rPr>
              <a:t>✔ No, those aren't stars.</a:t>
            </a:r>
          </a:p>
          <a:p>
            <a:pPr rtl="0" algn="l">
              <a:spcAft>
                <a:spcPts val="300"/>
              </a:spcAft>
            </a:pPr>
            <a:r>
              <a:rPr sz="1700" b="0" i="0" lang="en-US">
                <a:solidFill>
                  <a:srgbClr val="1C2333"/>
                </a:solidFill>
                <a:latin typeface="Segoe UI"/>
              </a:rPr>
              <a:t>19) these – Are – shoes?</a:t>
            </a:r>
          </a:p>
          <a:p>
            <a:pPr lvl="1" rtl="0" algn="l">
              <a:spcAft>
                <a:spcPts val="700"/>
              </a:spcAft>
            </a:pPr>
            <a:r>
              <a:rPr sz="1600" b="1" i="0" lang="en-US">
                <a:solidFill>
                  <a:srgbClr val="0F7A3D"/>
                </a:solidFill>
                <a:latin typeface="Segoe UI"/>
              </a:rPr>
              <a:t>✔ Are these shoes?</a:t>
            </a:r>
          </a:p>
          <a:p>
            <a:pPr rtl="0" algn="l">
              <a:spcAft>
                <a:spcPts val="300"/>
              </a:spcAft>
            </a:pPr>
            <a:r>
              <a:rPr sz="1700" b="0" i="0" lang="en-US">
                <a:solidFill>
                  <a:srgbClr val="1C2333"/>
                </a:solidFill>
                <a:latin typeface="Segoe UI"/>
              </a:rPr>
              <a:t>20) are – Those – men.</a:t>
            </a:r>
          </a:p>
          <a:p>
            <a:pPr lvl="1" rtl="0" algn="l">
              <a:spcAft>
                <a:spcPts val="700"/>
              </a:spcAft>
            </a:pPr>
            <a:r>
              <a:rPr sz="1600" b="1" i="0" lang="en-US">
                <a:solidFill>
                  <a:srgbClr val="0F7A3D"/>
                </a:solidFill>
                <a:latin typeface="Segoe UI"/>
              </a:rPr>
              <a:t>✔ Those are men.</a:t>
            </a:r>
          </a:p>
          <a:p>
            <a:pPr rtl="0" algn="l">
              <a:spcAft>
                <a:spcPts val="300"/>
              </a:spcAft>
            </a:pPr>
            <a:r>
              <a:rPr sz="1700" b="0" i="0" lang="en-US">
                <a:solidFill>
                  <a:srgbClr val="1C2333"/>
                </a:solidFill>
                <a:latin typeface="Segoe UI"/>
              </a:rPr>
              <a:t>21) are – pants – these – Yes,.</a:t>
            </a:r>
          </a:p>
          <a:p>
            <a:pPr lvl="1" rtl="0" algn="l">
              <a:spcAft>
                <a:spcPts val="700"/>
              </a:spcAft>
            </a:pPr>
            <a:r>
              <a:rPr sz="1600" b="1" i="0" lang="en-US">
                <a:solidFill>
                  <a:srgbClr val="0F7A3D"/>
                </a:solidFill>
                <a:latin typeface="Segoe UI"/>
              </a:rPr>
              <a:t>✔ Yes, these are pants.</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aren't – No, – those – cows.</a:t>
            </a:r>
          </a:p>
          <a:p>
            <a:pPr rtl="0" algn="l">
              <a:spcAft>
                <a:spcPts val="800"/>
              </a:spcAft>
            </a:pPr>
            <a:r>
              <a:rPr sz="1800" b="0" i="0" lang="en-US">
                <a:solidFill>
                  <a:srgbClr val="1C2333"/>
                </a:solidFill>
                <a:latin typeface="Segoe UI"/>
              </a:rPr>
              <a:t>23) are – Those – books.</a:t>
            </a:r>
          </a:p>
          <a:p>
            <a:pPr rtl="0" algn="l">
              <a:spcAft>
                <a:spcPts val="800"/>
              </a:spcAft>
            </a:pPr>
            <a:r>
              <a:rPr sz="1800" b="0" i="0" lang="en-US">
                <a:solidFill>
                  <a:srgbClr val="1C2333"/>
                </a:solidFill>
                <a:latin typeface="Segoe UI"/>
              </a:rPr>
              <a:t>24) are – What – those?</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G) Rearrange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aren't – No, – those – cows.</a:t>
            </a:r>
          </a:p>
          <a:p>
            <a:pPr lvl="1" rtl="0" algn="l">
              <a:spcAft>
                <a:spcPts val="700"/>
              </a:spcAft>
            </a:pPr>
            <a:r>
              <a:rPr sz="1600" b="1" i="0" lang="en-US">
                <a:solidFill>
                  <a:srgbClr val="0F7A3D"/>
                </a:solidFill>
                <a:latin typeface="Segoe UI"/>
              </a:rPr>
              <a:t>✔ No, those aren't cows.</a:t>
            </a:r>
          </a:p>
          <a:p>
            <a:pPr rtl="0" algn="l">
              <a:spcAft>
                <a:spcPts val="300"/>
              </a:spcAft>
            </a:pPr>
            <a:r>
              <a:rPr sz="1700" b="0" i="0" lang="en-US">
                <a:solidFill>
                  <a:srgbClr val="1C2333"/>
                </a:solidFill>
                <a:latin typeface="Segoe UI"/>
              </a:rPr>
              <a:t>23) are – Those – books.</a:t>
            </a:r>
          </a:p>
          <a:p>
            <a:pPr lvl="1" rtl="0" algn="l">
              <a:spcAft>
                <a:spcPts val="700"/>
              </a:spcAft>
            </a:pPr>
            <a:r>
              <a:rPr sz="1600" b="1" i="0" lang="en-US">
                <a:solidFill>
                  <a:srgbClr val="0F7A3D"/>
                </a:solidFill>
                <a:latin typeface="Segoe UI"/>
              </a:rPr>
              <a:t>✔ Those are books.</a:t>
            </a:r>
          </a:p>
          <a:p>
            <a:pPr rtl="0" algn="l">
              <a:spcAft>
                <a:spcPts val="300"/>
              </a:spcAft>
            </a:pPr>
            <a:r>
              <a:rPr sz="1700" b="0" i="0" lang="en-US">
                <a:solidFill>
                  <a:srgbClr val="1C2333"/>
                </a:solidFill>
                <a:latin typeface="Segoe UI"/>
              </a:rPr>
              <a:t>24) are – What – those?</a:t>
            </a:r>
          </a:p>
          <a:p>
            <a:pPr lvl="1" rtl="0" algn="l">
              <a:spcAft>
                <a:spcPts val="700"/>
              </a:spcAft>
            </a:pPr>
            <a:r>
              <a:rPr sz="1600" b="1" i="0" lang="en-US">
                <a:solidFill>
                  <a:srgbClr val="0F7A3D"/>
                </a:solidFill>
                <a:latin typeface="Segoe UI"/>
              </a:rPr>
              <a:t>✔ What are those?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What are these?</a:t>
            </a:r>
          </a:p>
          <a:p>
            <a:pPr rtl="0" algn="l">
              <a:spcAft>
                <a:spcPts val="800"/>
              </a:spcAft>
            </a:pPr>
            <a:r>
              <a:rPr sz="1800" b="0" i="0" lang="en-US">
                <a:solidFill>
                  <a:srgbClr val="1C2333"/>
                </a:solidFill>
                <a:latin typeface="Segoe UI"/>
              </a:rPr>
              <a:t>2) These are cows.</a:t>
            </a:r>
          </a:p>
          <a:p>
            <a:pPr rtl="0" algn="l">
              <a:spcAft>
                <a:spcPts val="800"/>
              </a:spcAft>
            </a:pPr>
            <a:r>
              <a:rPr sz="1800" b="0" i="0" lang="en-US">
                <a:solidFill>
                  <a:srgbClr val="1C2333"/>
                </a:solidFill>
                <a:latin typeface="Segoe UI"/>
              </a:rPr>
              <a:t>3) Those are boys.</a:t>
            </a:r>
          </a:p>
          <a:p>
            <a:pPr rtl="0" algn="l">
              <a:spcAft>
                <a:spcPts val="800"/>
              </a:spcAft>
            </a:pPr>
            <a:r>
              <a:rPr sz="1800" b="0" i="0" lang="en-US">
                <a:solidFill>
                  <a:srgbClr val="1C2333"/>
                </a:solidFill>
                <a:latin typeface="Segoe UI"/>
              </a:rPr>
              <a:t>4) Are these oranges?</a:t>
            </a:r>
          </a:p>
          <a:p>
            <a:pPr rtl="0" algn="l">
              <a:spcAft>
                <a:spcPts val="800"/>
              </a:spcAft>
            </a:pPr>
            <a:r>
              <a:rPr sz="1800" b="0" i="0" lang="en-US">
                <a:solidFill>
                  <a:srgbClr val="1C2333"/>
                </a:solidFill>
                <a:latin typeface="Segoe UI"/>
              </a:rPr>
              <a:t>5) These are friends.</a:t>
            </a:r>
          </a:p>
          <a:p>
            <a:pPr rtl="0" algn="l">
              <a:spcAft>
                <a:spcPts val="800"/>
              </a:spcAft>
            </a:pPr>
            <a:r>
              <a:rPr sz="1800" b="0" i="0" lang="en-US">
                <a:solidFill>
                  <a:srgbClr val="1C2333"/>
                </a:solidFill>
                <a:latin typeface="Segoe UI"/>
              </a:rPr>
              <a:t>6) Are those stars?</a:t>
            </a:r>
          </a:p>
          <a:p>
            <a:pPr rtl="0" algn="l">
              <a:spcAft>
                <a:spcPts val="800"/>
              </a:spcAft>
            </a:pPr>
            <a:r>
              <a:rPr sz="1800" b="0" i="0" lang="en-US">
                <a:solidFill>
                  <a:srgbClr val="1C2333"/>
                </a:solidFill>
                <a:latin typeface="Segoe UI"/>
              </a:rPr>
              <a:t>7) These are apples.</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What are these?</a:t>
            </a:r>
          </a:p>
          <a:p>
            <a:pPr lvl="1" rtl="1" algn="r">
              <a:spcAft>
                <a:spcPts val="700"/>
              </a:spcAft>
            </a:pPr>
            <a:r>
              <a:rPr sz="1900" b="1" i="0" lang="ar-EG" altLang="en-US">
                <a:solidFill>
                  <a:srgbClr val="0F7A3D"/>
                </a:solidFill>
                <a:latin typeface="Traditional Arabic"/>
              </a:rPr>
              <a:t>✔ ما هذه؟ / ما هؤلاء؟</a:t>
            </a:r>
          </a:p>
          <a:p>
            <a:pPr rtl="0" algn="l">
              <a:spcAft>
                <a:spcPts val="300"/>
              </a:spcAft>
            </a:pPr>
            <a:r>
              <a:rPr sz="1700" b="0" i="0" lang="en-US">
                <a:solidFill>
                  <a:srgbClr val="1C2333"/>
                </a:solidFill>
                <a:latin typeface="Segoe UI"/>
              </a:rPr>
              <a:t>2) These are cows.</a:t>
            </a:r>
          </a:p>
          <a:p>
            <a:pPr lvl="1" rtl="1" algn="r">
              <a:spcAft>
                <a:spcPts val="700"/>
              </a:spcAft>
            </a:pPr>
            <a:r>
              <a:rPr sz="1900" b="1" i="0" lang="ar-EG" altLang="en-US">
                <a:solidFill>
                  <a:srgbClr val="0F7A3D"/>
                </a:solidFill>
                <a:latin typeface="Traditional Arabic"/>
              </a:rPr>
              <a:t>✔ هذه أبقار.</a:t>
            </a:r>
          </a:p>
          <a:p>
            <a:pPr rtl="0" algn="l">
              <a:spcAft>
                <a:spcPts val="300"/>
              </a:spcAft>
            </a:pPr>
            <a:r>
              <a:rPr sz="1700" b="0" i="0" lang="en-US">
                <a:solidFill>
                  <a:srgbClr val="1C2333"/>
                </a:solidFill>
                <a:latin typeface="Segoe UI"/>
              </a:rPr>
              <a:t>3) Those are boys.</a:t>
            </a:r>
          </a:p>
          <a:p>
            <a:pPr lvl="1" rtl="1" algn="r">
              <a:spcAft>
                <a:spcPts val="700"/>
              </a:spcAft>
            </a:pPr>
            <a:r>
              <a:rPr sz="1900" b="1" i="0" lang="ar-EG" altLang="en-US">
                <a:solidFill>
                  <a:srgbClr val="0F7A3D"/>
                </a:solidFill>
                <a:latin typeface="Traditional Arabic"/>
              </a:rPr>
              <a:t>✔ أولئك أولاد.</a:t>
            </a:r>
          </a:p>
          <a:p>
            <a:pPr rtl="0" algn="l">
              <a:spcAft>
                <a:spcPts val="300"/>
              </a:spcAft>
            </a:pPr>
            <a:r>
              <a:rPr sz="1700" b="0" i="0" lang="en-US">
                <a:solidFill>
                  <a:srgbClr val="1C2333"/>
                </a:solidFill>
                <a:latin typeface="Segoe UI"/>
              </a:rPr>
              <a:t>4) Are these oranges?</a:t>
            </a:r>
          </a:p>
          <a:p>
            <a:pPr lvl="1" rtl="1" algn="r">
              <a:spcAft>
                <a:spcPts val="700"/>
              </a:spcAft>
            </a:pPr>
            <a:r>
              <a:rPr sz="1900" b="1" i="0" lang="ar-EG" altLang="en-US">
                <a:solidFill>
                  <a:srgbClr val="0F7A3D"/>
                </a:solidFill>
                <a:latin typeface="Traditional Arabic"/>
              </a:rPr>
              <a:t>✔ هل هذه برتقالات؟</a:t>
            </a:r>
          </a:p>
          <a:p>
            <a:pPr rtl="0" algn="l">
              <a:spcAft>
                <a:spcPts val="300"/>
              </a:spcAft>
            </a:pPr>
            <a:r>
              <a:rPr sz="1700" b="0" i="0" lang="en-US">
                <a:solidFill>
                  <a:srgbClr val="1C2333"/>
                </a:solidFill>
                <a:latin typeface="Segoe UI"/>
              </a:rPr>
              <a:t>5) These are friends.</a:t>
            </a:r>
          </a:p>
          <a:p>
            <a:pPr lvl="1" rtl="1" algn="r">
              <a:spcAft>
                <a:spcPts val="700"/>
              </a:spcAft>
            </a:pPr>
            <a:r>
              <a:rPr sz="1900" b="1" i="0" lang="ar-EG" altLang="en-US">
                <a:solidFill>
                  <a:srgbClr val="0F7A3D"/>
                </a:solidFill>
                <a:latin typeface="Traditional Arabic"/>
              </a:rPr>
              <a:t>✔ هؤلاء أصدقاء.</a:t>
            </a:r>
          </a:p>
          <a:p>
            <a:pPr rtl="0" algn="l">
              <a:spcAft>
                <a:spcPts val="300"/>
              </a:spcAft>
            </a:pPr>
            <a:r>
              <a:rPr sz="1700" b="0" i="0" lang="en-US">
                <a:solidFill>
                  <a:srgbClr val="1C2333"/>
                </a:solidFill>
                <a:latin typeface="Segoe UI"/>
              </a:rPr>
              <a:t>6) Are those stars?</a:t>
            </a:r>
          </a:p>
          <a:p>
            <a:pPr lvl="1" rtl="1" algn="r">
              <a:spcAft>
                <a:spcPts val="700"/>
              </a:spcAft>
            </a:pPr>
            <a:r>
              <a:rPr sz="1900" b="1" i="0" lang="ar-EG" altLang="en-US">
                <a:solidFill>
                  <a:srgbClr val="0F7A3D"/>
                </a:solidFill>
                <a:latin typeface="Traditional Arabic"/>
              </a:rPr>
              <a:t>✔ هل تلك نجوم؟</a:t>
            </a:r>
          </a:p>
          <a:p>
            <a:pPr rtl="0" algn="l">
              <a:spcAft>
                <a:spcPts val="300"/>
              </a:spcAft>
            </a:pPr>
            <a:r>
              <a:rPr sz="1700" b="0" i="0" lang="en-US">
                <a:solidFill>
                  <a:srgbClr val="1C2333"/>
                </a:solidFill>
                <a:latin typeface="Segoe UI"/>
              </a:rPr>
              <a:t>7) These are apples.</a:t>
            </a:r>
          </a:p>
          <a:p>
            <a:pPr lvl="1" rtl="1" algn="r">
              <a:spcAft>
                <a:spcPts val="700"/>
              </a:spcAft>
            </a:pPr>
            <a:r>
              <a:rPr sz="1900" b="1" i="0" lang="ar-EG" altLang="en-US">
                <a:solidFill>
                  <a:srgbClr val="0F7A3D"/>
                </a:solidFill>
                <a:latin typeface="Traditional Arabic"/>
              </a:rPr>
              <a:t>✔ هذه تفاحات.</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Those are girls.</a:t>
            </a:r>
          </a:p>
          <a:p>
            <a:pPr rtl="0" algn="l">
              <a:spcAft>
                <a:spcPts val="800"/>
              </a:spcAft>
            </a:pPr>
            <a:r>
              <a:rPr sz="1800" b="0" i="0" lang="en-US">
                <a:solidFill>
                  <a:srgbClr val="1C2333"/>
                </a:solidFill>
                <a:latin typeface="Segoe UI"/>
              </a:rPr>
              <a:t>9) No, these aren't flowers.</a:t>
            </a:r>
          </a:p>
          <a:p>
            <a:pPr rtl="0" algn="l">
              <a:spcAft>
                <a:spcPts val="800"/>
              </a:spcAft>
            </a:pPr>
            <a:r>
              <a:rPr sz="1800" b="0" i="0" lang="en-US">
                <a:solidFill>
                  <a:srgbClr val="1C2333"/>
                </a:solidFill>
                <a:latin typeface="Segoe UI"/>
              </a:rPr>
              <a:t>10) Those are trees.</a:t>
            </a:r>
          </a:p>
          <a:p>
            <a:pPr rtl="0" algn="l">
              <a:spcAft>
                <a:spcPts val="800"/>
              </a:spcAft>
            </a:pPr>
            <a:r>
              <a:rPr sz="1800" b="0" i="0" lang="en-US">
                <a:solidFill>
                  <a:srgbClr val="1C2333"/>
                </a:solidFill>
                <a:latin typeface="Segoe UI"/>
              </a:rPr>
              <a:t>11) These are toys.</a:t>
            </a:r>
          </a:p>
          <a:p>
            <a:pPr rtl="0" algn="l">
              <a:spcAft>
                <a:spcPts val="800"/>
              </a:spcAft>
            </a:pPr>
            <a:r>
              <a:rPr sz="1800" b="0" i="0" lang="en-US">
                <a:solidFill>
                  <a:srgbClr val="1C2333"/>
                </a:solidFill>
                <a:latin typeface="Segoe UI"/>
              </a:rPr>
              <a:t>12) Are these pens?</a:t>
            </a:r>
          </a:p>
          <a:p>
            <a:pPr rtl="0" algn="l">
              <a:spcAft>
                <a:spcPts val="800"/>
              </a:spcAft>
            </a:pPr>
            <a:r>
              <a:rPr sz="1800" b="0" i="0" lang="en-US">
                <a:solidFill>
                  <a:srgbClr val="1C2333"/>
                </a:solidFill>
                <a:latin typeface="Segoe UI"/>
              </a:rPr>
              <a:t>13) These are rulers.</a:t>
            </a:r>
          </a:p>
          <a:p>
            <a:pPr rtl="0" algn="l">
              <a:spcAft>
                <a:spcPts val="800"/>
              </a:spcAft>
            </a:pPr>
            <a:r>
              <a:rPr sz="1800" b="0" i="0" lang="en-US">
                <a:solidFill>
                  <a:srgbClr val="1C2333"/>
                </a:solidFill>
                <a:latin typeface="Segoe UI"/>
              </a:rPr>
              <a:t>14) Those are houses.</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Those are girls.</a:t>
            </a:r>
          </a:p>
          <a:p>
            <a:pPr lvl="1" rtl="1" algn="r">
              <a:spcAft>
                <a:spcPts val="700"/>
              </a:spcAft>
            </a:pPr>
            <a:r>
              <a:rPr sz="1900" b="1" i="0" lang="ar-EG" altLang="en-US">
                <a:solidFill>
                  <a:srgbClr val="0F7A3D"/>
                </a:solidFill>
                <a:latin typeface="Traditional Arabic"/>
              </a:rPr>
              <a:t>✔ أولئك بنات.</a:t>
            </a:r>
          </a:p>
          <a:p>
            <a:pPr rtl="0" algn="l">
              <a:spcAft>
                <a:spcPts val="300"/>
              </a:spcAft>
            </a:pPr>
            <a:r>
              <a:rPr sz="1700" b="0" i="0" lang="en-US">
                <a:solidFill>
                  <a:srgbClr val="1C2333"/>
                </a:solidFill>
                <a:latin typeface="Segoe UI"/>
              </a:rPr>
              <a:t>9) No, these aren't flowers.</a:t>
            </a:r>
          </a:p>
          <a:p>
            <a:pPr lvl="1" rtl="1" algn="r">
              <a:spcAft>
                <a:spcPts val="700"/>
              </a:spcAft>
            </a:pPr>
            <a:r>
              <a:rPr sz="1900" b="1" i="0" lang="ar-EG" altLang="en-US">
                <a:solidFill>
                  <a:srgbClr val="0F7A3D"/>
                </a:solidFill>
                <a:latin typeface="Traditional Arabic"/>
              </a:rPr>
              <a:t>✔ لا، هذه ليست زهوراً.</a:t>
            </a:r>
          </a:p>
          <a:p>
            <a:pPr rtl="0" algn="l">
              <a:spcAft>
                <a:spcPts val="300"/>
              </a:spcAft>
            </a:pPr>
            <a:r>
              <a:rPr sz="1700" b="0" i="0" lang="en-US">
                <a:solidFill>
                  <a:srgbClr val="1C2333"/>
                </a:solidFill>
                <a:latin typeface="Segoe UI"/>
              </a:rPr>
              <a:t>10) Those are trees.</a:t>
            </a:r>
          </a:p>
          <a:p>
            <a:pPr lvl="1" rtl="1" algn="r">
              <a:spcAft>
                <a:spcPts val="700"/>
              </a:spcAft>
            </a:pPr>
            <a:r>
              <a:rPr sz="1900" b="1" i="0" lang="ar-EG" altLang="en-US">
                <a:solidFill>
                  <a:srgbClr val="0F7A3D"/>
                </a:solidFill>
                <a:latin typeface="Traditional Arabic"/>
              </a:rPr>
              <a:t>✔ تلك أشجار.</a:t>
            </a:r>
          </a:p>
          <a:p>
            <a:pPr rtl="0" algn="l">
              <a:spcAft>
                <a:spcPts val="300"/>
              </a:spcAft>
            </a:pPr>
            <a:r>
              <a:rPr sz="1700" b="0" i="0" lang="en-US">
                <a:solidFill>
                  <a:srgbClr val="1C2333"/>
                </a:solidFill>
                <a:latin typeface="Segoe UI"/>
              </a:rPr>
              <a:t>11) These are toys.</a:t>
            </a:r>
          </a:p>
          <a:p>
            <a:pPr lvl="1" rtl="1" algn="r">
              <a:spcAft>
                <a:spcPts val="700"/>
              </a:spcAft>
            </a:pPr>
            <a:r>
              <a:rPr sz="1900" b="1" i="0" lang="ar-EG" altLang="en-US">
                <a:solidFill>
                  <a:srgbClr val="0F7A3D"/>
                </a:solidFill>
                <a:latin typeface="Traditional Arabic"/>
              </a:rPr>
              <a:t>✔ هذه لُعَب.</a:t>
            </a:r>
          </a:p>
          <a:p>
            <a:pPr rtl="0" algn="l">
              <a:spcAft>
                <a:spcPts val="300"/>
              </a:spcAft>
            </a:pPr>
            <a:r>
              <a:rPr sz="1700" b="0" i="0" lang="en-US">
                <a:solidFill>
                  <a:srgbClr val="1C2333"/>
                </a:solidFill>
                <a:latin typeface="Segoe UI"/>
              </a:rPr>
              <a:t>12) Are these pens?</a:t>
            </a:r>
          </a:p>
          <a:p>
            <a:pPr lvl="1" rtl="1" algn="r">
              <a:spcAft>
                <a:spcPts val="700"/>
              </a:spcAft>
            </a:pPr>
            <a:r>
              <a:rPr sz="1900" b="1" i="0" lang="ar-EG" altLang="en-US">
                <a:solidFill>
                  <a:srgbClr val="0F7A3D"/>
                </a:solidFill>
                <a:latin typeface="Traditional Arabic"/>
              </a:rPr>
              <a:t>✔ هل هذه أقلام؟</a:t>
            </a:r>
          </a:p>
          <a:p>
            <a:pPr rtl="0" algn="l">
              <a:spcAft>
                <a:spcPts val="300"/>
              </a:spcAft>
            </a:pPr>
            <a:r>
              <a:rPr sz="1700" b="0" i="0" lang="en-US">
                <a:solidFill>
                  <a:srgbClr val="1C2333"/>
                </a:solidFill>
                <a:latin typeface="Segoe UI"/>
              </a:rPr>
              <a:t>13) These are rulers.</a:t>
            </a:r>
          </a:p>
          <a:p>
            <a:pPr lvl="1" rtl="1" algn="r">
              <a:spcAft>
                <a:spcPts val="700"/>
              </a:spcAft>
            </a:pPr>
            <a:r>
              <a:rPr sz="1900" b="1" i="0" lang="ar-EG" altLang="en-US">
                <a:solidFill>
                  <a:srgbClr val="0F7A3D"/>
                </a:solidFill>
                <a:latin typeface="Traditional Arabic"/>
              </a:rPr>
              <a:t>✔ هذه مساطر.</a:t>
            </a:r>
          </a:p>
          <a:p>
            <a:pPr rtl="0" algn="l">
              <a:spcAft>
                <a:spcPts val="300"/>
              </a:spcAft>
            </a:pPr>
            <a:r>
              <a:rPr sz="1700" b="0" i="0" lang="en-US">
                <a:solidFill>
                  <a:srgbClr val="1C2333"/>
                </a:solidFill>
                <a:latin typeface="Segoe UI"/>
              </a:rPr>
              <a:t>14) Those are houses.</a:t>
            </a:r>
          </a:p>
          <a:p>
            <a:pPr lvl="1" rtl="1" algn="r">
              <a:spcAft>
                <a:spcPts val="700"/>
              </a:spcAft>
            </a:pPr>
            <a:r>
              <a:rPr sz="1900" b="1" i="0" lang="ar-EG" altLang="en-US">
                <a:solidFill>
                  <a:srgbClr val="0F7A3D"/>
                </a:solidFill>
                <a:latin typeface="Traditional Arabic"/>
              </a:rPr>
              <a:t>✔ تلك منازل.</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Are these ants?</a:t>
            </a:r>
          </a:p>
          <a:p>
            <a:pPr rtl="0" algn="l">
              <a:spcAft>
                <a:spcPts val="800"/>
              </a:spcAft>
            </a:pPr>
            <a:r>
              <a:rPr sz="1800" b="0" i="0" lang="en-US">
                <a:solidFill>
                  <a:srgbClr val="1C2333"/>
                </a:solidFill>
                <a:latin typeface="Segoe UI"/>
              </a:rPr>
              <a:t>16) These are rivers.</a:t>
            </a:r>
          </a:p>
          <a:p>
            <a:pPr rtl="0" algn="l">
              <a:spcAft>
                <a:spcPts val="800"/>
              </a:spcAft>
            </a:pPr>
            <a:r>
              <a:rPr sz="1800" b="0" i="0" lang="en-US">
                <a:solidFill>
                  <a:srgbClr val="1C2333"/>
                </a:solidFill>
                <a:latin typeface="Segoe UI"/>
              </a:rPr>
              <a:t>17) Are those tigers?</a:t>
            </a:r>
          </a:p>
          <a:p>
            <a:pPr rtl="0" algn="l">
              <a:spcAft>
                <a:spcPts val="800"/>
              </a:spcAft>
            </a:pPr>
            <a:r>
              <a:rPr sz="1800" b="0" i="0" lang="en-US">
                <a:solidFill>
                  <a:srgbClr val="1C2333"/>
                </a:solidFill>
                <a:latin typeface="Segoe UI"/>
              </a:rPr>
              <a:t>18) Yes, these are figs.</a:t>
            </a:r>
          </a:p>
          <a:p>
            <a:pPr rtl="0" algn="l">
              <a:spcAft>
                <a:spcPts val="800"/>
              </a:spcAft>
            </a:pPr>
            <a:r>
              <a:rPr sz="1800" b="0" i="0" lang="en-US">
                <a:solidFill>
                  <a:srgbClr val="1C2333"/>
                </a:solidFill>
                <a:latin typeface="Segoe UI"/>
              </a:rPr>
              <a:t>19) Those are figs.</a:t>
            </a:r>
          </a:p>
          <a:p>
            <a:pPr rtl="0" algn="l">
              <a:spcAft>
                <a:spcPts val="800"/>
              </a:spcAft>
            </a:pPr>
            <a:r>
              <a:rPr sz="1800" b="0" i="0" lang="en-US">
                <a:solidFill>
                  <a:srgbClr val="1C2333"/>
                </a:solidFill>
                <a:latin typeface="Segoe UI"/>
              </a:rPr>
              <a:t>20) These are skirts.</a:t>
            </a:r>
          </a:p>
          <a:p>
            <a:pPr rtl="0" algn="l">
              <a:spcAft>
                <a:spcPts val="800"/>
              </a:spcAft>
            </a:pPr>
            <a:r>
              <a:rPr sz="1800" b="0" i="0" lang="en-US">
                <a:solidFill>
                  <a:srgbClr val="1C2333"/>
                </a:solidFill>
                <a:latin typeface="Segoe UI"/>
              </a:rPr>
              <a:t>21) Are these socks?</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Are these ants?</a:t>
            </a:r>
          </a:p>
          <a:p>
            <a:pPr lvl="1" rtl="1" algn="r">
              <a:spcAft>
                <a:spcPts val="700"/>
              </a:spcAft>
            </a:pPr>
            <a:r>
              <a:rPr sz="1900" b="1" i="0" lang="ar-EG" altLang="en-US">
                <a:solidFill>
                  <a:srgbClr val="0F7A3D"/>
                </a:solidFill>
                <a:latin typeface="Traditional Arabic"/>
              </a:rPr>
              <a:t>✔ هل هذه نمل؟</a:t>
            </a:r>
          </a:p>
          <a:p>
            <a:pPr rtl="0" algn="l">
              <a:spcAft>
                <a:spcPts val="300"/>
              </a:spcAft>
            </a:pPr>
            <a:r>
              <a:rPr sz="1700" b="0" i="0" lang="en-US">
                <a:solidFill>
                  <a:srgbClr val="1C2333"/>
                </a:solidFill>
                <a:latin typeface="Segoe UI"/>
              </a:rPr>
              <a:t>16) These are rivers.</a:t>
            </a:r>
          </a:p>
          <a:p>
            <a:pPr lvl="1" rtl="1" algn="r">
              <a:spcAft>
                <a:spcPts val="700"/>
              </a:spcAft>
            </a:pPr>
            <a:r>
              <a:rPr sz="1900" b="1" i="0" lang="ar-EG" altLang="en-US">
                <a:solidFill>
                  <a:srgbClr val="0F7A3D"/>
                </a:solidFill>
                <a:latin typeface="Traditional Arabic"/>
              </a:rPr>
              <a:t>✔ هذه أنهار.</a:t>
            </a:r>
          </a:p>
          <a:p>
            <a:pPr rtl="0" algn="l">
              <a:spcAft>
                <a:spcPts val="300"/>
              </a:spcAft>
            </a:pPr>
            <a:r>
              <a:rPr sz="1700" b="0" i="0" lang="en-US">
                <a:solidFill>
                  <a:srgbClr val="1C2333"/>
                </a:solidFill>
                <a:latin typeface="Segoe UI"/>
              </a:rPr>
              <a:t>17) Are those tigers?</a:t>
            </a:r>
          </a:p>
          <a:p>
            <a:pPr lvl="1" rtl="1" algn="r">
              <a:spcAft>
                <a:spcPts val="700"/>
              </a:spcAft>
            </a:pPr>
            <a:r>
              <a:rPr sz="1900" b="1" i="0" lang="ar-EG" altLang="en-US">
                <a:solidFill>
                  <a:srgbClr val="0F7A3D"/>
                </a:solidFill>
                <a:latin typeface="Traditional Arabic"/>
              </a:rPr>
              <a:t>✔ هل تلك نمور؟</a:t>
            </a:r>
          </a:p>
          <a:p>
            <a:pPr rtl="0" algn="l">
              <a:spcAft>
                <a:spcPts val="300"/>
              </a:spcAft>
            </a:pPr>
            <a:r>
              <a:rPr sz="1700" b="0" i="0" lang="en-US">
                <a:solidFill>
                  <a:srgbClr val="1C2333"/>
                </a:solidFill>
                <a:latin typeface="Segoe UI"/>
              </a:rPr>
              <a:t>18) Yes, these are figs.</a:t>
            </a:r>
          </a:p>
          <a:p>
            <a:pPr lvl="1" rtl="1" algn="r">
              <a:spcAft>
                <a:spcPts val="700"/>
              </a:spcAft>
            </a:pPr>
            <a:r>
              <a:rPr sz="1900" b="1" i="0" lang="ar-EG" altLang="en-US">
                <a:solidFill>
                  <a:srgbClr val="0F7A3D"/>
                </a:solidFill>
                <a:latin typeface="Traditional Arabic"/>
              </a:rPr>
              <a:t>✔ نعم، هذا تين.</a:t>
            </a:r>
          </a:p>
          <a:p>
            <a:pPr rtl="0" algn="l">
              <a:spcAft>
                <a:spcPts val="300"/>
              </a:spcAft>
            </a:pPr>
            <a:r>
              <a:rPr sz="1700" b="0" i="0" lang="en-US">
                <a:solidFill>
                  <a:srgbClr val="1C2333"/>
                </a:solidFill>
                <a:latin typeface="Segoe UI"/>
              </a:rPr>
              <a:t>19) Those are figs.</a:t>
            </a:r>
          </a:p>
          <a:p>
            <a:pPr lvl="1" rtl="1" algn="r">
              <a:spcAft>
                <a:spcPts val="700"/>
              </a:spcAft>
            </a:pPr>
            <a:r>
              <a:rPr sz="1900" b="1" i="0" lang="ar-EG" altLang="en-US">
                <a:solidFill>
                  <a:srgbClr val="0F7A3D"/>
                </a:solidFill>
                <a:latin typeface="Traditional Arabic"/>
              </a:rPr>
              <a:t>✔ ذلك تين.</a:t>
            </a:r>
          </a:p>
          <a:p>
            <a:pPr rtl="0" algn="l">
              <a:spcAft>
                <a:spcPts val="300"/>
              </a:spcAft>
            </a:pPr>
            <a:r>
              <a:rPr sz="1700" b="0" i="0" lang="en-US">
                <a:solidFill>
                  <a:srgbClr val="1C2333"/>
                </a:solidFill>
                <a:latin typeface="Segoe UI"/>
              </a:rPr>
              <a:t>20) These are skirts.</a:t>
            </a:r>
          </a:p>
          <a:p>
            <a:pPr lvl="1" rtl="1" algn="r">
              <a:spcAft>
                <a:spcPts val="700"/>
              </a:spcAft>
            </a:pPr>
            <a:r>
              <a:rPr sz="1900" b="1" i="0" lang="ar-EG" altLang="en-US">
                <a:solidFill>
                  <a:srgbClr val="0F7A3D"/>
                </a:solidFill>
                <a:latin typeface="Traditional Arabic"/>
              </a:rPr>
              <a:t>✔ هذه تنّورات.</a:t>
            </a:r>
          </a:p>
          <a:p>
            <a:pPr rtl="0" algn="l">
              <a:spcAft>
                <a:spcPts val="300"/>
              </a:spcAft>
            </a:pPr>
            <a:r>
              <a:rPr sz="1700" b="0" i="0" lang="en-US">
                <a:solidFill>
                  <a:srgbClr val="1C2333"/>
                </a:solidFill>
                <a:latin typeface="Segoe UI"/>
              </a:rPr>
              <a:t>21) Are these socks?</a:t>
            </a:r>
          </a:p>
          <a:p>
            <a:pPr lvl="1" rtl="1" algn="r">
              <a:spcAft>
                <a:spcPts val="700"/>
              </a:spcAft>
            </a:pPr>
            <a:r>
              <a:rPr sz="1900" b="1" i="0" lang="ar-EG" altLang="en-US">
                <a:solidFill>
                  <a:srgbClr val="0F7A3D"/>
                </a:solidFill>
                <a:latin typeface="Traditional Arabic"/>
              </a:rPr>
              <a:t>✔ هل هذه جوارب؟</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No, these aren't cars.</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H) Translate into Arabic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No, these aren't cars.</a:t>
            </a:r>
          </a:p>
          <a:p>
            <a:pPr lvl="1" rtl="1" algn="r">
              <a:spcAft>
                <a:spcPts val="700"/>
              </a:spcAft>
            </a:pPr>
            <a:r>
              <a:rPr sz="1900" b="1" i="0" lang="ar-EG" altLang="en-US">
                <a:solidFill>
                  <a:srgbClr val="0F7A3D"/>
                </a:solidFill>
                <a:latin typeface="Traditional Arabic"/>
              </a:rPr>
              <a:t>✔ لا، هذه ليست سيارات.</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are oranges.</a:t>
            </a:r>
          </a:p>
          <a:p>
            <a:pPr rtl="0" algn="l">
              <a:spcAft>
                <a:spcPts val="800"/>
              </a:spcAft>
            </a:pPr>
            <a:r>
              <a:rPr sz="1800" b="0" i="0" lang="en-US">
                <a:solidFill>
                  <a:srgbClr val="1C2333"/>
                </a:solidFill>
                <a:latin typeface="Segoe UI"/>
              </a:rPr>
              <a:t>2) These are a car .</a:t>
            </a:r>
          </a:p>
          <a:p>
            <a:pPr rtl="0" algn="l">
              <a:spcAft>
                <a:spcPts val="800"/>
              </a:spcAft>
            </a:pPr>
            <a:r>
              <a:rPr sz="1800" b="0" i="0" lang="en-US">
                <a:solidFill>
                  <a:srgbClr val="1C2333"/>
                </a:solidFill>
                <a:latin typeface="Segoe UI"/>
              </a:rPr>
              <a:t>3) That are flowers.</a:t>
            </a:r>
          </a:p>
          <a:p>
            <a:pPr rtl="0" algn="l">
              <a:spcAft>
                <a:spcPts val="800"/>
              </a:spcAft>
            </a:pPr>
            <a:r>
              <a:rPr sz="1800" b="0" i="0" lang="en-US">
                <a:solidFill>
                  <a:srgbClr val="1C2333"/>
                </a:solidFill>
                <a:latin typeface="Segoe UI"/>
              </a:rPr>
              <a:t>4) Those books are mine.</a:t>
            </a:r>
          </a:p>
          <a:p>
            <a:pPr rtl="0" algn="l">
              <a:spcAft>
                <a:spcPts val="800"/>
              </a:spcAft>
            </a:pPr>
            <a:r>
              <a:rPr sz="1800" b="0" i="0" lang="en-US">
                <a:solidFill>
                  <a:srgbClr val="1C2333"/>
                </a:solidFill>
                <a:latin typeface="Segoe UI"/>
              </a:rPr>
              <a:t>5) That houses are hers.</a:t>
            </a:r>
          </a:p>
          <a:p>
            <a:pPr rtl="0" algn="l">
              <a:spcAft>
                <a:spcPts val="800"/>
              </a:spcAft>
            </a:pPr>
            <a:r>
              <a:rPr sz="1800" b="0" i="0" lang="en-US">
                <a:solidFill>
                  <a:srgbClr val="1C2333"/>
                </a:solidFill>
                <a:latin typeface="Segoe UI"/>
              </a:rPr>
              <a:t>6) Is those stars?</a:t>
            </a:r>
          </a:p>
          <a:p>
            <a:pPr rtl="0" algn="l">
              <a:spcAft>
                <a:spcPts val="800"/>
              </a:spcAft>
            </a:pPr>
            <a:r>
              <a:rPr sz="1800" b="0" i="0" lang="en-US">
                <a:solidFill>
                  <a:srgbClr val="1C2333"/>
                </a:solidFill>
                <a:latin typeface="Segoe UI"/>
              </a:rPr>
              <a:t>7) Those isn't birds.</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are oranges.</a:t>
            </a:r>
          </a:p>
          <a:p>
            <a:pPr lvl="1" rtl="0" algn="l">
              <a:spcAft>
                <a:spcPts val="700"/>
              </a:spcAft>
            </a:pPr>
            <a:r>
              <a:rPr sz="1600" b="1" i="0" lang="en-US">
                <a:solidFill>
                  <a:srgbClr val="0F7A3D"/>
                </a:solidFill>
                <a:latin typeface="Segoe UI"/>
              </a:rPr>
              <a:t>✔ These are oranges.</a:t>
            </a:r>
          </a:p>
          <a:p>
            <a:pPr rtl="0" algn="l">
              <a:spcAft>
                <a:spcPts val="300"/>
              </a:spcAft>
            </a:pPr>
            <a:r>
              <a:rPr sz="1700" b="0" i="0" lang="en-US">
                <a:solidFill>
                  <a:srgbClr val="1C2333"/>
                </a:solidFill>
                <a:latin typeface="Segoe UI"/>
              </a:rPr>
              <a:t>2) These are a car .</a:t>
            </a:r>
          </a:p>
          <a:p>
            <a:pPr lvl="1" rtl="0" algn="l">
              <a:spcAft>
                <a:spcPts val="700"/>
              </a:spcAft>
            </a:pPr>
            <a:r>
              <a:rPr sz="1600" b="1" i="0" lang="en-US">
                <a:solidFill>
                  <a:srgbClr val="0F7A3D"/>
                </a:solidFill>
                <a:latin typeface="Segoe UI"/>
              </a:rPr>
              <a:t>✔ These are cars .</a:t>
            </a:r>
          </a:p>
          <a:p>
            <a:pPr rtl="0" algn="l">
              <a:spcAft>
                <a:spcPts val="300"/>
              </a:spcAft>
            </a:pPr>
            <a:r>
              <a:rPr sz="1700" b="0" i="0" lang="en-US">
                <a:solidFill>
                  <a:srgbClr val="1C2333"/>
                </a:solidFill>
                <a:latin typeface="Segoe UI"/>
              </a:rPr>
              <a:t>3) That are flowers.</a:t>
            </a:r>
          </a:p>
          <a:p>
            <a:pPr lvl="1" rtl="0" algn="l">
              <a:spcAft>
                <a:spcPts val="700"/>
              </a:spcAft>
            </a:pPr>
            <a:r>
              <a:rPr sz="1600" b="1" i="0" lang="en-US">
                <a:solidFill>
                  <a:srgbClr val="0F7A3D"/>
                </a:solidFill>
                <a:latin typeface="Segoe UI"/>
              </a:rPr>
              <a:t>✔ Those are flowers.</a:t>
            </a:r>
          </a:p>
          <a:p>
            <a:pPr rtl="0" algn="l">
              <a:spcAft>
                <a:spcPts val="300"/>
              </a:spcAft>
            </a:pPr>
            <a:r>
              <a:rPr sz="1700" b="0" i="0" lang="en-US">
                <a:solidFill>
                  <a:srgbClr val="1C2333"/>
                </a:solidFill>
                <a:latin typeface="Segoe UI"/>
              </a:rPr>
              <a:t>4) Those books are mine.</a:t>
            </a:r>
          </a:p>
          <a:p>
            <a:pPr lvl="1" rtl="0" algn="l">
              <a:spcAft>
                <a:spcPts val="700"/>
              </a:spcAft>
            </a:pPr>
            <a:r>
              <a:rPr sz="1600" b="1" i="0" lang="en-US">
                <a:solidFill>
                  <a:srgbClr val="0F7A3D"/>
                </a:solidFill>
                <a:latin typeface="Segoe UI"/>
              </a:rPr>
              <a:t>✔ ✓ Those books are mine. (صحيحة) / These books are mine.</a:t>
            </a:r>
          </a:p>
          <a:p>
            <a:pPr rtl="0" algn="l">
              <a:spcAft>
                <a:spcPts val="300"/>
              </a:spcAft>
            </a:pPr>
            <a:r>
              <a:rPr sz="1700" b="0" i="0" lang="en-US">
                <a:solidFill>
                  <a:srgbClr val="1C2333"/>
                </a:solidFill>
                <a:latin typeface="Segoe UI"/>
              </a:rPr>
              <a:t>5) That houses are hers.</a:t>
            </a:r>
          </a:p>
          <a:p>
            <a:pPr lvl="1" rtl="0" algn="l">
              <a:spcAft>
                <a:spcPts val="700"/>
              </a:spcAft>
            </a:pPr>
            <a:r>
              <a:rPr sz="1600" b="1" i="0" lang="en-US">
                <a:solidFill>
                  <a:srgbClr val="0F7A3D"/>
                </a:solidFill>
                <a:latin typeface="Segoe UI"/>
              </a:rPr>
              <a:t>✔ Those houses are hers.</a:t>
            </a:r>
          </a:p>
          <a:p>
            <a:pPr rtl="0" algn="l">
              <a:spcAft>
                <a:spcPts val="300"/>
              </a:spcAft>
            </a:pPr>
            <a:r>
              <a:rPr sz="1700" b="0" i="0" lang="en-US">
                <a:solidFill>
                  <a:srgbClr val="1C2333"/>
                </a:solidFill>
                <a:latin typeface="Segoe UI"/>
              </a:rPr>
              <a:t>6) Is those stars?</a:t>
            </a:r>
          </a:p>
          <a:p>
            <a:pPr lvl="1" rtl="0" algn="l">
              <a:spcAft>
                <a:spcPts val="700"/>
              </a:spcAft>
            </a:pPr>
            <a:r>
              <a:rPr sz="1600" b="1" i="0" lang="en-US">
                <a:solidFill>
                  <a:srgbClr val="0F7A3D"/>
                </a:solidFill>
                <a:latin typeface="Segoe UI"/>
              </a:rPr>
              <a:t>✔ Are those stars?</a:t>
            </a:r>
          </a:p>
          <a:p>
            <a:pPr rtl="0" algn="l">
              <a:spcAft>
                <a:spcPts val="300"/>
              </a:spcAft>
            </a:pPr>
            <a:r>
              <a:rPr sz="1700" b="0" i="0" lang="en-US">
                <a:solidFill>
                  <a:srgbClr val="1C2333"/>
                </a:solidFill>
                <a:latin typeface="Segoe UI"/>
              </a:rPr>
              <a:t>7) Those isn't birds.</a:t>
            </a:r>
          </a:p>
          <a:p>
            <a:pPr lvl="1" rtl="0" algn="l">
              <a:spcAft>
                <a:spcPts val="700"/>
              </a:spcAft>
            </a:pPr>
            <a:r>
              <a:rPr sz="1600" b="1" i="0" lang="en-US">
                <a:solidFill>
                  <a:srgbClr val="0F7A3D"/>
                </a:solidFill>
                <a:latin typeface="Segoe UI"/>
              </a:rPr>
              <a:t>✔ Those aren't birds.</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Is those pens?</a:t>
            </a:r>
          </a:p>
          <a:p>
            <a:pPr rtl="0" algn="l">
              <a:spcAft>
                <a:spcPts val="800"/>
              </a:spcAft>
            </a:pPr>
            <a:r>
              <a:rPr sz="1800" b="0" i="0" lang="en-US">
                <a:solidFill>
                  <a:srgbClr val="1C2333"/>
                </a:solidFill>
                <a:latin typeface="Segoe UI"/>
              </a:rPr>
              <a:t>9) This aren't birds.</a:t>
            </a:r>
          </a:p>
          <a:p>
            <a:pPr rtl="0" algn="l">
              <a:spcAft>
                <a:spcPts val="800"/>
              </a:spcAft>
            </a:pPr>
            <a:r>
              <a:rPr sz="1800" b="0" i="0" lang="en-US">
                <a:solidFill>
                  <a:srgbClr val="1C2333"/>
                </a:solidFill>
                <a:latin typeface="Segoe UI"/>
              </a:rPr>
              <a:t>10) These are a boy .</a:t>
            </a:r>
          </a:p>
          <a:p>
            <a:pPr rtl="0" algn="l">
              <a:spcAft>
                <a:spcPts val="800"/>
              </a:spcAft>
            </a:pPr>
            <a:r>
              <a:rPr sz="1800" b="0" i="0" lang="en-US">
                <a:solidFill>
                  <a:srgbClr val="1C2333"/>
                </a:solidFill>
                <a:latin typeface="Segoe UI"/>
              </a:rPr>
              <a:t>11) Is those balls?</a:t>
            </a:r>
          </a:p>
          <a:p>
            <a:pPr rtl="0" algn="l">
              <a:spcAft>
                <a:spcPts val="800"/>
              </a:spcAft>
            </a:pPr>
            <a:r>
              <a:rPr sz="1800" b="0" i="0" lang="en-US">
                <a:solidFill>
                  <a:srgbClr val="1C2333"/>
                </a:solidFill>
                <a:latin typeface="Segoe UI"/>
              </a:rPr>
              <a:t>12) Are these a doll ?</a:t>
            </a:r>
          </a:p>
          <a:p>
            <a:pPr rtl="0" algn="l">
              <a:spcAft>
                <a:spcPts val="800"/>
              </a:spcAft>
            </a:pPr>
            <a:r>
              <a:rPr sz="1800" b="0" i="0" lang="en-US">
                <a:solidFill>
                  <a:srgbClr val="1C2333"/>
                </a:solidFill>
                <a:latin typeface="Segoe UI"/>
              </a:rPr>
              <a:t>13) Those isn't teeth.</a:t>
            </a:r>
          </a:p>
          <a:p>
            <a:pPr rtl="0" algn="l">
              <a:spcAft>
                <a:spcPts val="800"/>
              </a:spcAft>
            </a:pPr>
            <a:r>
              <a:rPr sz="1800" b="0" i="0" lang="en-US">
                <a:solidFill>
                  <a:srgbClr val="1C2333"/>
                </a:solidFill>
                <a:latin typeface="Segoe UI"/>
              </a:rPr>
              <a:t>14) Are this chair?</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Is those pens?</a:t>
            </a:r>
          </a:p>
          <a:p>
            <a:pPr lvl="1" rtl="0" algn="l">
              <a:spcAft>
                <a:spcPts val="700"/>
              </a:spcAft>
            </a:pPr>
            <a:r>
              <a:rPr sz="1600" b="1" i="0" lang="en-US">
                <a:solidFill>
                  <a:srgbClr val="0F7A3D"/>
                </a:solidFill>
                <a:latin typeface="Segoe UI"/>
              </a:rPr>
              <a:t>✔ Are those pens?</a:t>
            </a:r>
          </a:p>
          <a:p>
            <a:pPr rtl="0" algn="l">
              <a:spcAft>
                <a:spcPts val="300"/>
              </a:spcAft>
            </a:pPr>
            <a:r>
              <a:rPr sz="1700" b="0" i="0" lang="en-US">
                <a:solidFill>
                  <a:srgbClr val="1C2333"/>
                </a:solidFill>
                <a:latin typeface="Segoe UI"/>
              </a:rPr>
              <a:t>9) This aren't birds.</a:t>
            </a:r>
          </a:p>
          <a:p>
            <a:pPr lvl="1" rtl="0" algn="l">
              <a:spcAft>
                <a:spcPts val="700"/>
              </a:spcAft>
            </a:pPr>
            <a:r>
              <a:rPr sz="1600" b="1" i="0" lang="en-US">
                <a:solidFill>
                  <a:srgbClr val="0F7A3D"/>
                </a:solidFill>
                <a:latin typeface="Segoe UI"/>
              </a:rPr>
              <a:t>✔ These aren't birds.</a:t>
            </a:r>
          </a:p>
          <a:p>
            <a:pPr rtl="0" algn="l">
              <a:spcAft>
                <a:spcPts val="300"/>
              </a:spcAft>
            </a:pPr>
            <a:r>
              <a:rPr sz="1700" b="0" i="0" lang="en-US">
                <a:solidFill>
                  <a:srgbClr val="1C2333"/>
                </a:solidFill>
                <a:latin typeface="Segoe UI"/>
              </a:rPr>
              <a:t>10) These are a boy .</a:t>
            </a:r>
          </a:p>
          <a:p>
            <a:pPr lvl="1" rtl="0" algn="l">
              <a:spcAft>
                <a:spcPts val="700"/>
              </a:spcAft>
            </a:pPr>
            <a:r>
              <a:rPr sz="1600" b="1" i="0" lang="en-US">
                <a:solidFill>
                  <a:srgbClr val="0F7A3D"/>
                </a:solidFill>
                <a:latin typeface="Segoe UI"/>
              </a:rPr>
              <a:t>✔ These are boys .</a:t>
            </a:r>
          </a:p>
          <a:p>
            <a:pPr rtl="0" algn="l">
              <a:spcAft>
                <a:spcPts val="300"/>
              </a:spcAft>
            </a:pPr>
            <a:r>
              <a:rPr sz="1700" b="0" i="0" lang="en-US">
                <a:solidFill>
                  <a:srgbClr val="1C2333"/>
                </a:solidFill>
                <a:latin typeface="Segoe UI"/>
              </a:rPr>
              <a:t>11) Is those balls?</a:t>
            </a:r>
          </a:p>
          <a:p>
            <a:pPr lvl="1" rtl="0" algn="l">
              <a:spcAft>
                <a:spcPts val="700"/>
              </a:spcAft>
            </a:pPr>
            <a:r>
              <a:rPr sz="1600" b="1" i="0" lang="en-US">
                <a:solidFill>
                  <a:srgbClr val="0F7A3D"/>
                </a:solidFill>
                <a:latin typeface="Segoe UI"/>
              </a:rPr>
              <a:t>✔ Are those balls?</a:t>
            </a:r>
          </a:p>
          <a:p>
            <a:pPr rtl="0" algn="l">
              <a:spcAft>
                <a:spcPts val="300"/>
              </a:spcAft>
            </a:pPr>
            <a:r>
              <a:rPr sz="1700" b="0" i="0" lang="en-US">
                <a:solidFill>
                  <a:srgbClr val="1C2333"/>
                </a:solidFill>
                <a:latin typeface="Segoe UI"/>
              </a:rPr>
              <a:t>12) Are these a doll ?</a:t>
            </a:r>
          </a:p>
          <a:p>
            <a:pPr lvl="1" rtl="0" algn="l">
              <a:spcAft>
                <a:spcPts val="700"/>
              </a:spcAft>
            </a:pPr>
            <a:r>
              <a:rPr sz="1600" b="1" i="0" lang="en-US">
                <a:solidFill>
                  <a:srgbClr val="0F7A3D"/>
                </a:solidFill>
                <a:latin typeface="Segoe UI"/>
              </a:rPr>
              <a:t>✔ Are these dolls ?</a:t>
            </a:r>
          </a:p>
          <a:p>
            <a:pPr rtl="0" algn="l">
              <a:spcAft>
                <a:spcPts val="300"/>
              </a:spcAft>
            </a:pPr>
            <a:r>
              <a:rPr sz="1700" b="0" i="0" lang="en-US">
                <a:solidFill>
                  <a:srgbClr val="1C2333"/>
                </a:solidFill>
                <a:latin typeface="Segoe UI"/>
              </a:rPr>
              <a:t>13) Those isn't teeth.</a:t>
            </a:r>
          </a:p>
          <a:p>
            <a:pPr lvl="1" rtl="0" algn="l">
              <a:spcAft>
                <a:spcPts val="700"/>
              </a:spcAft>
            </a:pPr>
            <a:r>
              <a:rPr sz="1600" b="1" i="0" lang="en-US">
                <a:solidFill>
                  <a:srgbClr val="0F7A3D"/>
                </a:solidFill>
                <a:latin typeface="Segoe UI"/>
              </a:rPr>
              <a:t>✔ Those aren't teeth.</a:t>
            </a:r>
          </a:p>
          <a:p>
            <a:pPr rtl="0" algn="l">
              <a:spcAft>
                <a:spcPts val="300"/>
              </a:spcAft>
            </a:pPr>
            <a:r>
              <a:rPr sz="1700" b="0" i="0" lang="en-US">
                <a:solidFill>
                  <a:srgbClr val="1C2333"/>
                </a:solidFill>
                <a:latin typeface="Segoe UI"/>
              </a:rPr>
              <a:t>14) Are this chair?</a:t>
            </a:r>
          </a:p>
          <a:p>
            <a:pPr lvl="1" rtl="0" algn="l">
              <a:spcAft>
                <a:spcPts val="700"/>
              </a:spcAft>
            </a:pPr>
            <a:r>
              <a:rPr sz="1600" b="1" i="0" lang="en-US">
                <a:solidFill>
                  <a:srgbClr val="0F7A3D"/>
                </a:solidFill>
                <a:latin typeface="Segoe UI"/>
              </a:rPr>
              <a:t>✔ Are these chairs? / Is this a chair?</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Are these pencil ?</a:t>
            </a:r>
          </a:p>
          <a:p>
            <a:pPr rtl="0" algn="l">
              <a:spcAft>
                <a:spcPts val="800"/>
              </a:spcAft>
            </a:pPr>
            <a:r>
              <a:rPr sz="1800" b="0" i="0" lang="en-US">
                <a:solidFill>
                  <a:srgbClr val="1C2333"/>
                </a:solidFill>
                <a:latin typeface="Segoe UI"/>
              </a:rPr>
              <a:t>16) These are an ant .</a:t>
            </a:r>
          </a:p>
          <a:p>
            <a:pPr rtl="0" algn="l">
              <a:spcAft>
                <a:spcPts val="800"/>
              </a:spcAft>
            </a:pPr>
            <a:r>
              <a:rPr sz="1800" b="0" i="0" lang="en-US">
                <a:solidFill>
                  <a:srgbClr val="1C2333"/>
                </a:solidFill>
                <a:latin typeface="Segoe UI"/>
              </a:rPr>
              <a:t>17) Is these feet?</a:t>
            </a:r>
          </a:p>
          <a:p>
            <a:pPr rtl="0" algn="l">
              <a:spcAft>
                <a:spcPts val="800"/>
              </a:spcAft>
            </a:pPr>
            <a:r>
              <a:rPr sz="1800" b="0" i="0" lang="en-US">
                <a:solidFill>
                  <a:srgbClr val="1C2333"/>
                </a:solidFill>
                <a:latin typeface="Segoe UI"/>
              </a:rPr>
              <a:t>18) Are those a bus ?</a:t>
            </a:r>
          </a:p>
          <a:p>
            <a:pPr rtl="0" algn="l">
              <a:spcAft>
                <a:spcPts val="800"/>
              </a:spcAft>
            </a:pPr>
            <a:r>
              <a:rPr sz="1800" b="0" i="0" lang="en-US">
                <a:solidFill>
                  <a:srgbClr val="1C2333"/>
                </a:solidFill>
                <a:latin typeface="Segoe UI"/>
              </a:rPr>
              <a:t>19) Those are a star .</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I)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Are these pencil ?</a:t>
            </a:r>
          </a:p>
          <a:p>
            <a:pPr lvl="1" rtl="0" algn="l">
              <a:spcAft>
                <a:spcPts val="700"/>
              </a:spcAft>
            </a:pPr>
            <a:r>
              <a:rPr sz="1600" b="1" i="0" lang="en-US">
                <a:solidFill>
                  <a:srgbClr val="0F7A3D"/>
                </a:solidFill>
                <a:latin typeface="Segoe UI"/>
              </a:rPr>
              <a:t>✔ Are these pencils ?</a:t>
            </a:r>
          </a:p>
          <a:p>
            <a:pPr rtl="0" algn="l">
              <a:spcAft>
                <a:spcPts val="300"/>
              </a:spcAft>
            </a:pPr>
            <a:r>
              <a:rPr sz="1700" b="0" i="0" lang="en-US">
                <a:solidFill>
                  <a:srgbClr val="1C2333"/>
                </a:solidFill>
                <a:latin typeface="Segoe UI"/>
              </a:rPr>
              <a:t>16) These are an ant .</a:t>
            </a:r>
          </a:p>
          <a:p>
            <a:pPr lvl="1" rtl="0" algn="l">
              <a:spcAft>
                <a:spcPts val="700"/>
              </a:spcAft>
            </a:pPr>
            <a:r>
              <a:rPr sz="1600" b="1" i="0" lang="en-US">
                <a:solidFill>
                  <a:srgbClr val="0F7A3D"/>
                </a:solidFill>
                <a:latin typeface="Segoe UI"/>
              </a:rPr>
              <a:t>✔ These are ants .</a:t>
            </a:r>
          </a:p>
          <a:p>
            <a:pPr rtl="0" algn="l">
              <a:spcAft>
                <a:spcPts val="300"/>
              </a:spcAft>
            </a:pPr>
            <a:r>
              <a:rPr sz="1700" b="0" i="0" lang="en-US">
                <a:solidFill>
                  <a:srgbClr val="1C2333"/>
                </a:solidFill>
                <a:latin typeface="Segoe UI"/>
              </a:rPr>
              <a:t>17) Is these feet?</a:t>
            </a:r>
          </a:p>
          <a:p>
            <a:pPr lvl="1" rtl="0" algn="l">
              <a:spcAft>
                <a:spcPts val="700"/>
              </a:spcAft>
            </a:pPr>
            <a:r>
              <a:rPr sz="1600" b="1" i="0" lang="en-US">
                <a:solidFill>
                  <a:srgbClr val="0F7A3D"/>
                </a:solidFill>
                <a:latin typeface="Segoe UI"/>
              </a:rPr>
              <a:t>✔ Are these feet?</a:t>
            </a:r>
          </a:p>
          <a:p>
            <a:pPr rtl="0" algn="l">
              <a:spcAft>
                <a:spcPts val="300"/>
              </a:spcAft>
            </a:pPr>
            <a:r>
              <a:rPr sz="1700" b="0" i="0" lang="en-US">
                <a:solidFill>
                  <a:srgbClr val="1C2333"/>
                </a:solidFill>
                <a:latin typeface="Segoe UI"/>
              </a:rPr>
              <a:t>18) Are those a bus ?</a:t>
            </a:r>
          </a:p>
          <a:p>
            <a:pPr lvl="1" rtl="0" algn="l">
              <a:spcAft>
                <a:spcPts val="700"/>
              </a:spcAft>
            </a:pPr>
            <a:r>
              <a:rPr sz="1600" b="1" i="0" lang="en-US">
                <a:solidFill>
                  <a:srgbClr val="0F7A3D"/>
                </a:solidFill>
                <a:latin typeface="Segoe UI"/>
              </a:rPr>
              <a:t>✔ Are those buses ?</a:t>
            </a:r>
          </a:p>
          <a:p>
            <a:pPr rtl="0" algn="l">
              <a:spcAft>
                <a:spcPts val="300"/>
              </a:spcAft>
            </a:pPr>
            <a:r>
              <a:rPr sz="1700" b="0" i="0" lang="en-US">
                <a:solidFill>
                  <a:srgbClr val="1C2333"/>
                </a:solidFill>
                <a:latin typeface="Segoe UI"/>
              </a:rPr>
              <a:t>19) Those are a star .</a:t>
            </a:r>
          </a:p>
          <a:p>
            <a:pPr lvl="1" rtl="0" algn="l">
              <a:spcAft>
                <a:spcPts val="700"/>
              </a:spcAft>
            </a:pPr>
            <a:r>
              <a:rPr sz="1600" b="1" i="0" lang="en-US">
                <a:solidFill>
                  <a:srgbClr val="0F7A3D"/>
                </a:solidFill>
                <a:latin typeface="Segoe UI"/>
              </a:rPr>
              <a:t>✔ Those are stars .</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is a bird. (These)</a:t>
            </a:r>
          </a:p>
          <a:p>
            <a:pPr rtl="0" algn="l">
              <a:spcAft>
                <a:spcPts val="800"/>
              </a:spcAft>
            </a:pPr>
            <a:r>
              <a:rPr sz="1800" b="0" i="0" lang="en-US">
                <a:solidFill>
                  <a:srgbClr val="1C2333"/>
                </a:solidFill>
                <a:latin typeface="Segoe UI"/>
              </a:rPr>
              <a:t>2) That is a tree. (Those)</a:t>
            </a:r>
          </a:p>
          <a:p>
            <a:pPr rtl="0" algn="l">
              <a:spcAft>
                <a:spcPts val="800"/>
              </a:spcAft>
            </a:pPr>
            <a:r>
              <a:rPr sz="1800" b="0" i="0" lang="en-US">
                <a:solidFill>
                  <a:srgbClr val="1C2333"/>
                </a:solidFill>
                <a:latin typeface="Segoe UI"/>
              </a:rPr>
              <a:t>3) Is this a toy? (Are)</a:t>
            </a:r>
          </a:p>
          <a:p>
            <a:pPr rtl="0" algn="l">
              <a:spcAft>
                <a:spcPts val="800"/>
              </a:spcAft>
            </a:pPr>
            <a:r>
              <a:rPr sz="1800" b="0" i="0" lang="en-US">
                <a:solidFill>
                  <a:srgbClr val="1C2333"/>
                </a:solidFill>
                <a:latin typeface="Segoe UI"/>
              </a:rPr>
              <a:t>4) This is a book. (books)</a:t>
            </a:r>
          </a:p>
          <a:p>
            <a:pPr rtl="0" algn="l">
              <a:spcAft>
                <a:spcPts val="800"/>
              </a:spcAft>
            </a:pPr>
            <a:r>
              <a:rPr sz="1800" b="0" i="0" lang="en-US">
                <a:solidFill>
                  <a:srgbClr val="1C2333"/>
                </a:solidFill>
                <a:latin typeface="Segoe UI"/>
              </a:rPr>
              <a:t>5) That is a pen. (These)</a:t>
            </a:r>
          </a:p>
          <a:p>
            <a:pPr rtl="0" algn="l">
              <a:spcAft>
                <a:spcPts val="800"/>
              </a:spcAft>
            </a:pPr>
            <a:r>
              <a:rPr sz="1800" b="0" i="0" lang="en-US">
                <a:solidFill>
                  <a:srgbClr val="1C2333"/>
                </a:solidFill>
                <a:latin typeface="Segoe UI"/>
              </a:rPr>
              <a:t>6) This isn't a bird. (aren't)</a:t>
            </a:r>
          </a:p>
          <a:p>
            <a:pPr rtl="0" algn="l">
              <a:spcAft>
                <a:spcPts val="800"/>
              </a:spcAft>
            </a:pPr>
            <a:r>
              <a:rPr sz="1800" b="0" i="0" lang="en-US">
                <a:solidFill>
                  <a:srgbClr val="1C2333"/>
                </a:solidFill>
                <a:latin typeface="Segoe UI"/>
              </a:rPr>
              <a:t>7) Is that a star? (Are)</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is a bird. (These)</a:t>
            </a:r>
          </a:p>
          <a:p>
            <a:pPr lvl="1" rtl="0" algn="l">
              <a:spcAft>
                <a:spcPts val="700"/>
              </a:spcAft>
            </a:pPr>
            <a:r>
              <a:rPr sz="1600" b="1" i="0" lang="en-US">
                <a:solidFill>
                  <a:srgbClr val="0F7A3D"/>
                </a:solidFill>
                <a:latin typeface="Segoe UI"/>
              </a:rPr>
              <a:t>✔ These are birds .</a:t>
            </a:r>
          </a:p>
          <a:p>
            <a:pPr rtl="0" algn="l">
              <a:spcAft>
                <a:spcPts val="300"/>
              </a:spcAft>
            </a:pPr>
            <a:r>
              <a:rPr sz="1700" b="0" i="0" lang="en-US">
                <a:solidFill>
                  <a:srgbClr val="1C2333"/>
                </a:solidFill>
                <a:latin typeface="Segoe UI"/>
              </a:rPr>
              <a:t>2) That is a tree. (Those)</a:t>
            </a:r>
          </a:p>
          <a:p>
            <a:pPr lvl="1" rtl="0" algn="l">
              <a:spcAft>
                <a:spcPts val="700"/>
              </a:spcAft>
            </a:pPr>
            <a:r>
              <a:rPr sz="1600" b="1" i="0" lang="en-US">
                <a:solidFill>
                  <a:srgbClr val="0F7A3D"/>
                </a:solidFill>
                <a:latin typeface="Segoe UI"/>
              </a:rPr>
              <a:t>✔ Those are trees .</a:t>
            </a:r>
          </a:p>
          <a:p>
            <a:pPr rtl="0" algn="l">
              <a:spcAft>
                <a:spcPts val="300"/>
              </a:spcAft>
            </a:pPr>
            <a:r>
              <a:rPr sz="1700" b="0" i="0" lang="en-US">
                <a:solidFill>
                  <a:srgbClr val="1C2333"/>
                </a:solidFill>
                <a:latin typeface="Segoe UI"/>
              </a:rPr>
              <a:t>3) Is this a toy? (Are)</a:t>
            </a:r>
          </a:p>
          <a:p>
            <a:pPr lvl="1" rtl="0" algn="l">
              <a:spcAft>
                <a:spcPts val="700"/>
              </a:spcAft>
            </a:pPr>
            <a:r>
              <a:rPr sz="1600" b="1" i="0" lang="en-US">
                <a:solidFill>
                  <a:srgbClr val="0F7A3D"/>
                </a:solidFill>
                <a:latin typeface="Segoe UI"/>
              </a:rPr>
              <a:t>✔ Are these toys ?</a:t>
            </a:r>
          </a:p>
          <a:p>
            <a:pPr rtl="0" algn="l">
              <a:spcAft>
                <a:spcPts val="300"/>
              </a:spcAft>
            </a:pPr>
            <a:r>
              <a:rPr sz="1700" b="0" i="0" lang="en-US">
                <a:solidFill>
                  <a:srgbClr val="1C2333"/>
                </a:solidFill>
                <a:latin typeface="Segoe UI"/>
              </a:rPr>
              <a:t>4) This is a book. (books)</a:t>
            </a:r>
          </a:p>
          <a:p>
            <a:pPr lvl="1" rtl="0" algn="l">
              <a:spcAft>
                <a:spcPts val="700"/>
              </a:spcAft>
            </a:pPr>
            <a:r>
              <a:rPr sz="1600" b="1" i="0" lang="en-US">
                <a:solidFill>
                  <a:srgbClr val="0F7A3D"/>
                </a:solidFill>
                <a:latin typeface="Segoe UI"/>
              </a:rPr>
              <a:t>✔ These are books .</a:t>
            </a:r>
          </a:p>
          <a:p>
            <a:pPr rtl="0" algn="l">
              <a:spcAft>
                <a:spcPts val="300"/>
              </a:spcAft>
            </a:pPr>
            <a:r>
              <a:rPr sz="1700" b="0" i="0" lang="en-US">
                <a:solidFill>
                  <a:srgbClr val="1C2333"/>
                </a:solidFill>
                <a:latin typeface="Segoe UI"/>
              </a:rPr>
              <a:t>5) That is a pen. (These)</a:t>
            </a:r>
          </a:p>
          <a:p>
            <a:pPr lvl="1" rtl="0" algn="l">
              <a:spcAft>
                <a:spcPts val="700"/>
              </a:spcAft>
            </a:pPr>
            <a:r>
              <a:rPr sz="1600" b="1" i="0" lang="en-US">
                <a:solidFill>
                  <a:srgbClr val="0F7A3D"/>
                </a:solidFill>
                <a:latin typeface="Segoe UI"/>
              </a:rPr>
              <a:t>✔ These are pens .</a:t>
            </a:r>
          </a:p>
          <a:p>
            <a:pPr rtl="0" algn="l">
              <a:spcAft>
                <a:spcPts val="300"/>
              </a:spcAft>
            </a:pPr>
            <a:r>
              <a:rPr sz="1700" b="0" i="0" lang="en-US">
                <a:solidFill>
                  <a:srgbClr val="1C2333"/>
                </a:solidFill>
                <a:latin typeface="Segoe UI"/>
              </a:rPr>
              <a:t>6) This isn't a bird. (aren't)</a:t>
            </a:r>
          </a:p>
          <a:p>
            <a:pPr lvl="1" rtl="0" algn="l">
              <a:spcAft>
                <a:spcPts val="700"/>
              </a:spcAft>
            </a:pPr>
            <a:r>
              <a:rPr sz="1600" b="1" i="0" lang="en-US">
                <a:solidFill>
                  <a:srgbClr val="0F7A3D"/>
                </a:solidFill>
                <a:latin typeface="Segoe UI"/>
              </a:rPr>
              <a:t>✔ These aren't birds .</a:t>
            </a:r>
          </a:p>
          <a:p>
            <a:pPr rtl="0" algn="l">
              <a:spcAft>
                <a:spcPts val="300"/>
              </a:spcAft>
            </a:pPr>
            <a:r>
              <a:rPr sz="1700" b="0" i="0" lang="en-US">
                <a:solidFill>
                  <a:srgbClr val="1C2333"/>
                </a:solidFill>
                <a:latin typeface="Segoe UI"/>
              </a:rPr>
              <a:t>7) Is that a star? (Are)</a:t>
            </a:r>
          </a:p>
          <a:p>
            <a:pPr lvl="1" rtl="0" algn="l">
              <a:spcAft>
                <a:spcPts val="700"/>
              </a:spcAft>
            </a:pPr>
            <a:r>
              <a:rPr sz="1600" b="1" i="0" lang="en-US">
                <a:solidFill>
                  <a:srgbClr val="0F7A3D"/>
                </a:solidFill>
                <a:latin typeface="Segoe UI"/>
              </a:rPr>
              <a:t>✔ Are those stars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That is a cloud. (clouds)</a:t>
            </a:r>
          </a:p>
          <a:p>
            <a:pPr rtl="0" algn="l">
              <a:spcAft>
                <a:spcPts val="800"/>
              </a:spcAft>
            </a:pPr>
            <a:r>
              <a:rPr sz="1800" b="0" i="0" lang="en-US">
                <a:solidFill>
                  <a:srgbClr val="1C2333"/>
                </a:solidFill>
                <a:latin typeface="Segoe UI"/>
              </a:rPr>
              <a:t>9) This is a girl. (These)</a:t>
            </a:r>
          </a:p>
          <a:p>
            <a:pPr rtl="0" algn="l">
              <a:spcAft>
                <a:spcPts val="800"/>
              </a:spcAft>
            </a:pPr>
            <a:r>
              <a:rPr sz="1800" b="0" i="0" lang="en-US">
                <a:solidFill>
                  <a:srgbClr val="1C2333"/>
                </a:solidFill>
                <a:latin typeface="Segoe UI"/>
              </a:rPr>
              <a:t>10) That is a boy. (boys)</a:t>
            </a:r>
          </a:p>
          <a:p>
            <a:pPr rtl="0" algn="l">
              <a:spcAft>
                <a:spcPts val="800"/>
              </a:spcAft>
            </a:pPr>
            <a:r>
              <a:rPr sz="1800" b="0" i="0" lang="en-US">
                <a:solidFill>
                  <a:srgbClr val="1C2333"/>
                </a:solidFill>
                <a:latin typeface="Segoe UI"/>
              </a:rPr>
              <a:t>11) This is a friend. (These)</a:t>
            </a:r>
          </a:p>
          <a:p>
            <a:pPr rtl="0" algn="l">
              <a:spcAft>
                <a:spcPts val="800"/>
              </a:spcAft>
            </a:pPr>
            <a:r>
              <a:rPr sz="1800" b="0" i="0" lang="en-US">
                <a:solidFill>
                  <a:srgbClr val="1C2333"/>
                </a:solidFill>
                <a:latin typeface="Segoe UI"/>
              </a:rPr>
              <a:t>12) This is a lion. (lions)</a:t>
            </a:r>
          </a:p>
          <a:p>
            <a:pPr rtl="0" algn="l">
              <a:spcAft>
                <a:spcPts val="800"/>
              </a:spcAft>
            </a:pPr>
            <a:r>
              <a:rPr sz="1800" b="0" i="0" lang="en-US">
                <a:solidFill>
                  <a:srgbClr val="1C2333"/>
                </a:solidFill>
                <a:latin typeface="Segoe UI"/>
              </a:rPr>
              <a:t>13) That is a tiger. (Those)</a:t>
            </a:r>
          </a:p>
          <a:p>
            <a:pPr rtl="0" algn="l">
              <a:spcAft>
                <a:spcPts val="800"/>
              </a:spcAft>
            </a:pPr>
            <a:r>
              <a:rPr sz="1800" b="0" i="0" lang="en-US">
                <a:solidFill>
                  <a:srgbClr val="1C2333"/>
                </a:solidFill>
                <a:latin typeface="Segoe UI"/>
              </a:rPr>
              <a:t>14) Is this a door? (Are)</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That is a cloud. (clouds)</a:t>
            </a:r>
          </a:p>
          <a:p>
            <a:pPr lvl="1" rtl="0" algn="l">
              <a:spcAft>
                <a:spcPts val="700"/>
              </a:spcAft>
            </a:pPr>
            <a:r>
              <a:rPr sz="1600" b="1" i="0" lang="en-US">
                <a:solidFill>
                  <a:srgbClr val="0F7A3D"/>
                </a:solidFill>
                <a:latin typeface="Segoe UI"/>
              </a:rPr>
              <a:t>✔ Those are clouds .</a:t>
            </a:r>
          </a:p>
          <a:p>
            <a:pPr rtl="0" algn="l">
              <a:spcAft>
                <a:spcPts val="300"/>
              </a:spcAft>
            </a:pPr>
            <a:r>
              <a:rPr sz="1700" b="0" i="0" lang="en-US">
                <a:solidFill>
                  <a:srgbClr val="1C2333"/>
                </a:solidFill>
                <a:latin typeface="Segoe UI"/>
              </a:rPr>
              <a:t>9) This is a girl. (These)</a:t>
            </a:r>
          </a:p>
          <a:p>
            <a:pPr lvl="1" rtl="0" algn="l">
              <a:spcAft>
                <a:spcPts val="700"/>
              </a:spcAft>
            </a:pPr>
            <a:r>
              <a:rPr sz="1600" b="1" i="0" lang="en-US">
                <a:solidFill>
                  <a:srgbClr val="0F7A3D"/>
                </a:solidFill>
                <a:latin typeface="Segoe UI"/>
              </a:rPr>
              <a:t>✔ These are girls .</a:t>
            </a:r>
          </a:p>
          <a:p>
            <a:pPr rtl="0" algn="l">
              <a:spcAft>
                <a:spcPts val="300"/>
              </a:spcAft>
            </a:pPr>
            <a:r>
              <a:rPr sz="1700" b="0" i="0" lang="en-US">
                <a:solidFill>
                  <a:srgbClr val="1C2333"/>
                </a:solidFill>
                <a:latin typeface="Segoe UI"/>
              </a:rPr>
              <a:t>10) That is a boy. (boys)</a:t>
            </a:r>
          </a:p>
          <a:p>
            <a:pPr lvl="1" rtl="0" algn="l">
              <a:spcAft>
                <a:spcPts val="700"/>
              </a:spcAft>
            </a:pPr>
            <a:r>
              <a:rPr sz="1600" b="1" i="0" lang="en-US">
                <a:solidFill>
                  <a:srgbClr val="0F7A3D"/>
                </a:solidFill>
                <a:latin typeface="Segoe UI"/>
              </a:rPr>
              <a:t>✔ Those are boys .</a:t>
            </a:r>
          </a:p>
          <a:p>
            <a:pPr rtl="0" algn="l">
              <a:spcAft>
                <a:spcPts val="300"/>
              </a:spcAft>
            </a:pPr>
            <a:r>
              <a:rPr sz="1700" b="0" i="0" lang="en-US">
                <a:solidFill>
                  <a:srgbClr val="1C2333"/>
                </a:solidFill>
                <a:latin typeface="Segoe UI"/>
              </a:rPr>
              <a:t>11) This is a friend. (These)</a:t>
            </a:r>
          </a:p>
          <a:p>
            <a:pPr lvl="1" rtl="0" algn="l">
              <a:spcAft>
                <a:spcPts val="700"/>
              </a:spcAft>
            </a:pPr>
            <a:r>
              <a:rPr sz="1600" b="1" i="0" lang="en-US">
                <a:solidFill>
                  <a:srgbClr val="0F7A3D"/>
                </a:solidFill>
                <a:latin typeface="Segoe UI"/>
              </a:rPr>
              <a:t>✔ These are friends .</a:t>
            </a:r>
          </a:p>
          <a:p>
            <a:pPr rtl="0" algn="l">
              <a:spcAft>
                <a:spcPts val="300"/>
              </a:spcAft>
            </a:pPr>
            <a:r>
              <a:rPr sz="1700" b="0" i="0" lang="en-US">
                <a:solidFill>
                  <a:srgbClr val="1C2333"/>
                </a:solidFill>
                <a:latin typeface="Segoe UI"/>
              </a:rPr>
              <a:t>12) This is a lion. (lions)</a:t>
            </a:r>
          </a:p>
          <a:p>
            <a:pPr lvl="1" rtl="0" algn="l">
              <a:spcAft>
                <a:spcPts val="700"/>
              </a:spcAft>
            </a:pPr>
            <a:r>
              <a:rPr sz="1600" b="1" i="0" lang="en-US">
                <a:solidFill>
                  <a:srgbClr val="0F7A3D"/>
                </a:solidFill>
                <a:latin typeface="Segoe UI"/>
              </a:rPr>
              <a:t>✔ These are lions .</a:t>
            </a:r>
          </a:p>
          <a:p>
            <a:pPr rtl="0" algn="l">
              <a:spcAft>
                <a:spcPts val="300"/>
              </a:spcAft>
            </a:pPr>
            <a:r>
              <a:rPr sz="1700" b="0" i="0" lang="en-US">
                <a:solidFill>
                  <a:srgbClr val="1C2333"/>
                </a:solidFill>
                <a:latin typeface="Segoe UI"/>
              </a:rPr>
              <a:t>13) That is a tiger. (Those)</a:t>
            </a:r>
          </a:p>
          <a:p>
            <a:pPr lvl="1" rtl="0" algn="l">
              <a:spcAft>
                <a:spcPts val="700"/>
              </a:spcAft>
            </a:pPr>
            <a:r>
              <a:rPr sz="1600" b="1" i="0" lang="en-US">
                <a:solidFill>
                  <a:srgbClr val="0F7A3D"/>
                </a:solidFill>
                <a:latin typeface="Segoe UI"/>
              </a:rPr>
              <a:t>✔ Those are tigers .</a:t>
            </a:r>
          </a:p>
          <a:p>
            <a:pPr rtl="0" algn="l">
              <a:spcAft>
                <a:spcPts val="300"/>
              </a:spcAft>
            </a:pPr>
            <a:r>
              <a:rPr sz="1700" b="0" i="0" lang="en-US">
                <a:solidFill>
                  <a:srgbClr val="1C2333"/>
                </a:solidFill>
                <a:latin typeface="Segoe UI"/>
              </a:rPr>
              <a:t>14) Is this a door? (Are)</a:t>
            </a:r>
          </a:p>
          <a:p>
            <a:pPr lvl="1" rtl="0" algn="l">
              <a:spcAft>
                <a:spcPts val="700"/>
              </a:spcAft>
            </a:pPr>
            <a:r>
              <a:rPr sz="1600" b="1" i="0" lang="en-US">
                <a:solidFill>
                  <a:srgbClr val="0F7A3D"/>
                </a:solidFill>
                <a:latin typeface="Segoe UI"/>
              </a:rPr>
              <a:t>✔ Are these doors ?</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That is a girl. (girls)</a:t>
            </a:r>
          </a:p>
          <a:p>
            <a:pPr rtl="0" algn="l">
              <a:spcAft>
                <a:spcPts val="800"/>
              </a:spcAft>
            </a:pPr>
            <a:r>
              <a:rPr sz="1800" b="0" i="0" lang="en-US">
                <a:solidFill>
                  <a:srgbClr val="1C2333"/>
                </a:solidFill>
                <a:latin typeface="Segoe UI"/>
              </a:rPr>
              <a:t>16) Is that a river? (Are)</a:t>
            </a:r>
          </a:p>
          <a:p>
            <a:pPr rtl="0" algn="l">
              <a:spcAft>
                <a:spcPts val="800"/>
              </a:spcAft>
            </a:pPr>
            <a:r>
              <a:rPr sz="1800" b="0" i="0" lang="en-US">
                <a:solidFill>
                  <a:srgbClr val="1C2333"/>
                </a:solidFill>
                <a:latin typeface="Segoe UI"/>
              </a:rPr>
              <a:t>17) This is a bus. (These)</a:t>
            </a:r>
          </a:p>
          <a:p>
            <a:pPr rtl="0" algn="l">
              <a:spcAft>
                <a:spcPts val="800"/>
              </a:spcAft>
            </a:pPr>
            <a:r>
              <a:rPr sz="1800" b="0" i="0" lang="en-US">
                <a:solidFill>
                  <a:srgbClr val="1C2333"/>
                </a:solidFill>
                <a:latin typeface="Segoe UI"/>
              </a:rPr>
              <a:t>18) That is a van. (Those)</a:t>
            </a:r>
          </a:p>
          <a:p>
            <a:pPr rtl="0" algn="l">
              <a:spcAft>
                <a:spcPts val="800"/>
              </a:spcAft>
            </a:pPr>
            <a:r>
              <a:rPr sz="1800" b="0" i="0" lang="en-US">
                <a:solidFill>
                  <a:srgbClr val="1C2333"/>
                </a:solidFill>
                <a:latin typeface="Segoe UI"/>
              </a:rPr>
              <a:t>19) Is that a car? (cars)</a:t>
            </a:r>
          </a:p>
          <a:p>
            <a:pPr rtl="0" algn="l">
              <a:spcAft>
                <a:spcPts val="800"/>
              </a:spcAft>
            </a:pPr>
            <a:r>
              <a:rPr sz="1800" b="0" i="0" lang="en-US">
                <a:solidFill>
                  <a:srgbClr val="1C2333"/>
                </a:solidFill>
                <a:latin typeface="Segoe UI"/>
              </a:rPr>
              <a:t>20) This is an ant. (ants)</a:t>
            </a:r>
          </a:p>
          <a:p>
            <a:pPr rtl="0" algn="l">
              <a:spcAft>
                <a:spcPts val="800"/>
              </a:spcAft>
            </a:pPr>
            <a:r>
              <a:rPr sz="1800" b="0" i="0" lang="en-US">
                <a:solidFill>
                  <a:srgbClr val="1C2333"/>
                </a:solidFill>
                <a:latin typeface="Segoe UI"/>
              </a:rPr>
              <a:t>21) Is this an arm? (Are)</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That is a girl. (girls)</a:t>
            </a:r>
          </a:p>
          <a:p>
            <a:pPr lvl="1" rtl="0" algn="l">
              <a:spcAft>
                <a:spcPts val="700"/>
              </a:spcAft>
            </a:pPr>
            <a:r>
              <a:rPr sz="1600" b="1" i="0" lang="en-US">
                <a:solidFill>
                  <a:srgbClr val="0F7A3D"/>
                </a:solidFill>
                <a:latin typeface="Segoe UI"/>
              </a:rPr>
              <a:t>✔ Those are girls .</a:t>
            </a:r>
          </a:p>
          <a:p>
            <a:pPr rtl="0" algn="l">
              <a:spcAft>
                <a:spcPts val="300"/>
              </a:spcAft>
            </a:pPr>
            <a:r>
              <a:rPr sz="1700" b="0" i="0" lang="en-US">
                <a:solidFill>
                  <a:srgbClr val="1C2333"/>
                </a:solidFill>
                <a:latin typeface="Segoe UI"/>
              </a:rPr>
              <a:t>16) Is that a river? (Are)</a:t>
            </a:r>
          </a:p>
          <a:p>
            <a:pPr lvl="1" rtl="0" algn="l">
              <a:spcAft>
                <a:spcPts val="700"/>
              </a:spcAft>
            </a:pPr>
            <a:r>
              <a:rPr sz="1600" b="1" i="0" lang="en-US">
                <a:solidFill>
                  <a:srgbClr val="0F7A3D"/>
                </a:solidFill>
                <a:latin typeface="Segoe UI"/>
              </a:rPr>
              <a:t>✔ Are those rivers ?</a:t>
            </a:r>
          </a:p>
          <a:p>
            <a:pPr rtl="0" algn="l">
              <a:spcAft>
                <a:spcPts val="300"/>
              </a:spcAft>
            </a:pPr>
            <a:r>
              <a:rPr sz="1700" b="0" i="0" lang="en-US">
                <a:solidFill>
                  <a:srgbClr val="1C2333"/>
                </a:solidFill>
                <a:latin typeface="Segoe UI"/>
              </a:rPr>
              <a:t>17) This is a bus. (These)</a:t>
            </a:r>
          </a:p>
          <a:p>
            <a:pPr lvl="1" rtl="0" algn="l">
              <a:spcAft>
                <a:spcPts val="700"/>
              </a:spcAft>
            </a:pPr>
            <a:r>
              <a:rPr sz="1600" b="1" i="0" lang="en-US">
                <a:solidFill>
                  <a:srgbClr val="0F7A3D"/>
                </a:solidFill>
                <a:latin typeface="Segoe UI"/>
              </a:rPr>
              <a:t>✔ These are buses .</a:t>
            </a:r>
          </a:p>
          <a:p>
            <a:pPr rtl="0" algn="l">
              <a:spcAft>
                <a:spcPts val="300"/>
              </a:spcAft>
            </a:pPr>
            <a:r>
              <a:rPr sz="1700" b="0" i="0" lang="en-US">
                <a:solidFill>
                  <a:srgbClr val="1C2333"/>
                </a:solidFill>
                <a:latin typeface="Segoe UI"/>
              </a:rPr>
              <a:t>18) That is a van. (Those)</a:t>
            </a:r>
          </a:p>
          <a:p>
            <a:pPr lvl="1" rtl="0" algn="l">
              <a:spcAft>
                <a:spcPts val="700"/>
              </a:spcAft>
            </a:pPr>
            <a:r>
              <a:rPr sz="1600" b="1" i="0" lang="en-US">
                <a:solidFill>
                  <a:srgbClr val="0F7A3D"/>
                </a:solidFill>
                <a:latin typeface="Segoe UI"/>
              </a:rPr>
              <a:t>✔ Those are vans .</a:t>
            </a:r>
          </a:p>
          <a:p>
            <a:pPr rtl="0" algn="l">
              <a:spcAft>
                <a:spcPts val="300"/>
              </a:spcAft>
            </a:pPr>
            <a:r>
              <a:rPr sz="1700" b="0" i="0" lang="en-US">
                <a:solidFill>
                  <a:srgbClr val="1C2333"/>
                </a:solidFill>
                <a:latin typeface="Segoe UI"/>
              </a:rPr>
              <a:t>19) Is that a car? (cars)</a:t>
            </a:r>
          </a:p>
          <a:p>
            <a:pPr lvl="1" rtl="0" algn="l">
              <a:spcAft>
                <a:spcPts val="700"/>
              </a:spcAft>
            </a:pPr>
            <a:r>
              <a:rPr sz="1600" b="1" i="0" lang="en-US">
                <a:solidFill>
                  <a:srgbClr val="0F7A3D"/>
                </a:solidFill>
                <a:latin typeface="Segoe UI"/>
              </a:rPr>
              <a:t>✔ Are those cars ?</a:t>
            </a:r>
          </a:p>
          <a:p>
            <a:pPr rtl="0" algn="l">
              <a:spcAft>
                <a:spcPts val="300"/>
              </a:spcAft>
            </a:pPr>
            <a:r>
              <a:rPr sz="1700" b="0" i="0" lang="en-US">
                <a:solidFill>
                  <a:srgbClr val="1C2333"/>
                </a:solidFill>
                <a:latin typeface="Segoe UI"/>
              </a:rPr>
              <a:t>20) This is an ant. (ants)</a:t>
            </a:r>
          </a:p>
          <a:p>
            <a:pPr lvl="1" rtl="0" algn="l">
              <a:spcAft>
                <a:spcPts val="700"/>
              </a:spcAft>
            </a:pPr>
            <a:r>
              <a:rPr sz="1600" b="1" i="0" lang="en-US">
                <a:solidFill>
                  <a:srgbClr val="0F7A3D"/>
                </a:solidFill>
                <a:latin typeface="Segoe UI"/>
              </a:rPr>
              <a:t>✔ These are ants .</a:t>
            </a:r>
          </a:p>
          <a:p>
            <a:pPr rtl="0" algn="l">
              <a:spcAft>
                <a:spcPts val="300"/>
              </a:spcAft>
            </a:pPr>
            <a:r>
              <a:rPr sz="1700" b="0" i="0" lang="en-US">
                <a:solidFill>
                  <a:srgbClr val="1C2333"/>
                </a:solidFill>
                <a:latin typeface="Segoe UI"/>
              </a:rPr>
              <a:t>21) Is this an arm? (Are)</a:t>
            </a:r>
          </a:p>
          <a:p>
            <a:pPr lvl="1" rtl="0" algn="l">
              <a:spcAft>
                <a:spcPts val="700"/>
              </a:spcAft>
            </a:pPr>
            <a:r>
              <a:rPr sz="1600" b="1" i="0" lang="en-US">
                <a:solidFill>
                  <a:srgbClr val="0F7A3D"/>
                </a:solidFill>
                <a:latin typeface="Segoe UI"/>
              </a:rPr>
              <a:t>✔ Are these arms ?</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That is a bed. (those)</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78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7894"/>
                </a:solidFill>
                <a:latin typeface="Segoe UI"/>
              </a:rPr>
              <a:t>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8 — These / Those</a:t>
            </a:r>
          </a:p>
          <a:p>
            <a:pPr rtl="0" algn="l"/>
            <a:r>
              <a:rPr sz="1400" b="0" i="0" lang="en-US">
                <a:solidFill>
                  <a:srgbClr val="DDE6F3"/>
                </a:solidFill>
                <a:latin typeface="Segoe UI"/>
              </a:rPr>
              <a:t>J) Rewrite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That is a bed. (those)</a:t>
            </a:r>
          </a:p>
          <a:p>
            <a:pPr lvl="1" rtl="0" algn="l">
              <a:spcAft>
                <a:spcPts val="700"/>
              </a:spcAft>
            </a:pPr>
            <a:r>
              <a:rPr sz="1600" b="1" i="0" lang="en-US">
                <a:solidFill>
                  <a:srgbClr val="0F7A3D"/>
                </a:solidFill>
                <a:latin typeface="Segoe UI"/>
              </a:rPr>
              <a:t>✔ Those are beds .</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9</a:t>
            </a:r>
          </a:p>
          <a:p>
            <a:pPr algn="ctr" rtl="0"/>
            <a:r>
              <a:rPr sz="4600" b="1" i="0" lang="en-US">
                <a:solidFill>
                  <a:srgbClr val="FFFFFF"/>
                </a:solidFill>
                <a:latin typeface="Segoe UI"/>
              </a:rPr>
              <a:t>Prepositions of Time (in – on – at)</a:t>
            </a:r>
          </a:p>
          <a:p>
            <a:pPr algn="ctr" rtl="1"/>
            <a:r>
              <a:rPr sz="2900" b="0" i="0" lang="ar-EG" altLang="en-US">
                <a:solidFill>
                  <a:srgbClr val="FFFFFF"/>
                </a:solidFill>
                <a:latin typeface="Traditional Arabic"/>
              </a:rPr>
              <a:t>حروف جر الزمان</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7822"/>
                </a:solidFill>
                <a:latin typeface="Segoe UI"/>
              </a:rPr>
              <a:t>▶ in + the morning / the evening / the afternoon / months / seasons / years</a:t>
            </a:r>
          </a:p>
          <a:p>
            <a:pPr rtl="1" algn="r">
              <a:spcAft>
                <a:spcPts val="600"/>
              </a:spcAft>
            </a:pPr>
            <a:r>
              <a:rPr sz="2100" b="0" i="0" lang="ar-EG" altLang="en-US">
                <a:solidFill>
                  <a:srgbClr val="1C2333"/>
                </a:solidFill>
                <a:latin typeface="Traditional Arabic"/>
              </a:rPr>
              <a:t>    نستخدم (in) مع الشهور والفصول والسنوات وفترات اليوم.</a:t>
            </a:r>
          </a:p>
          <a:p>
            <a:pPr rtl="0" algn="l">
              <a:spcAft>
                <a:spcPts val="600"/>
              </a:spcAft>
            </a:pPr>
            <a:r>
              <a:rPr sz="2000" b="1" i="0" lang="en-US">
                <a:solidFill>
                  <a:srgbClr val="947822"/>
                </a:solidFill>
                <a:latin typeface="Segoe UI"/>
              </a:rPr>
              <a:t>▶ on + days / dates / Friday morning</a:t>
            </a:r>
          </a:p>
          <a:p>
            <a:pPr rtl="1" algn="r">
              <a:spcAft>
                <a:spcPts val="600"/>
              </a:spcAft>
            </a:pPr>
            <a:r>
              <a:rPr sz="2100" b="0" i="0" lang="ar-EG" altLang="en-US">
                <a:solidFill>
                  <a:srgbClr val="1C2333"/>
                </a:solidFill>
                <a:latin typeface="Traditional Arabic"/>
              </a:rPr>
              <a:t>    نستخدم (on) مع أيام الأسبوع والتواريخ.</a:t>
            </a:r>
          </a:p>
          <a:p>
            <a:pPr rtl="0" algn="l">
              <a:spcAft>
                <a:spcPts val="600"/>
              </a:spcAft>
            </a:pPr>
            <a:r>
              <a:rPr sz="2000" b="1" i="0" lang="en-US">
                <a:solidFill>
                  <a:srgbClr val="947822"/>
                </a:solidFill>
                <a:latin typeface="Segoe UI"/>
              </a:rPr>
              <a:t>▶ at + o'clock / night / midnight / the weekend</a:t>
            </a:r>
          </a:p>
          <a:p>
            <a:pPr rtl="0" algn="l">
              <a:spcAft>
                <a:spcPts val="600"/>
              </a:spcAft>
            </a:pPr>
            <a:r>
              <a:rPr sz="1800" b="0" i="0" lang="en-US">
                <a:solidFill>
                  <a:srgbClr val="1C2333"/>
                </a:solidFill>
                <a:latin typeface="Segoe UI"/>
              </a:rPr>
              <a:t>    نستخدم (at) مع الساعات وكلمة night و midnight و the weekend.</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Saturday</a:t>
                      </a:r>
                    </a:p>
                  </a:txBody>
                  <a:tcPr>
                    <a:solidFill>
                      <a:srgbClr val="FFFFFF"/>
                    </a:solidFill>
                  </a:tcPr>
                </a:tc>
                <a:tc>
                  <a:txBody>
                    <a:bodyPr/>
                    <a:lstStyle/>
                    <a:p>
                      <a:pPr rtl="1" algn="r"/>
                      <a:r>
                        <a:rPr sz="1700" b="0" i="0" lang="ar-EG" altLang="en-US">
                          <a:solidFill>
                            <a:srgbClr val="1C2333"/>
                          </a:solidFill>
                          <a:latin typeface="Traditional Arabic"/>
                        </a:rPr>
                        <a:t>السبت</a:t>
                      </a:r>
                    </a:p>
                  </a:txBody>
                  <a:tcPr>
                    <a:solidFill>
                      <a:srgbClr val="FFFFFF"/>
                    </a:solidFill>
                  </a:tcPr>
                </a:tc>
                <a:tc>
                  <a:txBody>
                    <a:bodyPr/>
                    <a:lstStyle/>
                    <a:p>
                      <a:pPr rtl="0" algn="l"/>
                      <a:r>
                        <a:rPr sz="1500" b="1" i="0" lang="en-US">
                          <a:solidFill>
                            <a:srgbClr val="947822"/>
                          </a:solidFill>
                          <a:latin typeface="Segoe UI"/>
                        </a:rPr>
                        <a:t>Wednesday</a:t>
                      </a:r>
                    </a:p>
                  </a:txBody>
                  <a:tcPr>
                    <a:solidFill>
                      <a:srgbClr val="FFFFFF"/>
                    </a:solidFill>
                  </a:tcPr>
                </a:tc>
                <a:tc>
                  <a:txBody>
                    <a:bodyPr/>
                    <a:lstStyle/>
                    <a:p>
                      <a:pPr rtl="1" algn="r"/>
                      <a:r>
                        <a:rPr sz="1700" b="0" i="0" lang="ar-EG" altLang="en-US">
                          <a:solidFill>
                            <a:srgbClr val="1C2333"/>
                          </a:solidFill>
                          <a:latin typeface="Traditional Arabic"/>
                        </a:rPr>
                        <a:t>الأربعاء</a:t>
                      </a:r>
                    </a:p>
                  </a:txBody>
                  <a:tcPr>
                    <a:solidFill>
                      <a:srgbClr val="FFFFFF"/>
                    </a:solidFill>
                  </a:tcPr>
                </a:tc>
                <a:tc>
                  <a:txBody>
                    <a:bodyPr/>
                    <a:lstStyle/>
                    <a:p>
                      <a:pPr rtl="0" algn="l"/>
                      <a:r>
                        <a:rPr sz="1500" b="1" i="0" lang="en-US">
                          <a:solidFill>
                            <a:srgbClr val="947822"/>
                          </a:solidFill>
                          <a:latin typeface="Segoe UI"/>
                        </a:rPr>
                        <a:t>summer</a:t>
                      </a:r>
                    </a:p>
                  </a:txBody>
                  <a:tcPr>
                    <a:solidFill>
                      <a:srgbClr val="FFFFFF"/>
                    </a:solidFill>
                  </a:tcPr>
                </a:tc>
                <a:tc>
                  <a:txBody>
                    <a:bodyPr/>
                    <a:lstStyle/>
                    <a:p>
                      <a:pPr rtl="1" algn="r"/>
                      <a:r>
                        <a:rPr sz="1700" b="0" i="0" lang="ar-EG" altLang="en-US">
                          <a:solidFill>
                            <a:srgbClr val="1C2333"/>
                          </a:solidFill>
                          <a:latin typeface="Traditional Arabic"/>
                        </a:rPr>
                        <a:t>الصيف</a:t>
                      </a:r>
                    </a:p>
                  </a:txBody>
                  <a:tcPr>
                    <a:solidFill>
                      <a:srgbClr val="FFFFFF"/>
                    </a:solidFill>
                  </a:tcPr>
                </a:tc>
              </a:tr>
              <a:tr h="384048">
                <a:tc>
                  <a:txBody>
                    <a:bodyPr/>
                    <a:lstStyle/>
                    <a:p>
                      <a:pPr rtl="0" algn="l"/>
                      <a:r>
                        <a:rPr sz="1500" b="1" i="0" lang="en-US">
                          <a:solidFill>
                            <a:srgbClr val="947822"/>
                          </a:solidFill>
                          <a:latin typeface="Segoe UI"/>
                        </a:rPr>
                        <a:t>Sunday</a:t>
                      </a:r>
                    </a:p>
                  </a:txBody>
                  <a:tcPr>
                    <a:solidFill>
                      <a:srgbClr val="EEF3FA"/>
                    </a:solidFill>
                  </a:tcPr>
                </a:tc>
                <a:tc>
                  <a:txBody>
                    <a:bodyPr/>
                    <a:lstStyle/>
                    <a:p>
                      <a:pPr rtl="1" algn="r"/>
                      <a:r>
                        <a:rPr sz="1700" b="0" i="0" lang="ar-EG" altLang="en-US">
                          <a:solidFill>
                            <a:srgbClr val="1C2333"/>
                          </a:solidFill>
                          <a:latin typeface="Traditional Arabic"/>
                        </a:rPr>
                        <a:t>الأحد</a:t>
                      </a:r>
                    </a:p>
                  </a:txBody>
                  <a:tcPr>
                    <a:solidFill>
                      <a:srgbClr val="EEF3FA"/>
                    </a:solidFill>
                  </a:tcPr>
                </a:tc>
                <a:tc>
                  <a:txBody>
                    <a:bodyPr/>
                    <a:lstStyle/>
                    <a:p>
                      <a:pPr rtl="0" algn="l"/>
                      <a:r>
                        <a:rPr sz="1500" b="1" i="0" lang="en-US">
                          <a:solidFill>
                            <a:srgbClr val="947822"/>
                          </a:solidFill>
                          <a:latin typeface="Segoe UI"/>
                        </a:rPr>
                        <a:t>Thursday</a:t>
                      </a:r>
                    </a:p>
                  </a:txBody>
                  <a:tcPr>
                    <a:solidFill>
                      <a:srgbClr val="EEF3FA"/>
                    </a:solidFill>
                  </a:tcPr>
                </a:tc>
                <a:tc>
                  <a:txBody>
                    <a:bodyPr/>
                    <a:lstStyle/>
                    <a:p>
                      <a:pPr rtl="1" algn="r"/>
                      <a:r>
                        <a:rPr sz="1700" b="0" i="0" lang="ar-EG" altLang="en-US">
                          <a:solidFill>
                            <a:srgbClr val="1C2333"/>
                          </a:solidFill>
                          <a:latin typeface="Traditional Arabic"/>
                        </a:rPr>
                        <a:t>الخميس</a:t>
                      </a:r>
                    </a:p>
                  </a:txBody>
                  <a:tcPr>
                    <a:solidFill>
                      <a:srgbClr val="EEF3FA"/>
                    </a:solidFill>
                  </a:tcPr>
                </a:tc>
                <a:tc>
                  <a:txBody>
                    <a:bodyPr/>
                    <a:lstStyle/>
                    <a:p>
                      <a:pPr rtl="0" algn="l"/>
                      <a:r>
                        <a:rPr sz="1500" b="1" i="0" lang="en-US">
                          <a:solidFill>
                            <a:srgbClr val="947822"/>
                          </a:solidFill>
                          <a:latin typeface="Segoe UI"/>
                        </a:rPr>
                        <a:t>autumn / fall</a:t>
                      </a:r>
                    </a:p>
                  </a:txBody>
                  <a:tcPr>
                    <a:solidFill>
                      <a:srgbClr val="EEF3FA"/>
                    </a:solidFill>
                  </a:tcPr>
                </a:tc>
                <a:tc>
                  <a:txBody>
                    <a:bodyPr/>
                    <a:lstStyle/>
                    <a:p>
                      <a:pPr rtl="1" algn="r"/>
                      <a:r>
                        <a:rPr sz="1700" b="0" i="0" lang="ar-EG" altLang="en-US">
                          <a:solidFill>
                            <a:srgbClr val="1C2333"/>
                          </a:solidFill>
                          <a:latin typeface="Traditional Arabic"/>
                        </a:rPr>
                        <a:t>الخريف</a:t>
                      </a:r>
                    </a:p>
                  </a:txBody>
                  <a:tcPr>
                    <a:solidFill>
                      <a:srgbClr val="EEF3FA"/>
                    </a:solidFill>
                  </a:tcPr>
                </a:tc>
              </a:tr>
              <a:tr h="384048">
                <a:tc>
                  <a:txBody>
                    <a:bodyPr/>
                    <a:lstStyle/>
                    <a:p>
                      <a:pPr rtl="0" algn="l"/>
                      <a:r>
                        <a:rPr sz="1500" b="1" i="0" lang="en-US">
                          <a:solidFill>
                            <a:srgbClr val="947822"/>
                          </a:solidFill>
                          <a:latin typeface="Segoe UI"/>
                        </a:rPr>
                        <a:t>Monday</a:t>
                      </a:r>
                    </a:p>
                  </a:txBody>
                  <a:tcPr>
                    <a:solidFill>
                      <a:srgbClr val="FFFFFF"/>
                    </a:solidFill>
                  </a:tcPr>
                </a:tc>
                <a:tc>
                  <a:txBody>
                    <a:bodyPr/>
                    <a:lstStyle/>
                    <a:p>
                      <a:pPr rtl="1" algn="r"/>
                      <a:r>
                        <a:rPr sz="1700" b="0" i="0" lang="ar-EG" altLang="en-US">
                          <a:solidFill>
                            <a:srgbClr val="1C2333"/>
                          </a:solidFill>
                          <a:latin typeface="Traditional Arabic"/>
                        </a:rPr>
                        <a:t>الاثنين</a:t>
                      </a:r>
                    </a:p>
                  </a:txBody>
                  <a:tcPr>
                    <a:solidFill>
                      <a:srgbClr val="FFFFFF"/>
                    </a:solidFill>
                  </a:tcPr>
                </a:tc>
                <a:tc>
                  <a:txBody>
                    <a:bodyPr/>
                    <a:lstStyle/>
                    <a:p>
                      <a:pPr rtl="0" algn="l"/>
                      <a:r>
                        <a:rPr sz="1500" b="1" i="0" lang="en-US">
                          <a:solidFill>
                            <a:srgbClr val="947822"/>
                          </a:solidFill>
                          <a:latin typeface="Segoe UI"/>
                        </a:rPr>
                        <a:t>Friday</a:t>
                      </a:r>
                    </a:p>
                  </a:txBody>
                  <a:tcPr>
                    <a:solidFill>
                      <a:srgbClr val="FFFFFF"/>
                    </a:solidFill>
                  </a:tcPr>
                </a:tc>
                <a:tc>
                  <a:txBody>
                    <a:bodyPr/>
                    <a:lstStyle/>
                    <a:p>
                      <a:pPr rtl="1" algn="r"/>
                      <a:r>
                        <a:rPr sz="1700" b="0" i="0" lang="ar-EG" altLang="en-US">
                          <a:solidFill>
                            <a:srgbClr val="1C2333"/>
                          </a:solidFill>
                          <a:latin typeface="Traditional Arabic"/>
                        </a:rPr>
                        <a:t>الجمعة</a:t>
                      </a:r>
                    </a:p>
                  </a:txBody>
                  <a:tcPr>
                    <a:solidFill>
                      <a:srgbClr val="FFFFFF"/>
                    </a:solidFill>
                  </a:tcPr>
                </a:tc>
                <a:tc>
                  <a:txBody>
                    <a:bodyPr/>
                    <a:lstStyle/>
                    <a:p>
                      <a:pPr rtl="0" algn="l"/>
                      <a:r>
                        <a:rPr sz="1500" b="1" i="0" lang="en-US">
                          <a:solidFill>
                            <a:srgbClr val="947822"/>
                          </a:solidFill>
                          <a:latin typeface="Segoe UI"/>
                        </a:rPr>
                        <a:t>winter</a:t>
                      </a:r>
                    </a:p>
                  </a:txBody>
                  <a:tcPr>
                    <a:solidFill>
                      <a:srgbClr val="FFFFFF"/>
                    </a:solidFill>
                  </a:tcPr>
                </a:tc>
                <a:tc>
                  <a:txBody>
                    <a:bodyPr/>
                    <a:lstStyle/>
                    <a:p>
                      <a:pPr rtl="1" algn="r"/>
                      <a:r>
                        <a:rPr sz="1700" b="0" i="0" lang="ar-EG" altLang="en-US">
                          <a:solidFill>
                            <a:srgbClr val="1C2333"/>
                          </a:solidFill>
                          <a:latin typeface="Traditional Arabic"/>
                        </a:rPr>
                        <a:t>الشتاء</a:t>
                      </a:r>
                    </a:p>
                  </a:txBody>
                  <a:tcPr>
                    <a:solidFill>
                      <a:srgbClr val="FFFFFF"/>
                    </a:solidFill>
                  </a:tcPr>
                </a:tc>
              </a:tr>
              <a:tr h="384048">
                <a:tc>
                  <a:txBody>
                    <a:bodyPr/>
                    <a:lstStyle/>
                    <a:p>
                      <a:pPr rtl="0" algn="l"/>
                      <a:r>
                        <a:rPr sz="1500" b="1" i="0" lang="en-US">
                          <a:solidFill>
                            <a:srgbClr val="947822"/>
                          </a:solidFill>
                          <a:latin typeface="Segoe UI"/>
                        </a:rPr>
                        <a:t>Tuesday</a:t>
                      </a:r>
                    </a:p>
                  </a:txBody>
                  <a:tcPr>
                    <a:solidFill>
                      <a:srgbClr val="EEF3FA"/>
                    </a:solidFill>
                  </a:tcPr>
                </a:tc>
                <a:tc>
                  <a:txBody>
                    <a:bodyPr/>
                    <a:lstStyle/>
                    <a:p>
                      <a:pPr rtl="1" algn="r"/>
                      <a:r>
                        <a:rPr sz="1700" b="0" i="0" lang="ar-EG" altLang="en-US">
                          <a:solidFill>
                            <a:srgbClr val="1C2333"/>
                          </a:solidFill>
                          <a:latin typeface="Traditional Arabic"/>
                        </a:rPr>
                        <a:t>الثلاثاء</a:t>
                      </a:r>
                    </a:p>
                  </a:txBody>
                  <a:tcPr>
                    <a:solidFill>
                      <a:srgbClr val="EEF3FA"/>
                    </a:solidFill>
                  </a:tcPr>
                </a:tc>
                <a:tc>
                  <a:txBody>
                    <a:bodyPr/>
                    <a:lstStyle/>
                    <a:p>
                      <a:pPr rtl="0" algn="l"/>
                      <a:r>
                        <a:rPr sz="1500" b="1" i="0" lang="en-US">
                          <a:solidFill>
                            <a:srgbClr val="947822"/>
                          </a:solidFill>
                          <a:latin typeface="Segoe UI"/>
                        </a:rPr>
                        <a:t>spring</a:t>
                      </a:r>
                    </a:p>
                  </a:txBody>
                  <a:tcPr>
                    <a:solidFill>
                      <a:srgbClr val="EEF3FA"/>
                    </a:solidFill>
                  </a:tcPr>
                </a:tc>
                <a:tc>
                  <a:txBody>
                    <a:bodyPr/>
                    <a:lstStyle/>
                    <a:p>
                      <a:pPr rtl="1" algn="r"/>
                      <a:r>
                        <a:rPr sz="1700" b="0" i="0" lang="ar-EG" altLang="en-US">
                          <a:solidFill>
                            <a:srgbClr val="1C2333"/>
                          </a:solidFill>
                          <a:latin typeface="Traditional Arabic"/>
                        </a:rPr>
                        <a:t>الربيع</a:t>
                      </a:r>
                    </a:p>
                  </a:txBody>
                  <a:tcPr>
                    <a:solidFill>
                      <a:srgbClr val="EEF3FA"/>
                    </a:solidFill>
                  </a:tcPr>
                </a:tc>
                <a:tc>
                  <a:txBody>
                    <a:bodyPr/>
                    <a:lstStyle/>
                    <a:p>
                      <a:pPr rtl="0" algn="l"/>
                      <a:r>
                        <a:rPr sz="1500" b="1" i="0" lang="en-US">
                          <a:solidFill>
                            <a:srgbClr val="947822"/>
                          </a:solidFill>
                          <a:latin typeface="Segoe UI"/>
                        </a:rPr>
                        <a:t>seasons</a:t>
                      </a:r>
                    </a:p>
                  </a:txBody>
                  <a:tcPr>
                    <a:solidFill>
                      <a:srgbClr val="EEF3FA"/>
                    </a:solidFill>
                  </a:tcPr>
                </a:tc>
                <a:tc>
                  <a:txBody>
                    <a:bodyPr/>
                    <a:lstStyle/>
                    <a:p>
                      <a:pPr rtl="1" algn="r"/>
                      <a:r>
                        <a:rPr sz="1700" b="0" i="0" lang="ar-EG" altLang="en-US">
                          <a:solidFill>
                            <a:srgbClr val="1C2333"/>
                          </a:solidFill>
                          <a:latin typeface="Traditional Arabic"/>
                        </a:rPr>
                        <a:t>فصول السنة</a:t>
                      </a:r>
                    </a:p>
                  </a:txBody>
                  <a:tcPr>
                    <a:solidFill>
                      <a:srgbClr val="EEF3FA"/>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7822"/>
                          </a:solidFill>
                          <a:latin typeface="Segoe UI"/>
                        </a:rPr>
                        <a:t>January</a:t>
                      </a:r>
                    </a:p>
                  </a:txBody>
                  <a:tcPr>
                    <a:solidFill>
                      <a:srgbClr val="FFFFFF"/>
                    </a:solidFill>
                  </a:tcPr>
                </a:tc>
                <a:tc>
                  <a:txBody>
                    <a:bodyPr/>
                    <a:lstStyle/>
                    <a:p>
                      <a:pPr rtl="1" algn="r"/>
                      <a:r>
                        <a:rPr sz="1700" b="0" i="0" lang="ar-EG" altLang="en-US">
                          <a:solidFill>
                            <a:srgbClr val="1C2333"/>
                          </a:solidFill>
                          <a:latin typeface="Traditional Arabic"/>
                        </a:rPr>
                        <a:t>يناير</a:t>
                      </a:r>
                    </a:p>
                  </a:txBody>
                  <a:tcPr>
                    <a:solidFill>
                      <a:srgbClr val="FFFFFF"/>
                    </a:solidFill>
                  </a:tcPr>
                </a:tc>
                <a:tc>
                  <a:txBody>
                    <a:bodyPr/>
                    <a:lstStyle/>
                    <a:p>
                      <a:pPr rtl="0" algn="l"/>
                      <a:r>
                        <a:rPr sz="1500" b="1" i="0" lang="en-US">
                          <a:solidFill>
                            <a:srgbClr val="947822"/>
                          </a:solidFill>
                          <a:latin typeface="Segoe UI"/>
                        </a:rPr>
                        <a:t>May</a:t>
                      </a:r>
                    </a:p>
                  </a:txBody>
                  <a:tcPr>
                    <a:solidFill>
                      <a:srgbClr val="FFFFFF"/>
                    </a:solidFill>
                  </a:tcPr>
                </a:tc>
                <a:tc>
                  <a:txBody>
                    <a:bodyPr/>
                    <a:lstStyle/>
                    <a:p>
                      <a:pPr rtl="1" algn="r"/>
                      <a:r>
                        <a:rPr sz="1700" b="0" i="0" lang="ar-EG" altLang="en-US">
                          <a:solidFill>
                            <a:srgbClr val="1C2333"/>
                          </a:solidFill>
                          <a:latin typeface="Traditional Arabic"/>
                        </a:rPr>
                        <a:t>مايو</a:t>
                      </a:r>
                    </a:p>
                  </a:txBody>
                  <a:tcPr>
                    <a:solidFill>
                      <a:srgbClr val="FFFFFF"/>
                    </a:solidFill>
                  </a:tcPr>
                </a:tc>
                <a:tc>
                  <a:txBody>
                    <a:bodyPr/>
                    <a:lstStyle/>
                    <a:p>
                      <a:pPr rtl="0" algn="l"/>
                      <a:r>
                        <a:rPr sz="1500" b="1" i="0" lang="en-US">
                          <a:solidFill>
                            <a:srgbClr val="947822"/>
                          </a:solidFill>
                          <a:latin typeface="Segoe UI"/>
                        </a:rPr>
                        <a:t>September</a:t>
                      </a:r>
                    </a:p>
                  </a:txBody>
                  <a:tcPr>
                    <a:solidFill>
                      <a:srgbClr val="FFFFFF"/>
                    </a:solidFill>
                  </a:tcPr>
                </a:tc>
                <a:tc>
                  <a:txBody>
                    <a:bodyPr/>
                    <a:lstStyle/>
                    <a:p>
                      <a:pPr rtl="1" algn="r"/>
                      <a:r>
                        <a:rPr sz="1700" b="0" i="0" lang="ar-EG" altLang="en-US">
                          <a:solidFill>
                            <a:srgbClr val="1C2333"/>
                          </a:solidFill>
                          <a:latin typeface="Traditional Arabic"/>
                        </a:rPr>
                        <a:t>سبتمبر</a:t>
                      </a:r>
                    </a:p>
                  </a:txBody>
                  <a:tcPr>
                    <a:solidFill>
                      <a:srgbClr val="FFFFFF"/>
                    </a:solidFill>
                  </a:tcPr>
                </a:tc>
              </a:tr>
              <a:tr h="384048">
                <a:tc>
                  <a:txBody>
                    <a:bodyPr/>
                    <a:lstStyle/>
                    <a:p>
                      <a:pPr rtl="0" algn="l"/>
                      <a:r>
                        <a:rPr sz="1500" b="1" i="0" lang="en-US">
                          <a:solidFill>
                            <a:srgbClr val="947822"/>
                          </a:solidFill>
                          <a:latin typeface="Segoe UI"/>
                        </a:rPr>
                        <a:t>February</a:t>
                      </a:r>
                    </a:p>
                  </a:txBody>
                  <a:tcPr>
                    <a:solidFill>
                      <a:srgbClr val="EEF3FA"/>
                    </a:solidFill>
                  </a:tcPr>
                </a:tc>
                <a:tc>
                  <a:txBody>
                    <a:bodyPr/>
                    <a:lstStyle/>
                    <a:p>
                      <a:pPr rtl="1" algn="r"/>
                      <a:r>
                        <a:rPr sz="1700" b="0" i="0" lang="ar-EG" altLang="en-US">
                          <a:solidFill>
                            <a:srgbClr val="1C2333"/>
                          </a:solidFill>
                          <a:latin typeface="Traditional Arabic"/>
                        </a:rPr>
                        <a:t>فبراير</a:t>
                      </a:r>
                    </a:p>
                  </a:txBody>
                  <a:tcPr>
                    <a:solidFill>
                      <a:srgbClr val="EEF3FA"/>
                    </a:solidFill>
                  </a:tcPr>
                </a:tc>
                <a:tc>
                  <a:txBody>
                    <a:bodyPr/>
                    <a:lstStyle/>
                    <a:p>
                      <a:pPr rtl="0" algn="l"/>
                      <a:r>
                        <a:rPr sz="1500" b="1" i="0" lang="en-US">
                          <a:solidFill>
                            <a:srgbClr val="947822"/>
                          </a:solidFill>
                          <a:latin typeface="Segoe UI"/>
                        </a:rPr>
                        <a:t>June</a:t>
                      </a:r>
                    </a:p>
                  </a:txBody>
                  <a:tcPr>
                    <a:solidFill>
                      <a:srgbClr val="EEF3FA"/>
                    </a:solidFill>
                  </a:tcPr>
                </a:tc>
                <a:tc>
                  <a:txBody>
                    <a:bodyPr/>
                    <a:lstStyle/>
                    <a:p>
                      <a:pPr rtl="1" algn="r"/>
                      <a:r>
                        <a:rPr sz="1700" b="0" i="0" lang="ar-EG" altLang="en-US">
                          <a:solidFill>
                            <a:srgbClr val="1C2333"/>
                          </a:solidFill>
                          <a:latin typeface="Traditional Arabic"/>
                        </a:rPr>
                        <a:t>يونيو</a:t>
                      </a:r>
                    </a:p>
                  </a:txBody>
                  <a:tcPr>
                    <a:solidFill>
                      <a:srgbClr val="EEF3FA"/>
                    </a:solidFill>
                  </a:tcPr>
                </a:tc>
                <a:tc>
                  <a:txBody>
                    <a:bodyPr/>
                    <a:lstStyle/>
                    <a:p>
                      <a:pPr rtl="0" algn="l"/>
                      <a:r>
                        <a:rPr sz="1500" b="1" i="0" lang="en-US">
                          <a:solidFill>
                            <a:srgbClr val="947822"/>
                          </a:solidFill>
                          <a:latin typeface="Segoe UI"/>
                        </a:rPr>
                        <a:t>October</a:t>
                      </a:r>
                    </a:p>
                  </a:txBody>
                  <a:tcPr>
                    <a:solidFill>
                      <a:srgbClr val="EEF3FA"/>
                    </a:solidFill>
                  </a:tcPr>
                </a:tc>
                <a:tc>
                  <a:txBody>
                    <a:bodyPr/>
                    <a:lstStyle/>
                    <a:p>
                      <a:pPr rtl="1" algn="r"/>
                      <a:r>
                        <a:rPr sz="1700" b="0" i="0" lang="ar-EG" altLang="en-US">
                          <a:solidFill>
                            <a:srgbClr val="1C2333"/>
                          </a:solidFill>
                          <a:latin typeface="Traditional Arabic"/>
                        </a:rPr>
                        <a:t>أكتوبر</a:t>
                      </a:r>
                    </a:p>
                  </a:txBody>
                  <a:tcPr>
                    <a:solidFill>
                      <a:srgbClr val="EEF3FA"/>
                    </a:solidFill>
                  </a:tcPr>
                </a:tc>
              </a:tr>
              <a:tr h="384048">
                <a:tc>
                  <a:txBody>
                    <a:bodyPr/>
                    <a:lstStyle/>
                    <a:p>
                      <a:pPr rtl="0" algn="l"/>
                      <a:r>
                        <a:rPr sz="1500" b="1" i="0" lang="en-US">
                          <a:solidFill>
                            <a:srgbClr val="947822"/>
                          </a:solidFill>
                          <a:latin typeface="Segoe UI"/>
                        </a:rPr>
                        <a:t>March</a:t>
                      </a:r>
                    </a:p>
                  </a:txBody>
                  <a:tcPr>
                    <a:solidFill>
                      <a:srgbClr val="FFFFFF"/>
                    </a:solidFill>
                  </a:tcPr>
                </a:tc>
                <a:tc>
                  <a:txBody>
                    <a:bodyPr/>
                    <a:lstStyle/>
                    <a:p>
                      <a:pPr rtl="1" algn="r"/>
                      <a:r>
                        <a:rPr sz="1700" b="0" i="0" lang="ar-EG" altLang="en-US">
                          <a:solidFill>
                            <a:srgbClr val="1C2333"/>
                          </a:solidFill>
                          <a:latin typeface="Traditional Arabic"/>
                        </a:rPr>
                        <a:t>مارس</a:t>
                      </a:r>
                    </a:p>
                  </a:txBody>
                  <a:tcPr>
                    <a:solidFill>
                      <a:srgbClr val="FFFFFF"/>
                    </a:solidFill>
                  </a:tcPr>
                </a:tc>
                <a:tc>
                  <a:txBody>
                    <a:bodyPr/>
                    <a:lstStyle/>
                    <a:p>
                      <a:pPr rtl="0" algn="l"/>
                      <a:r>
                        <a:rPr sz="1500" b="1" i="0" lang="en-US">
                          <a:solidFill>
                            <a:srgbClr val="947822"/>
                          </a:solidFill>
                          <a:latin typeface="Segoe UI"/>
                        </a:rPr>
                        <a:t>July</a:t>
                      </a:r>
                    </a:p>
                  </a:txBody>
                  <a:tcPr>
                    <a:solidFill>
                      <a:srgbClr val="FFFFFF"/>
                    </a:solidFill>
                  </a:tcPr>
                </a:tc>
                <a:tc>
                  <a:txBody>
                    <a:bodyPr/>
                    <a:lstStyle/>
                    <a:p>
                      <a:pPr rtl="1" algn="r"/>
                      <a:r>
                        <a:rPr sz="1700" b="0" i="0" lang="ar-EG" altLang="en-US">
                          <a:solidFill>
                            <a:srgbClr val="1C2333"/>
                          </a:solidFill>
                          <a:latin typeface="Traditional Arabic"/>
                        </a:rPr>
                        <a:t>يوليو</a:t>
                      </a:r>
                    </a:p>
                  </a:txBody>
                  <a:tcPr>
                    <a:solidFill>
                      <a:srgbClr val="FFFFFF"/>
                    </a:solidFill>
                  </a:tcPr>
                </a:tc>
                <a:tc>
                  <a:txBody>
                    <a:bodyPr/>
                    <a:lstStyle/>
                    <a:p>
                      <a:pPr rtl="0" algn="l"/>
                      <a:r>
                        <a:rPr sz="1500" b="1" i="0" lang="en-US">
                          <a:solidFill>
                            <a:srgbClr val="947822"/>
                          </a:solidFill>
                          <a:latin typeface="Segoe UI"/>
                        </a:rPr>
                        <a:t>November</a:t>
                      </a:r>
                    </a:p>
                  </a:txBody>
                  <a:tcPr>
                    <a:solidFill>
                      <a:srgbClr val="FFFFFF"/>
                    </a:solidFill>
                  </a:tcPr>
                </a:tc>
                <a:tc>
                  <a:txBody>
                    <a:bodyPr/>
                    <a:lstStyle/>
                    <a:p>
                      <a:pPr rtl="1" algn="r"/>
                      <a:r>
                        <a:rPr sz="1700" b="0" i="0" lang="ar-EG" altLang="en-US">
                          <a:solidFill>
                            <a:srgbClr val="1C2333"/>
                          </a:solidFill>
                          <a:latin typeface="Traditional Arabic"/>
                        </a:rPr>
                        <a:t>نوفمبر</a:t>
                      </a:r>
                    </a:p>
                  </a:txBody>
                  <a:tcPr>
                    <a:solidFill>
                      <a:srgbClr val="FFFFFF"/>
                    </a:solidFill>
                  </a:tcPr>
                </a:tc>
              </a:tr>
              <a:tr h="384048">
                <a:tc>
                  <a:txBody>
                    <a:bodyPr/>
                    <a:lstStyle/>
                    <a:p>
                      <a:pPr rtl="0" algn="l"/>
                      <a:r>
                        <a:rPr sz="1500" b="1" i="0" lang="en-US">
                          <a:solidFill>
                            <a:srgbClr val="947822"/>
                          </a:solidFill>
                          <a:latin typeface="Segoe UI"/>
                        </a:rPr>
                        <a:t>April</a:t>
                      </a:r>
                    </a:p>
                  </a:txBody>
                  <a:tcPr>
                    <a:solidFill>
                      <a:srgbClr val="EEF3FA"/>
                    </a:solidFill>
                  </a:tcPr>
                </a:tc>
                <a:tc>
                  <a:txBody>
                    <a:bodyPr/>
                    <a:lstStyle/>
                    <a:p>
                      <a:pPr rtl="1" algn="r"/>
                      <a:r>
                        <a:rPr sz="1700" b="0" i="0" lang="ar-EG" altLang="en-US">
                          <a:solidFill>
                            <a:srgbClr val="1C2333"/>
                          </a:solidFill>
                          <a:latin typeface="Traditional Arabic"/>
                        </a:rPr>
                        <a:t>أبريل</a:t>
                      </a:r>
                    </a:p>
                  </a:txBody>
                  <a:tcPr>
                    <a:solidFill>
                      <a:srgbClr val="EEF3FA"/>
                    </a:solidFill>
                  </a:tcPr>
                </a:tc>
                <a:tc>
                  <a:txBody>
                    <a:bodyPr/>
                    <a:lstStyle/>
                    <a:p>
                      <a:pPr rtl="0" algn="l"/>
                      <a:r>
                        <a:rPr sz="1500" b="1" i="0" lang="en-US">
                          <a:solidFill>
                            <a:srgbClr val="947822"/>
                          </a:solidFill>
                          <a:latin typeface="Segoe UI"/>
                        </a:rPr>
                        <a:t>August</a:t>
                      </a:r>
                    </a:p>
                  </a:txBody>
                  <a:tcPr>
                    <a:solidFill>
                      <a:srgbClr val="EEF3FA"/>
                    </a:solidFill>
                  </a:tcPr>
                </a:tc>
                <a:tc>
                  <a:txBody>
                    <a:bodyPr/>
                    <a:lstStyle/>
                    <a:p>
                      <a:pPr rtl="1" algn="r"/>
                      <a:r>
                        <a:rPr sz="1700" b="0" i="0" lang="ar-EG" altLang="en-US">
                          <a:solidFill>
                            <a:srgbClr val="1C2333"/>
                          </a:solidFill>
                          <a:latin typeface="Traditional Arabic"/>
                        </a:rPr>
                        <a:t>أغسطس</a:t>
                      </a:r>
                    </a:p>
                  </a:txBody>
                  <a:tcPr>
                    <a:solidFill>
                      <a:srgbClr val="EEF3FA"/>
                    </a:solidFill>
                  </a:tcPr>
                </a:tc>
                <a:tc>
                  <a:txBody>
                    <a:bodyPr/>
                    <a:lstStyle/>
                    <a:p>
                      <a:pPr rtl="0" algn="l"/>
                      <a:r>
                        <a:rPr sz="1500" b="1" i="0" lang="en-US">
                          <a:solidFill>
                            <a:srgbClr val="947822"/>
                          </a:solidFill>
                          <a:latin typeface="Segoe UI"/>
                        </a:rPr>
                        <a:t>December</a:t>
                      </a:r>
                    </a:p>
                  </a:txBody>
                  <a:tcPr>
                    <a:solidFill>
                      <a:srgbClr val="EEF3FA"/>
                    </a:solidFill>
                  </a:tcPr>
                </a:tc>
                <a:tc>
                  <a:txBody>
                    <a:bodyPr/>
                    <a:lstStyle/>
                    <a:p>
                      <a:pPr rtl="1" algn="r"/>
                      <a:r>
                        <a:rPr sz="1700" b="0" i="0" lang="ar-EG" altLang="en-US">
                          <a:solidFill>
                            <a:srgbClr val="1C2333"/>
                          </a:solidFill>
                          <a:latin typeface="Traditional Arabic"/>
                        </a:rPr>
                        <a:t>ديسمبر</a:t>
                      </a:r>
                    </a:p>
                  </a:txBody>
                  <a:tcPr>
                    <a:solidFill>
                      <a:srgbClr val="EEF3FA"/>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2819323"/>
                <a:gridCol w="2819323"/>
                <a:gridCol w="2819323"/>
                <a:gridCol w="2819326"/>
              </a:tblGrid>
              <a:tr h="384048">
                <a:tc>
                  <a:txBody>
                    <a:bodyPr/>
                    <a:lstStyle/>
                    <a:p>
                      <a:pPr rtl="0" algn="l"/>
                      <a:r>
                        <a:rPr sz="1500" b="1" i="0" lang="en-US">
                          <a:solidFill>
                            <a:srgbClr val="947822"/>
                          </a:solidFill>
                          <a:latin typeface="Segoe UI"/>
                        </a:rPr>
                        <a:t>morning</a:t>
                      </a:r>
                    </a:p>
                  </a:txBody>
                  <a:tcPr>
                    <a:solidFill>
                      <a:srgbClr val="FFFFFF"/>
                    </a:solidFill>
                  </a:tcPr>
                </a:tc>
                <a:tc>
                  <a:txBody>
                    <a:bodyPr/>
                    <a:lstStyle/>
                    <a:p>
                      <a:pPr rtl="1" algn="r"/>
                      <a:r>
                        <a:rPr sz="1700" b="0" i="0" lang="ar-EG" altLang="en-US">
                          <a:solidFill>
                            <a:srgbClr val="1C2333"/>
                          </a:solidFill>
                          <a:latin typeface="Traditional Arabic"/>
                        </a:rPr>
                        <a:t>صباح</a:t>
                      </a:r>
                    </a:p>
                  </a:txBody>
                  <a:tcPr>
                    <a:solidFill>
                      <a:srgbClr val="FFFFFF"/>
                    </a:solidFill>
                  </a:tcPr>
                </a:tc>
                <a:tc>
                  <a:txBody>
                    <a:bodyPr/>
                    <a:lstStyle/>
                    <a:p>
                      <a:pPr rtl="0" algn="l"/>
                      <a:r>
                        <a:rPr sz="1500" b="1" i="0" lang="en-US">
                          <a:solidFill>
                            <a:srgbClr val="947822"/>
                          </a:solidFill>
                          <a:latin typeface="Segoe UI"/>
                        </a:rPr>
                        <a:t>night</a:t>
                      </a:r>
                    </a:p>
                  </a:txBody>
                  <a:tcPr>
                    <a:solidFill>
                      <a:srgbClr val="FFFFFF"/>
                    </a:solidFill>
                  </a:tcPr>
                </a:tc>
                <a:tc>
                  <a:txBody>
                    <a:bodyPr/>
                    <a:lstStyle/>
                    <a:p>
                      <a:pPr rtl="1" algn="r"/>
                      <a:r>
                        <a:rPr sz="1700" b="0" i="0" lang="ar-EG" altLang="en-US">
                          <a:solidFill>
                            <a:srgbClr val="1C2333"/>
                          </a:solidFill>
                          <a:latin typeface="Traditional Arabic"/>
                        </a:rPr>
                        <a:t>ليل</a:t>
                      </a:r>
                    </a:p>
                  </a:txBody>
                  <a:tcPr>
                    <a:solidFill>
                      <a:srgbClr val="FFFFFF"/>
                    </a:solidFill>
                  </a:tcPr>
                </a:tc>
              </a:tr>
              <a:tr h="384048">
                <a:tc>
                  <a:txBody>
                    <a:bodyPr/>
                    <a:lstStyle/>
                    <a:p>
                      <a:pPr rtl="0" algn="l"/>
                      <a:r>
                        <a:rPr sz="1500" b="1" i="0" lang="en-US">
                          <a:solidFill>
                            <a:srgbClr val="947822"/>
                          </a:solidFill>
                          <a:latin typeface="Segoe UI"/>
                        </a:rPr>
                        <a:t>evening</a:t>
                      </a:r>
                    </a:p>
                  </a:txBody>
                  <a:tcPr>
                    <a:solidFill>
                      <a:srgbClr val="EEF3FA"/>
                    </a:solidFill>
                  </a:tcPr>
                </a:tc>
                <a:tc>
                  <a:txBody>
                    <a:bodyPr/>
                    <a:lstStyle/>
                    <a:p>
                      <a:pPr rtl="1" algn="r"/>
                      <a:r>
                        <a:rPr sz="1700" b="0" i="0" lang="ar-EG" altLang="en-US">
                          <a:solidFill>
                            <a:srgbClr val="1C2333"/>
                          </a:solidFill>
                          <a:latin typeface="Traditional Arabic"/>
                        </a:rPr>
                        <a:t>مساء</a:t>
                      </a:r>
                    </a:p>
                  </a:txBody>
                  <a:tcPr>
                    <a:solidFill>
                      <a:srgbClr val="EEF3FA"/>
                    </a:solidFill>
                  </a:tcPr>
                </a:tc>
                <a:tc>
                  <a:txBody>
                    <a:bodyPr/>
                    <a:lstStyle/>
                    <a:p>
                      <a:pPr rtl="0" algn="l"/>
                      <a:r>
                        <a:rPr sz="1500" b="1" i="0" lang="en-US">
                          <a:solidFill>
                            <a:srgbClr val="947822"/>
                          </a:solidFill>
                          <a:latin typeface="Segoe UI"/>
                        </a:rPr>
                        <a:t>midday</a:t>
                      </a:r>
                    </a:p>
                  </a:txBody>
                  <a:tcPr>
                    <a:solidFill>
                      <a:srgbClr val="EEF3FA"/>
                    </a:solidFill>
                  </a:tcPr>
                </a:tc>
                <a:tc>
                  <a:txBody>
                    <a:bodyPr/>
                    <a:lstStyle/>
                    <a:p>
                      <a:pPr rtl="1" algn="r"/>
                      <a:r>
                        <a:rPr sz="1700" b="0" i="0" lang="ar-EG" altLang="en-US">
                          <a:solidFill>
                            <a:srgbClr val="1C2333"/>
                          </a:solidFill>
                          <a:latin typeface="Traditional Arabic"/>
                        </a:rPr>
                        <a:t>منتصف النهار</a:t>
                      </a:r>
                    </a:p>
                  </a:txBody>
                  <a:tcPr>
                    <a:solidFill>
                      <a:srgbClr val="EEF3FA"/>
                    </a:solidFill>
                  </a:tcPr>
                </a:tc>
              </a:tr>
              <a:tr h="384048">
                <a:tc>
                  <a:txBody>
                    <a:bodyPr/>
                    <a:lstStyle/>
                    <a:p>
                      <a:pPr rtl="0" algn="l"/>
                      <a:r>
                        <a:rPr sz="1500" b="1" i="0" lang="en-US">
                          <a:solidFill>
                            <a:srgbClr val="947822"/>
                          </a:solidFill>
                          <a:latin typeface="Segoe UI"/>
                        </a:rPr>
                        <a:t>afternoon</a:t>
                      </a:r>
                    </a:p>
                  </a:txBody>
                  <a:tcPr>
                    <a:solidFill>
                      <a:srgbClr val="FFFFFF"/>
                    </a:solidFill>
                  </a:tcPr>
                </a:tc>
                <a:tc>
                  <a:txBody>
                    <a:bodyPr/>
                    <a:lstStyle/>
                    <a:p>
                      <a:pPr rtl="1" algn="r"/>
                      <a:r>
                        <a:rPr sz="1700" b="0" i="0" lang="ar-EG" altLang="en-US">
                          <a:solidFill>
                            <a:srgbClr val="1C2333"/>
                          </a:solidFill>
                          <a:latin typeface="Traditional Arabic"/>
                        </a:rPr>
                        <a:t>بعد الظهر</a:t>
                      </a:r>
                    </a:p>
                  </a:txBody>
                  <a:tcPr>
                    <a:solidFill>
                      <a:srgbClr val="FFFFFF"/>
                    </a:solidFill>
                  </a:tcPr>
                </a:tc>
                <a:tc>
                  <a:txBody>
                    <a:bodyPr/>
                    <a:lstStyle/>
                    <a:p>
                      <a:pPr rtl="0" algn="l"/>
                      <a:r>
                        <a:rPr sz="1500" b="1" i="0" lang="en-US">
                          <a:solidFill>
                            <a:srgbClr val="947822"/>
                          </a:solidFill>
                          <a:latin typeface="Segoe UI"/>
                        </a:rPr>
                        <a:t>midnight</a:t>
                      </a:r>
                    </a:p>
                  </a:txBody>
                  <a:tcPr>
                    <a:solidFill>
                      <a:srgbClr val="FFFFFF"/>
                    </a:solidFill>
                  </a:tcPr>
                </a:tc>
                <a:tc>
                  <a:txBody>
                    <a:bodyPr/>
                    <a:lstStyle/>
                    <a:p>
                      <a:pPr rtl="1" algn="r"/>
                      <a:r>
                        <a:rPr sz="1700" b="0" i="0" lang="ar-EG" altLang="en-US">
                          <a:solidFill>
                            <a:srgbClr val="1C2333"/>
                          </a:solidFill>
                          <a:latin typeface="Traditional Arabic"/>
                        </a:rPr>
                        <a:t>منتصف الليل</a:t>
                      </a:r>
                    </a:p>
                  </a:txBody>
                  <a:tcPr>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We have a meeting …… Friday.   (in – on – at)</a:t>
            </a:r>
          </a:p>
          <a:p>
            <a:pPr rtl="0" algn="l">
              <a:spcAft>
                <a:spcPts val="800"/>
              </a:spcAft>
            </a:pPr>
            <a:r>
              <a:rPr sz="1800" b="0" i="0" lang="en-US">
                <a:solidFill>
                  <a:srgbClr val="1C2333"/>
                </a:solidFill>
                <a:latin typeface="Segoe UI"/>
              </a:rPr>
              <a:t>2) My birthday is …… July.   (in – on – at)</a:t>
            </a:r>
          </a:p>
          <a:p>
            <a:pPr rtl="0" algn="l">
              <a:spcAft>
                <a:spcPts val="800"/>
              </a:spcAft>
            </a:pPr>
            <a:r>
              <a:rPr sz="1800" b="0" i="0" lang="en-US">
                <a:solidFill>
                  <a:srgbClr val="1C2333"/>
                </a:solidFill>
                <a:latin typeface="Segoe UI"/>
              </a:rPr>
              <a:t>3) The train leaves …… 6 o'clock.   (in – on – at)</a:t>
            </a:r>
          </a:p>
          <a:p>
            <a:pPr rtl="0" algn="l">
              <a:spcAft>
                <a:spcPts val="800"/>
              </a:spcAft>
            </a:pPr>
            <a:r>
              <a:rPr sz="1800" b="0" i="0" lang="en-US">
                <a:solidFill>
                  <a:srgbClr val="1C2333"/>
                </a:solidFill>
                <a:latin typeface="Segoe UI"/>
              </a:rPr>
              <a:t>4) I was born …… 2005.   (in – on – at)</a:t>
            </a:r>
          </a:p>
          <a:p>
            <a:pPr rtl="0" algn="l">
              <a:spcAft>
                <a:spcPts val="800"/>
              </a:spcAft>
            </a:pPr>
            <a:r>
              <a:rPr sz="1800" b="0" i="0" lang="en-US">
                <a:solidFill>
                  <a:srgbClr val="1C2333"/>
                </a:solidFill>
                <a:latin typeface="Segoe UI"/>
              </a:rPr>
              <a:t>5) We'll go out …… the weekend.   (in – on – at)</a:t>
            </a:r>
          </a:p>
          <a:p>
            <a:pPr rtl="0" algn="l">
              <a:spcAft>
                <a:spcPts val="800"/>
              </a:spcAft>
            </a:pPr>
            <a:r>
              <a:rPr sz="1800" b="0" i="0" lang="en-US">
                <a:solidFill>
                  <a:srgbClr val="1C2333"/>
                </a:solidFill>
                <a:latin typeface="Segoe UI"/>
              </a:rPr>
              <a:t>6) He always wakes up early …… the morning.   (in – on – at)</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We have a meeting …… Friday.   (in – on – at)</a:t>
            </a:r>
          </a:p>
          <a:p>
            <a:pPr lvl="1" rtl="0" algn="l">
              <a:spcAft>
                <a:spcPts val="700"/>
              </a:spcAft>
            </a:pPr>
            <a:r>
              <a:rPr sz="1600" b="1" i="0" lang="en-US">
                <a:solidFill>
                  <a:srgbClr val="0F7A3D"/>
                </a:solidFill>
                <a:latin typeface="Segoe UI"/>
              </a:rPr>
              <a:t>✔ on</a:t>
            </a:r>
          </a:p>
          <a:p>
            <a:pPr rtl="0" algn="l">
              <a:spcAft>
                <a:spcPts val="300"/>
              </a:spcAft>
            </a:pPr>
            <a:r>
              <a:rPr sz="1700" b="0" i="0" lang="en-US">
                <a:solidFill>
                  <a:srgbClr val="1C2333"/>
                </a:solidFill>
                <a:latin typeface="Segoe UI"/>
              </a:rPr>
              <a:t>2) My birthday is …… July.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3) The train leaves …… 6 o'clock.   (in – on – at)</a:t>
            </a:r>
          </a:p>
          <a:p>
            <a:pPr lvl="1" rtl="0" algn="l">
              <a:spcAft>
                <a:spcPts val="700"/>
              </a:spcAft>
            </a:pPr>
            <a:r>
              <a:rPr sz="1600" b="1" i="0" lang="en-US">
                <a:solidFill>
                  <a:srgbClr val="0F7A3D"/>
                </a:solidFill>
                <a:latin typeface="Segoe UI"/>
              </a:rPr>
              <a:t>✔ at</a:t>
            </a:r>
          </a:p>
          <a:p>
            <a:pPr rtl="0" algn="l">
              <a:spcAft>
                <a:spcPts val="300"/>
              </a:spcAft>
            </a:pPr>
            <a:r>
              <a:rPr sz="1700" b="0" i="0" lang="en-US">
                <a:solidFill>
                  <a:srgbClr val="1C2333"/>
                </a:solidFill>
                <a:latin typeface="Segoe UI"/>
              </a:rPr>
              <a:t>4) I was born …… 2005.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5) We'll go out …… the weekend.   (in – on – at)</a:t>
            </a:r>
          </a:p>
          <a:p>
            <a:pPr lvl="1" rtl="0" algn="l">
              <a:spcAft>
                <a:spcPts val="700"/>
              </a:spcAft>
            </a:pPr>
            <a:r>
              <a:rPr sz="1600" b="1" i="0" lang="en-US">
                <a:solidFill>
                  <a:srgbClr val="0F7A3D"/>
                </a:solidFill>
                <a:latin typeface="Segoe UI"/>
              </a:rPr>
              <a:t>✔ at</a:t>
            </a:r>
          </a:p>
          <a:p>
            <a:pPr rtl="0" algn="l">
              <a:spcAft>
                <a:spcPts val="300"/>
              </a:spcAft>
            </a:pPr>
            <a:r>
              <a:rPr sz="1700" b="0" i="0" lang="en-US">
                <a:solidFill>
                  <a:srgbClr val="1C2333"/>
                </a:solidFill>
                <a:latin typeface="Segoe UI"/>
              </a:rPr>
              <a:t>6) He always wakes up early …… the morning.   (in – on – at)</a:t>
            </a:r>
          </a:p>
          <a:p>
            <a:pPr lvl="1" rtl="0" algn="l">
              <a:spcAft>
                <a:spcPts val="700"/>
              </a:spcAft>
            </a:pPr>
            <a:r>
              <a:rPr sz="1600" b="1" i="0" lang="en-US">
                <a:solidFill>
                  <a:srgbClr val="0F7A3D"/>
                </a:solidFill>
                <a:latin typeface="Segoe UI"/>
              </a:rPr>
              <a:t>✔ in</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 concert is …… night.   (in – on – at)</a:t>
            </a:r>
          </a:p>
          <a:p>
            <a:pPr rtl="0" algn="l">
              <a:spcAft>
                <a:spcPts val="800"/>
              </a:spcAft>
            </a:pPr>
            <a:r>
              <a:rPr sz="1800" b="0" i="0" lang="en-US">
                <a:solidFill>
                  <a:srgbClr val="1C2333"/>
                </a:solidFill>
                <a:latin typeface="Segoe UI"/>
              </a:rPr>
              <a:t>8) We had lunch …… the afternoon.   (in – on – at)</a:t>
            </a:r>
          </a:p>
          <a:p>
            <a:pPr rtl="0" algn="l">
              <a:spcAft>
                <a:spcPts val="800"/>
              </a:spcAft>
            </a:pPr>
            <a:r>
              <a:rPr sz="1800" b="0" i="0" lang="en-US">
                <a:solidFill>
                  <a:srgbClr val="1C2333"/>
                </a:solidFill>
                <a:latin typeface="Segoe UI"/>
              </a:rPr>
              <a:t>9) My brother was born …… March.   (in – on – at)</a:t>
            </a:r>
          </a:p>
          <a:p>
            <a:pPr rtl="0" algn="l">
              <a:spcAft>
                <a:spcPts val="800"/>
              </a:spcAft>
            </a:pPr>
            <a:r>
              <a:rPr sz="1800" b="0" i="0" lang="en-US">
                <a:solidFill>
                  <a:srgbClr val="1C2333"/>
                </a:solidFill>
                <a:latin typeface="Segoe UI"/>
              </a:rPr>
              <a:t>10) She goes to the gym …… Mondays.   (in – on – at)</a:t>
            </a:r>
          </a:p>
          <a:p>
            <a:pPr rtl="0" algn="l">
              <a:spcAft>
                <a:spcPts val="800"/>
              </a:spcAft>
            </a:pPr>
            <a:r>
              <a:rPr sz="1800" b="0" i="0" lang="en-US">
                <a:solidFill>
                  <a:srgbClr val="1C2333"/>
                </a:solidFill>
                <a:latin typeface="Segoe UI"/>
              </a:rPr>
              <a:t>11) The meeting is …… 3 p.m.   (in – on – at)</a:t>
            </a:r>
          </a:p>
          <a:p>
            <a:pPr rtl="0" algn="l">
              <a:spcAft>
                <a:spcPts val="800"/>
              </a:spcAft>
            </a:pPr>
            <a:r>
              <a:rPr sz="1800" b="0" i="0" lang="en-US">
                <a:solidFill>
                  <a:srgbClr val="1C2333"/>
                </a:solidFill>
                <a:latin typeface="Segoe UI"/>
              </a:rPr>
              <a:t>12) He moved to London …… winter.   (in – on – at)</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 concert is …… night.   (in – on – at)</a:t>
            </a:r>
          </a:p>
          <a:p>
            <a:pPr lvl="1" rtl="0" algn="l">
              <a:spcAft>
                <a:spcPts val="700"/>
              </a:spcAft>
            </a:pPr>
            <a:r>
              <a:rPr sz="1600" b="1" i="0" lang="en-US">
                <a:solidFill>
                  <a:srgbClr val="0F7A3D"/>
                </a:solidFill>
                <a:latin typeface="Segoe UI"/>
              </a:rPr>
              <a:t>✔ at</a:t>
            </a:r>
          </a:p>
          <a:p>
            <a:pPr rtl="0" algn="l">
              <a:spcAft>
                <a:spcPts val="300"/>
              </a:spcAft>
            </a:pPr>
            <a:r>
              <a:rPr sz="1700" b="0" i="0" lang="en-US">
                <a:solidFill>
                  <a:srgbClr val="1C2333"/>
                </a:solidFill>
                <a:latin typeface="Segoe UI"/>
              </a:rPr>
              <a:t>8) We had lunch …… the afternoon.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9) My brother was born …… March.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10) She goes to the gym …… Mondays.   (in – on – at)</a:t>
            </a:r>
          </a:p>
          <a:p>
            <a:pPr lvl="1" rtl="0" algn="l">
              <a:spcAft>
                <a:spcPts val="700"/>
              </a:spcAft>
            </a:pPr>
            <a:r>
              <a:rPr sz="1600" b="1" i="0" lang="en-US">
                <a:solidFill>
                  <a:srgbClr val="0F7A3D"/>
                </a:solidFill>
                <a:latin typeface="Segoe UI"/>
              </a:rPr>
              <a:t>✔ on</a:t>
            </a:r>
          </a:p>
          <a:p>
            <a:pPr rtl="0" algn="l">
              <a:spcAft>
                <a:spcPts val="300"/>
              </a:spcAft>
            </a:pPr>
            <a:r>
              <a:rPr sz="1700" b="0" i="0" lang="en-US">
                <a:solidFill>
                  <a:srgbClr val="1C2333"/>
                </a:solidFill>
                <a:latin typeface="Segoe UI"/>
              </a:rPr>
              <a:t>11) The meeting is …… 3 p.m.   (in – on – at)</a:t>
            </a:r>
          </a:p>
          <a:p>
            <a:pPr lvl="1" rtl="0" algn="l">
              <a:spcAft>
                <a:spcPts val="700"/>
              </a:spcAft>
            </a:pPr>
            <a:r>
              <a:rPr sz="1600" b="1" i="0" lang="en-US">
                <a:solidFill>
                  <a:srgbClr val="0F7A3D"/>
                </a:solidFill>
                <a:latin typeface="Segoe UI"/>
              </a:rPr>
              <a:t>✔ at</a:t>
            </a:r>
          </a:p>
          <a:p>
            <a:pPr rtl="0" algn="l">
              <a:spcAft>
                <a:spcPts val="300"/>
              </a:spcAft>
            </a:pPr>
            <a:r>
              <a:rPr sz="1700" b="0" i="0" lang="en-US">
                <a:solidFill>
                  <a:srgbClr val="1C2333"/>
                </a:solidFill>
                <a:latin typeface="Segoe UI"/>
              </a:rPr>
              <a:t>12) He moved to London …… winter.   (in – on – at)</a:t>
            </a:r>
          </a:p>
          <a:p>
            <a:pPr lvl="1" rtl="0" algn="l">
              <a:spcAft>
                <a:spcPts val="700"/>
              </a:spcAft>
            </a:pPr>
            <a:r>
              <a:rPr sz="1600" b="1" i="0" lang="en-US">
                <a:solidFill>
                  <a:srgbClr val="0F7A3D"/>
                </a:solidFill>
                <a:latin typeface="Segoe UI"/>
              </a:rPr>
              <a:t>✔ in</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I'll call you …… the morning.   (in – on – at)</a:t>
            </a:r>
          </a:p>
          <a:p>
            <a:pPr rtl="0" algn="l">
              <a:spcAft>
                <a:spcPts val="800"/>
              </a:spcAft>
            </a:pPr>
            <a:r>
              <a:rPr sz="1800" b="0" i="0" lang="en-US">
                <a:solidFill>
                  <a:srgbClr val="1C2333"/>
                </a:solidFill>
                <a:latin typeface="Segoe UI"/>
              </a:rPr>
              <a:t>14) My parents got married …… 1990.   (in – on – at)</a:t>
            </a:r>
          </a:p>
          <a:p>
            <a:pPr rtl="0" algn="l">
              <a:spcAft>
                <a:spcPts val="800"/>
              </a:spcAft>
            </a:pPr>
            <a:r>
              <a:rPr sz="1800" b="0" i="0" lang="en-US">
                <a:solidFill>
                  <a:srgbClr val="1C2333"/>
                </a:solidFill>
                <a:latin typeface="Segoe UI"/>
              </a:rPr>
              <a:t>15) He arrived …… Tuesday afternoon.   (in – on – at)</a:t>
            </a:r>
          </a:p>
          <a:p>
            <a:pPr rtl="0" algn="l">
              <a:spcAft>
                <a:spcPts val="800"/>
              </a:spcAft>
            </a:pPr>
            <a:r>
              <a:rPr sz="1800" b="0" i="0" lang="en-US">
                <a:solidFill>
                  <a:srgbClr val="1C2333"/>
                </a:solidFill>
                <a:latin typeface="Segoe UI"/>
              </a:rPr>
              <a:t>16) I'll go on vacation …… August.   (in – on – at)</a:t>
            </a:r>
          </a:p>
          <a:p>
            <a:pPr rtl="0" algn="l">
              <a:spcAft>
                <a:spcPts val="800"/>
              </a:spcAft>
            </a:pPr>
            <a:r>
              <a:rPr sz="1800" b="0" i="0" lang="en-US">
                <a:solidFill>
                  <a:srgbClr val="1C2333"/>
                </a:solidFill>
                <a:latin typeface="Segoe UI"/>
              </a:rPr>
              <a:t>17) He was sleeping …… midnight.   (in – on – at)</a:t>
            </a:r>
          </a:p>
          <a:p>
            <a:pPr rtl="0" algn="l">
              <a:spcAft>
                <a:spcPts val="800"/>
              </a:spcAft>
            </a:pPr>
            <a:r>
              <a:rPr sz="1800" b="0" i="0" lang="en-US">
                <a:solidFill>
                  <a:srgbClr val="1C2333"/>
                </a:solidFill>
                <a:latin typeface="Segoe UI"/>
              </a:rPr>
              <a:t>18) We met …… Sunday morning.   (in – on – at)</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A) Put (in – on – at)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I'll call you …… the morning.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14) My parents got married …… 1990.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15) He arrived …… Tuesday afternoon.   (in – on – at)</a:t>
            </a:r>
          </a:p>
          <a:p>
            <a:pPr lvl="1" rtl="0" algn="l">
              <a:spcAft>
                <a:spcPts val="700"/>
              </a:spcAft>
            </a:pPr>
            <a:r>
              <a:rPr sz="1600" b="1" i="0" lang="en-US">
                <a:solidFill>
                  <a:srgbClr val="0F7A3D"/>
                </a:solidFill>
                <a:latin typeface="Segoe UI"/>
              </a:rPr>
              <a:t>✔ on</a:t>
            </a:r>
          </a:p>
          <a:p>
            <a:pPr rtl="0" algn="l">
              <a:spcAft>
                <a:spcPts val="300"/>
              </a:spcAft>
            </a:pPr>
            <a:r>
              <a:rPr sz="1700" b="0" i="0" lang="en-US">
                <a:solidFill>
                  <a:srgbClr val="1C2333"/>
                </a:solidFill>
                <a:latin typeface="Segoe UI"/>
              </a:rPr>
              <a:t>16) I'll go on vacation …… August.   (in – on – at)</a:t>
            </a:r>
          </a:p>
          <a:p>
            <a:pPr lvl="1" rtl="0" algn="l">
              <a:spcAft>
                <a:spcPts val="700"/>
              </a:spcAft>
            </a:pPr>
            <a:r>
              <a:rPr sz="1600" b="1" i="0" lang="en-US">
                <a:solidFill>
                  <a:srgbClr val="0F7A3D"/>
                </a:solidFill>
                <a:latin typeface="Segoe UI"/>
              </a:rPr>
              <a:t>✔ in</a:t>
            </a:r>
          </a:p>
          <a:p>
            <a:pPr rtl="0" algn="l">
              <a:spcAft>
                <a:spcPts val="300"/>
              </a:spcAft>
            </a:pPr>
            <a:r>
              <a:rPr sz="1700" b="0" i="0" lang="en-US">
                <a:solidFill>
                  <a:srgbClr val="1C2333"/>
                </a:solidFill>
                <a:latin typeface="Segoe UI"/>
              </a:rPr>
              <a:t>17) He was sleeping …… midnight.   (in – on – at)</a:t>
            </a:r>
          </a:p>
          <a:p>
            <a:pPr lvl="1" rtl="0" algn="l">
              <a:spcAft>
                <a:spcPts val="700"/>
              </a:spcAft>
            </a:pPr>
            <a:r>
              <a:rPr sz="1600" b="1" i="0" lang="en-US">
                <a:solidFill>
                  <a:srgbClr val="0F7A3D"/>
                </a:solidFill>
                <a:latin typeface="Segoe UI"/>
              </a:rPr>
              <a:t>✔ at</a:t>
            </a:r>
          </a:p>
          <a:p>
            <a:pPr rtl="0" algn="l">
              <a:spcAft>
                <a:spcPts val="300"/>
              </a:spcAft>
            </a:pPr>
            <a:r>
              <a:rPr sz="1700" b="0" i="0" lang="en-US">
                <a:solidFill>
                  <a:srgbClr val="1C2333"/>
                </a:solidFill>
                <a:latin typeface="Segoe UI"/>
              </a:rPr>
              <a:t>18) We met …… Sunday morning.   (in – on – at)</a:t>
            </a:r>
          </a:p>
          <a:p>
            <a:pPr lvl="1" rtl="0" algn="l">
              <a:spcAft>
                <a:spcPts val="700"/>
              </a:spcAft>
            </a:pPr>
            <a:r>
              <a:rPr sz="1600" b="1" i="0" lang="en-US">
                <a:solidFill>
                  <a:srgbClr val="0F7A3D"/>
                </a:solidFill>
                <a:latin typeface="Segoe UI"/>
              </a:rPr>
              <a:t>✔ on</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We have an exam in Monday.</a:t>
            </a:r>
          </a:p>
          <a:p>
            <a:pPr rtl="0" algn="l">
              <a:spcAft>
                <a:spcPts val="800"/>
              </a:spcAft>
            </a:pPr>
            <a:r>
              <a:rPr sz="1800" b="0" i="0" lang="en-US">
                <a:solidFill>
                  <a:srgbClr val="1C2333"/>
                </a:solidFill>
                <a:latin typeface="Segoe UI"/>
              </a:rPr>
              <a:t>2) The train arrives on 8 o'clock.</a:t>
            </a:r>
          </a:p>
          <a:p>
            <a:pPr rtl="0" algn="l">
              <a:spcAft>
                <a:spcPts val="800"/>
              </a:spcAft>
            </a:pPr>
            <a:r>
              <a:rPr sz="1800" b="0" i="0" lang="en-US">
                <a:solidFill>
                  <a:srgbClr val="1C2333"/>
                </a:solidFill>
                <a:latin typeface="Segoe UI"/>
              </a:rPr>
              <a:t>3) I was born at 2007.</a:t>
            </a:r>
          </a:p>
          <a:p>
            <a:pPr rtl="0" algn="l">
              <a:spcAft>
                <a:spcPts val="800"/>
              </a:spcAft>
            </a:pPr>
            <a:r>
              <a:rPr sz="1800" b="0" i="0" lang="en-US">
                <a:solidFill>
                  <a:srgbClr val="1C2333"/>
                </a:solidFill>
                <a:latin typeface="Segoe UI"/>
              </a:rPr>
              <a:t>4) The meeting is on night.</a:t>
            </a:r>
          </a:p>
          <a:p>
            <a:pPr rtl="0" algn="l">
              <a:spcAft>
                <a:spcPts val="800"/>
              </a:spcAft>
            </a:pPr>
            <a:r>
              <a:rPr sz="1800" b="0" i="0" lang="en-US">
                <a:solidFill>
                  <a:srgbClr val="1C2333"/>
                </a:solidFill>
                <a:latin typeface="Segoe UI"/>
              </a:rPr>
              <a:t>5) She likes reading at the evening.</a:t>
            </a:r>
          </a:p>
          <a:p>
            <a:pPr rtl="0" algn="l">
              <a:spcAft>
                <a:spcPts val="800"/>
              </a:spcAft>
            </a:pPr>
            <a:r>
              <a:rPr sz="1800" b="0" i="0" lang="en-US">
                <a:solidFill>
                  <a:srgbClr val="1C2333"/>
                </a:solidFill>
                <a:latin typeface="Segoe UI"/>
              </a:rPr>
              <a:t>6) My birthday is at July.</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We have an exam in Monday.</a:t>
            </a:r>
          </a:p>
          <a:p>
            <a:pPr lvl="1" rtl="0" algn="l">
              <a:spcAft>
                <a:spcPts val="700"/>
              </a:spcAft>
            </a:pPr>
            <a:r>
              <a:rPr sz="1600" b="1" i="0" lang="en-US">
                <a:solidFill>
                  <a:srgbClr val="0F7A3D"/>
                </a:solidFill>
                <a:latin typeface="Segoe UI"/>
              </a:rPr>
              <a:t>✔ We have an exam on Monday.</a:t>
            </a:r>
          </a:p>
          <a:p>
            <a:pPr rtl="0" algn="l">
              <a:spcAft>
                <a:spcPts val="300"/>
              </a:spcAft>
            </a:pPr>
            <a:r>
              <a:rPr sz="1700" b="0" i="0" lang="en-US">
                <a:solidFill>
                  <a:srgbClr val="1C2333"/>
                </a:solidFill>
                <a:latin typeface="Segoe UI"/>
              </a:rPr>
              <a:t>2) The train arrives on 8 o'clock.</a:t>
            </a:r>
          </a:p>
          <a:p>
            <a:pPr lvl="1" rtl="0" algn="l">
              <a:spcAft>
                <a:spcPts val="700"/>
              </a:spcAft>
            </a:pPr>
            <a:r>
              <a:rPr sz="1600" b="1" i="0" lang="en-US">
                <a:solidFill>
                  <a:srgbClr val="0F7A3D"/>
                </a:solidFill>
                <a:latin typeface="Segoe UI"/>
              </a:rPr>
              <a:t>✔ The train arrives at 8 o'clock.</a:t>
            </a:r>
          </a:p>
          <a:p>
            <a:pPr rtl="0" algn="l">
              <a:spcAft>
                <a:spcPts val="300"/>
              </a:spcAft>
            </a:pPr>
            <a:r>
              <a:rPr sz="1700" b="0" i="0" lang="en-US">
                <a:solidFill>
                  <a:srgbClr val="1C2333"/>
                </a:solidFill>
                <a:latin typeface="Segoe UI"/>
              </a:rPr>
              <a:t>3) I was born at 2007.</a:t>
            </a:r>
          </a:p>
          <a:p>
            <a:pPr lvl="1" rtl="0" algn="l">
              <a:spcAft>
                <a:spcPts val="700"/>
              </a:spcAft>
            </a:pPr>
            <a:r>
              <a:rPr sz="1600" b="1" i="0" lang="en-US">
                <a:solidFill>
                  <a:srgbClr val="0F7A3D"/>
                </a:solidFill>
                <a:latin typeface="Segoe UI"/>
              </a:rPr>
              <a:t>✔ I was born in 2007.</a:t>
            </a:r>
          </a:p>
          <a:p>
            <a:pPr rtl="0" algn="l">
              <a:spcAft>
                <a:spcPts val="300"/>
              </a:spcAft>
            </a:pPr>
            <a:r>
              <a:rPr sz="1700" b="0" i="0" lang="en-US">
                <a:solidFill>
                  <a:srgbClr val="1C2333"/>
                </a:solidFill>
                <a:latin typeface="Segoe UI"/>
              </a:rPr>
              <a:t>4) The meeting is on night.</a:t>
            </a:r>
          </a:p>
          <a:p>
            <a:pPr lvl="1" rtl="0" algn="l">
              <a:spcAft>
                <a:spcPts val="700"/>
              </a:spcAft>
            </a:pPr>
            <a:r>
              <a:rPr sz="1600" b="1" i="0" lang="en-US">
                <a:solidFill>
                  <a:srgbClr val="0F7A3D"/>
                </a:solidFill>
                <a:latin typeface="Segoe UI"/>
              </a:rPr>
              <a:t>✔ The meeting is at night.</a:t>
            </a:r>
          </a:p>
          <a:p>
            <a:pPr rtl="0" algn="l">
              <a:spcAft>
                <a:spcPts val="300"/>
              </a:spcAft>
            </a:pPr>
            <a:r>
              <a:rPr sz="1700" b="0" i="0" lang="en-US">
                <a:solidFill>
                  <a:srgbClr val="1C2333"/>
                </a:solidFill>
                <a:latin typeface="Segoe UI"/>
              </a:rPr>
              <a:t>5) She likes reading at the evening.</a:t>
            </a:r>
          </a:p>
          <a:p>
            <a:pPr lvl="1" rtl="0" algn="l">
              <a:spcAft>
                <a:spcPts val="700"/>
              </a:spcAft>
            </a:pPr>
            <a:r>
              <a:rPr sz="1600" b="1" i="0" lang="en-US">
                <a:solidFill>
                  <a:srgbClr val="0F7A3D"/>
                </a:solidFill>
                <a:latin typeface="Segoe UI"/>
              </a:rPr>
              <a:t>✔ She likes reading in the evening.</a:t>
            </a:r>
          </a:p>
          <a:p>
            <a:pPr rtl="0" algn="l">
              <a:spcAft>
                <a:spcPts val="300"/>
              </a:spcAft>
            </a:pPr>
            <a:r>
              <a:rPr sz="1700" b="0" i="0" lang="en-US">
                <a:solidFill>
                  <a:srgbClr val="1C2333"/>
                </a:solidFill>
                <a:latin typeface="Segoe UI"/>
              </a:rPr>
              <a:t>6) My birthday is at July.</a:t>
            </a:r>
          </a:p>
          <a:p>
            <a:pPr lvl="1" rtl="0" algn="l">
              <a:spcAft>
                <a:spcPts val="700"/>
              </a:spcAft>
            </a:pPr>
            <a:r>
              <a:rPr sz="1600" b="1" i="0" lang="en-US">
                <a:solidFill>
                  <a:srgbClr val="0F7A3D"/>
                </a:solidFill>
                <a:latin typeface="Segoe UI"/>
              </a:rPr>
              <a:t>✔ My birthday is in July.</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He called me in Tuesday.</a:t>
            </a:r>
          </a:p>
          <a:p>
            <a:pPr rtl="0" algn="l">
              <a:spcAft>
                <a:spcPts val="800"/>
              </a:spcAft>
            </a:pPr>
            <a:r>
              <a:rPr sz="1800" b="0" i="0" lang="en-US">
                <a:solidFill>
                  <a:srgbClr val="1C2333"/>
                </a:solidFill>
                <a:latin typeface="Segoe UI"/>
              </a:rPr>
              <a:t>8) He got married at 2010.</a:t>
            </a:r>
          </a:p>
          <a:p>
            <a:pPr rtl="0" algn="l">
              <a:spcAft>
                <a:spcPts val="800"/>
              </a:spcAft>
            </a:pPr>
            <a:r>
              <a:rPr sz="1800" b="0" i="0" lang="en-US">
                <a:solidFill>
                  <a:srgbClr val="1C2333"/>
                </a:solidFill>
                <a:latin typeface="Segoe UI"/>
              </a:rPr>
              <a:t>9) I usually relax at the morning.</a:t>
            </a:r>
          </a:p>
          <a:p>
            <a:pPr rtl="0" algn="l">
              <a:spcAft>
                <a:spcPts val="800"/>
              </a:spcAft>
            </a:pPr>
            <a:r>
              <a:rPr sz="1800" b="0" i="0" lang="en-US">
                <a:solidFill>
                  <a:srgbClr val="1C2333"/>
                </a:solidFill>
                <a:latin typeface="Segoe UI"/>
              </a:rPr>
              <a:t>10) I'll go shopping on the weekend.</a:t>
            </a:r>
          </a:p>
          <a:p>
            <a:pPr rtl="0" algn="l">
              <a:spcAft>
                <a:spcPts val="800"/>
              </a:spcAft>
            </a:pPr>
            <a:r>
              <a:rPr sz="1800" b="0" i="0" lang="en-US">
                <a:solidFill>
                  <a:srgbClr val="1C2333"/>
                </a:solidFill>
                <a:latin typeface="Segoe UI"/>
              </a:rPr>
              <a:t>11) We go to the beach on summer.</a:t>
            </a:r>
          </a:p>
          <a:p>
            <a:pPr rtl="0" algn="l">
              <a:spcAft>
                <a:spcPts val="800"/>
              </a:spcAft>
            </a:pPr>
            <a:r>
              <a:rPr sz="1800" b="0" i="0" lang="en-US">
                <a:solidFill>
                  <a:srgbClr val="1C2333"/>
                </a:solidFill>
                <a:latin typeface="Segoe UI"/>
              </a:rPr>
              <a:t>12) The class starts at 8 o'clock.</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He called me in Tuesday.</a:t>
            </a:r>
          </a:p>
          <a:p>
            <a:pPr lvl="1" rtl="0" algn="l">
              <a:spcAft>
                <a:spcPts val="700"/>
              </a:spcAft>
            </a:pPr>
            <a:r>
              <a:rPr sz="1600" b="1" i="0" lang="en-US">
                <a:solidFill>
                  <a:srgbClr val="0F7A3D"/>
                </a:solidFill>
                <a:latin typeface="Segoe UI"/>
              </a:rPr>
              <a:t>✔ He called me on Tuesday.</a:t>
            </a:r>
          </a:p>
          <a:p>
            <a:pPr rtl="0" algn="l">
              <a:spcAft>
                <a:spcPts val="300"/>
              </a:spcAft>
            </a:pPr>
            <a:r>
              <a:rPr sz="1700" b="0" i="0" lang="en-US">
                <a:solidFill>
                  <a:srgbClr val="1C2333"/>
                </a:solidFill>
                <a:latin typeface="Segoe UI"/>
              </a:rPr>
              <a:t>8) He got married at 2010.</a:t>
            </a:r>
          </a:p>
          <a:p>
            <a:pPr lvl="1" rtl="0" algn="l">
              <a:spcAft>
                <a:spcPts val="700"/>
              </a:spcAft>
            </a:pPr>
            <a:r>
              <a:rPr sz="1600" b="1" i="0" lang="en-US">
                <a:solidFill>
                  <a:srgbClr val="0F7A3D"/>
                </a:solidFill>
                <a:latin typeface="Segoe UI"/>
              </a:rPr>
              <a:t>✔ He got married in 2010.</a:t>
            </a:r>
          </a:p>
          <a:p>
            <a:pPr rtl="0" algn="l">
              <a:spcAft>
                <a:spcPts val="300"/>
              </a:spcAft>
            </a:pPr>
            <a:r>
              <a:rPr sz="1700" b="0" i="0" lang="en-US">
                <a:solidFill>
                  <a:srgbClr val="1C2333"/>
                </a:solidFill>
                <a:latin typeface="Segoe UI"/>
              </a:rPr>
              <a:t>9) I usually relax at the morning.</a:t>
            </a:r>
          </a:p>
          <a:p>
            <a:pPr lvl="1" rtl="0" algn="l">
              <a:spcAft>
                <a:spcPts val="700"/>
              </a:spcAft>
            </a:pPr>
            <a:r>
              <a:rPr sz="1600" b="1" i="0" lang="en-US">
                <a:solidFill>
                  <a:srgbClr val="0F7A3D"/>
                </a:solidFill>
                <a:latin typeface="Segoe UI"/>
              </a:rPr>
              <a:t>✔ I usually relax in the morning.</a:t>
            </a:r>
          </a:p>
          <a:p>
            <a:pPr rtl="0" algn="l">
              <a:spcAft>
                <a:spcPts val="300"/>
              </a:spcAft>
            </a:pPr>
            <a:r>
              <a:rPr sz="1700" b="0" i="0" lang="en-US">
                <a:solidFill>
                  <a:srgbClr val="1C2333"/>
                </a:solidFill>
                <a:latin typeface="Segoe UI"/>
              </a:rPr>
              <a:t>10) I'll go shopping on the weekend.</a:t>
            </a:r>
          </a:p>
          <a:p>
            <a:pPr lvl="1" rtl="0" algn="l">
              <a:spcAft>
                <a:spcPts val="700"/>
              </a:spcAft>
            </a:pPr>
            <a:r>
              <a:rPr sz="1600" b="1" i="0" lang="en-US">
                <a:solidFill>
                  <a:srgbClr val="0F7A3D"/>
                </a:solidFill>
                <a:latin typeface="Segoe UI"/>
              </a:rPr>
              <a:t>✔ I'll go shopping at the weekend.</a:t>
            </a:r>
          </a:p>
          <a:p>
            <a:pPr rtl="0" algn="l">
              <a:spcAft>
                <a:spcPts val="300"/>
              </a:spcAft>
            </a:pPr>
            <a:r>
              <a:rPr sz="1700" b="0" i="0" lang="en-US">
                <a:solidFill>
                  <a:srgbClr val="1C2333"/>
                </a:solidFill>
                <a:latin typeface="Segoe UI"/>
              </a:rPr>
              <a:t>11) We go to the beach on summer.</a:t>
            </a:r>
          </a:p>
          <a:p>
            <a:pPr lvl="1" rtl="0" algn="l">
              <a:spcAft>
                <a:spcPts val="700"/>
              </a:spcAft>
            </a:pPr>
            <a:r>
              <a:rPr sz="1600" b="1" i="0" lang="en-US">
                <a:solidFill>
                  <a:srgbClr val="0F7A3D"/>
                </a:solidFill>
                <a:latin typeface="Segoe UI"/>
              </a:rPr>
              <a:t>✔ We go to the beach in summer.</a:t>
            </a:r>
          </a:p>
          <a:p>
            <a:pPr rtl="0" algn="l">
              <a:spcAft>
                <a:spcPts val="300"/>
              </a:spcAft>
            </a:pPr>
            <a:r>
              <a:rPr sz="1700" b="0" i="0" lang="en-US">
                <a:solidFill>
                  <a:srgbClr val="1C2333"/>
                </a:solidFill>
                <a:latin typeface="Segoe UI"/>
              </a:rPr>
              <a:t>12) The class starts at 8 o'clock.</a:t>
            </a:r>
          </a:p>
          <a:p>
            <a:pPr lvl="1" rtl="0" algn="l">
              <a:spcAft>
                <a:spcPts val="700"/>
              </a:spcAft>
            </a:pPr>
            <a:r>
              <a:rPr sz="1600" b="1" i="0" lang="en-US">
                <a:solidFill>
                  <a:srgbClr val="0F7A3D"/>
                </a:solidFill>
                <a:latin typeface="Segoe UI"/>
              </a:rPr>
              <a:t>✔ ✓ The class starts at 8 o'clock. (صحيحة)</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I brush my teeth on night.</a:t>
            </a:r>
          </a:p>
          <a:p>
            <a:pPr rtl="0" algn="l">
              <a:spcAft>
                <a:spcPts val="800"/>
              </a:spcAft>
            </a:pPr>
            <a:r>
              <a:rPr sz="1800" b="0" i="0" lang="en-US">
                <a:solidFill>
                  <a:srgbClr val="1C2333"/>
                </a:solidFill>
                <a:latin typeface="Segoe UI"/>
              </a:rPr>
              <a:t>14) We'll travel at November.</a:t>
            </a:r>
          </a:p>
          <a:p>
            <a:pPr rtl="0" algn="l">
              <a:spcAft>
                <a:spcPts val="800"/>
              </a:spcAft>
            </a:pPr>
            <a:r>
              <a:rPr sz="1800" b="0" i="0" lang="en-US">
                <a:solidFill>
                  <a:srgbClr val="1C2333"/>
                </a:solidFill>
                <a:latin typeface="Segoe UI"/>
              </a:rPr>
              <a:t>15) He studies on the morning.</a:t>
            </a:r>
          </a:p>
          <a:p>
            <a:pPr rtl="0" algn="l">
              <a:spcAft>
                <a:spcPts val="800"/>
              </a:spcAft>
            </a:pPr>
            <a:r>
              <a:rPr sz="1800" b="0" i="0" lang="en-US">
                <a:solidFill>
                  <a:srgbClr val="1C2333"/>
                </a:solidFill>
                <a:latin typeface="Segoe UI"/>
              </a:rPr>
              <a:t>16) The party is at January 10th.</a:t>
            </a:r>
          </a:p>
          <a:p>
            <a:pPr rtl="0" algn="l">
              <a:spcAft>
                <a:spcPts val="800"/>
              </a:spcAft>
            </a:pPr>
            <a:r>
              <a:rPr sz="1800" b="0" i="0" lang="en-US">
                <a:solidFill>
                  <a:srgbClr val="1C2333"/>
                </a:solidFill>
                <a:latin typeface="Segoe UI"/>
              </a:rPr>
              <a:t>17) I play football in Fridays.</a:t>
            </a:r>
          </a:p>
          <a:p>
            <a:pPr rtl="0" algn="l">
              <a:spcAft>
                <a:spcPts val="800"/>
              </a:spcAft>
            </a:pPr>
            <a:r>
              <a:rPr sz="1800" b="0" i="0" lang="en-US">
                <a:solidFill>
                  <a:srgbClr val="1C2333"/>
                </a:solidFill>
                <a:latin typeface="Segoe UI"/>
              </a:rPr>
              <a:t>18) We watch TV on night.</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7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7822"/>
                </a:solidFill>
                <a:latin typeface="Segoe UI"/>
              </a:rPr>
              <a:t>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9 — Prepositions of Time (in – on – at)</a:t>
            </a:r>
          </a:p>
          <a:p>
            <a:pPr rtl="0" algn="l"/>
            <a:r>
              <a:rPr sz="1400" b="0" i="0" lang="en-US">
                <a:solidFill>
                  <a:srgbClr val="DDE6F3"/>
                </a:solidFill>
                <a:latin typeface="Segoe UI"/>
              </a:rPr>
              <a:t>B)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I brush my teeth on night.</a:t>
            </a:r>
          </a:p>
          <a:p>
            <a:pPr lvl="1" rtl="0" algn="l">
              <a:spcAft>
                <a:spcPts val="700"/>
              </a:spcAft>
            </a:pPr>
            <a:r>
              <a:rPr sz="1600" b="1" i="0" lang="en-US">
                <a:solidFill>
                  <a:srgbClr val="0F7A3D"/>
                </a:solidFill>
                <a:latin typeface="Segoe UI"/>
              </a:rPr>
              <a:t>✔ I brush my teeth at night.</a:t>
            </a:r>
          </a:p>
          <a:p>
            <a:pPr rtl="0" algn="l">
              <a:spcAft>
                <a:spcPts val="300"/>
              </a:spcAft>
            </a:pPr>
            <a:r>
              <a:rPr sz="1700" b="0" i="0" lang="en-US">
                <a:solidFill>
                  <a:srgbClr val="1C2333"/>
                </a:solidFill>
                <a:latin typeface="Segoe UI"/>
              </a:rPr>
              <a:t>14) We'll travel at November.</a:t>
            </a:r>
          </a:p>
          <a:p>
            <a:pPr lvl="1" rtl="0" algn="l">
              <a:spcAft>
                <a:spcPts val="700"/>
              </a:spcAft>
            </a:pPr>
            <a:r>
              <a:rPr sz="1600" b="1" i="0" lang="en-US">
                <a:solidFill>
                  <a:srgbClr val="0F7A3D"/>
                </a:solidFill>
                <a:latin typeface="Segoe UI"/>
              </a:rPr>
              <a:t>✔ We'll travel in November.</a:t>
            </a:r>
          </a:p>
          <a:p>
            <a:pPr rtl="0" algn="l">
              <a:spcAft>
                <a:spcPts val="300"/>
              </a:spcAft>
            </a:pPr>
            <a:r>
              <a:rPr sz="1700" b="0" i="0" lang="en-US">
                <a:solidFill>
                  <a:srgbClr val="1C2333"/>
                </a:solidFill>
                <a:latin typeface="Segoe UI"/>
              </a:rPr>
              <a:t>15) He studies on the morning.</a:t>
            </a:r>
          </a:p>
          <a:p>
            <a:pPr lvl="1" rtl="0" algn="l">
              <a:spcAft>
                <a:spcPts val="700"/>
              </a:spcAft>
            </a:pPr>
            <a:r>
              <a:rPr sz="1600" b="1" i="0" lang="en-US">
                <a:solidFill>
                  <a:srgbClr val="0F7A3D"/>
                </a:solidFill>
                <a:latin typeface="Segoe UI"/>
              </a:rPr>
              <a:t>✔ He studies in the morning.</a:t>
            </a:r>
          </a:p>
          <a:p>
            <a:pPr rtl="0" algn="l">
              <a:spcAft>
                <a:spcPts val="300"/>
              </a:spcAft>
            </a:pPr>
            <a:r>
              <a:rPr sz="1700" b="0" i="0" lang="en-US">
                <a:solidFill>
                  <a:srgbClr val="1C2333"/>
                </a:solidFill>
                <a:latin typeface="Segoe UI"/>
              </a:rPr>
              <a:t>16) The party is at January 10th.</a:t>
            </a:r>
          </a:p>
          <a:p>
            <a:pPr lvl="1" rtl="0" algn="l">
              <a:spcAft>
                <a:spcPts val="700"/>
              </a:spcAft>
            </a:pPr>
            <a:r>
              <a:rPr sz="1600" b="1" i="0" lang="en-US">
                <a:solidFill>
                  <a:srgbClr val="0F7A3D"/>
                </a:solidFill>
                <a:latin typeface="Segoe UI"/>
              </a:rPr>
              <a:t>✔ The party is on January 10th.</a:t>
            </a:r>
          </a:p>
          <a:p>
            <a:pPr rtl="0" algn="l">
              <a:spcAft>
                <a:spcPts val="300"/>
              </a:spcAft>
            </a:pPr>
            <a:r>
              <a:rPr sz="1700" b="0" i="0" lang="en-US">
                <a:solidFill>
                  <a:srgbClr val="1C2333"/>
                </a:solidFill>
                <a:latin typeface="Segoe UI"/>
              </a:rPr>
              <a:t>17) I play football in Fridays.</a:t>
            </a:r>
          </a:p>
          <a:p>
            <a:pPr lvl="1" rtl="0" algn="l">
              <a:spcAft>
                <a:spcPts val="700"/>
              </a:spcAft>
            </a:pPr>
            <a:r>
              <a:rPr sz="1600" b="1" i="0" lang="en-US">
                <a:solidFill>
                  <a:srgbClr val="0F7A3D"/>
                </a:solidFill>
                <a:latin typeface="Segoe UI"/>
              </a:rPr>
              <a:t>✔ I play football on Fridays.</a:t>
            </a:r>
          </a:p>
          <a:p>
            <a:pPr rtl="0" algn="l">
              <a:spcAft>
                <a:spcPts val="300"/>
              </a:spcAft>
            </a:pPr>
            <a:r>
              <a:rPr sz="1700" b="0" i="0" lang="en-US">
                <a:solidFill>
                  <a:srgbClr val="1C2333"/>
                </a:solidFill>
                <a:latin typeface="Segoe UI"/>
              </a:rPr>
              <a:t>18) We watch TV on night.</a:t>
            </a:r>
          </a:p>
          <a:p>
            <a:pPr lvl="1" rtl="0" algn="l">
              <a:spcAft>
                <a:spcPts val="700"/>
              </a:spcAft>
            </a:pPr>
            <a:r>
              <a:rPr sz="1600" b="1" i="0" lang="en-US">
                <a:solidFill>
                  <a:srgbClr val="0F7A3D"/>
                </a:solidFill>
                <a:latin typeface="Segoe UI"/>
              </a:rPr>
              <a:t>✔ We watch TV at night.</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10</a:t>
            </a:r>
          </a:p>
          <a:p>
            <a:pPr algn="ctr" rtl="0"/>
            <a:r>
              <a:rPr sz="4600" b="1" i="0" lang="en-US">
                <a:solidFill>
                  <a:srgbClr val="FFFFFF"/>
                </a:solidFill>
                <a:latin typeface="Segoe UI"/>
              </a:rPr>
              <a:t>Verb to have (have / has)</a:t>
            </a:r>
          </a:p>
          <a:p>
            <a:pPr algn="ctr" rtl="1"/>
            <a:r>
              <a:rPr sz="2900" b="0" i="0" lang="ar-EG" altLang="en-US">
                <a:solidFill>
                  <a:srgbClr val="FFFFFF"/>
                </a:solidFill>
                <a:latin typeface="Traditional Arabic"/>
              </a:rPr>
              <a:t>فعل الامتلاك</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482294"/>
                </a:solidFill>
                <a:latin typeface="Traditional Arabic"/>
              </a:rPr>
              <a:t>▶ He – She – It – الاسم المفرد + has</a:t>
            </a:r>
          </a:p>
          <a:p>
            <a:pPr rtl="1" algn="r">
              <a:spcAft>
                <a:spcPts val="600"/>
              </a:spcAft>
            </a:pPr>
            <a:r>
              <a:rPr sz="2100" b="0" i="0" lang="ar-EG" altLang="en-US">
                <a:solidFill>
                  <a:srgbClr val="1C2333"/>
                </a:solidFill>
                <a:latin typeface="Traditional Arabic"/>
              </a:rPr>
              <a:t>    نستخدم (has) مع المفرد.</a:t>
            </a:r>
          </a:p>
          <a:p>
            <a:pPr rtl="0" algn="l">
              <a:spcAft>
                <a:spcPts val="600"/>
              </a:spcAft>
            </a:pPr>
            <a:r>
              <a:rPr sz="2000" b="1" i="0" lang="en-US">
                <a:solidFill>
                  <a:srgbClr val="482294"/>
                </a:solidFill>
                <a:latin typeface="Segoe UI"/>
              </a:rPr>
              <a:t>▶ I – They – You – We – الاسم الجمع + have</a:t>
            </a:r>
          </a:p>
          <a:p>
            <a:pPr rtl="1" algn="r">
              <a:spcAft>
                <a:spcPts val="600"/>
              </a:spcAft>
            </a:pPr>
            <a:r>
              <a:rPr sz="2100" b="0" i="0" lang="ar-EG" altLang="en-US">
                <a:solidFill>
                  <a:srgbClr val="1C2333"/>
                </a:solidFill>
                <a:latin typeface="Traditional Arabic"/>
              </a:rPr>
              <a:t>    نستخدم (have) مع الجمع و I.</a:t>
            </a:r>
          </a:p>
          <a:p>
            <a:pPr rtl="0" algn="l">
              <a:spcAft>
                <a:spcPts val="600"/>
              </a:spcAft>
            </a:pPr>
            <a:r>
              <a:rPr sz="1700" b="0" i="1" lang="en-US">
                <a:solidFill>
                  <a:srgbClr val="5B6478"/>
                </a:solidFill>
                <a:latin typeface="Segoe UI"/>
              </a:rPr>
              <a:t>   e.g. She has a toy. – They have many books.</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He – She – It + doesn't have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482294"/>
                </a:solidFill>
                <a:latin typeface="Segoe UI"/>
              </a:rPr>
              <a:t>▶ I – They – You – We + don't have + …</a:t>
            </a:r>
          </a:p>
          <a:p>
            <a:pPr rtl="1" algn="r">
              <a:spcAft>
                <a:spcPts val="600"/>
              </a:spcAft>
            </a:pPr>
            <a:r>
              <a:rPr sz="2100" b="0" i="0" lang="ar-EG" altLang="en-US">
                <a:solidFill>
                  <a:srgbClr val="1C2333"/>
                </a:solidFill>
                <a:latin typeface="Traditional Arabic"/>
              </a:rPr>
              <a:t>نفي الجمع.</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482294"/>
                </a:solidFill>
                <a:latin typeface="Segoe UI"/>
              </a:rPr>
              <a:t>▶ Does + he / she / it + have +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482294"/>
                </a:solidFill>
                <a:latin typeface="Segoe UI"/>
              </a:rPr>
              <a:t>▶ Do + I / they / you / we + have + … ?</a:t>
            </a:r>
          </a:p>
          <a:p>
            <a:pPr rtl="1" algn="r">
              <a:spcAft>
                <a:spcPts val="600"/>
              </a:spcAft>
            </a:pPr>
            <a:r>
              <a:rPr sz="2100" b="0" i="0" lang="ar-EG" altLang="en-US">
                <a:solidFill>
                  <a:srgbClr val="1C2333"/>
                </a:solidFill>
                <a:latin typeface="Traditional Arabic"/>
              </a:rPr>
              <a:t>السؤال للجمع.</a:t>
            </a:r>
          </a:p>
          <a:p>
            <a:pPr rtl="0" algn="l">
              <a:spcAft>
                <a:spcPts val="600"/>
              </a:spcAft>
            </a:pPr>
            <a:r>
              <a:rPr sz="1700" b="0" i="1" lang="en-US">
                <a:solidFill>
                  <a:srgbClr val="5B6478"/>
                </a:solidFill>
                <a:latin typeface="Segoe UI"/>
              </a:rPr>
              <a:t>   e.g. Yes, she does. / No, she doesn't. Yes, they do. / No, they don't.</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 a blue car.   (have – has)</a:t>
            </a:r>
          </a:p>
          <a:p>
            <a:pPr rtl="0" algn="l">
              <a:spcAft>
                <a:spcPts val="800"/>
              </a:spcAft>
            </a:pPr>
            <a:r>
              <a:rPr sz="1800" b="0" i="0" lang="en-US">
                <a:solidFill>
                  <a:srgbClr val="1C2333"/>
                </a:solidFill>
                <a:latin typeface="Segoe UI"/>
              </a:rPr>
              <a:t>2) My parents …… a new house.   (have – has)</a:t>
            </a:r>
          </a:p>
          <a:p>
            <a:pPr rtl="0" algn="l">
              <a:spcAft>
                <a:spcPts val="800"/>
              </a:spcAft>
            </a:pPr>
            <a:r>
              <a:rPr sz="1800" b="0" i="0" lang="en-US">
                <a:solidFill>
                  <a:srgbClr val="1C2333"/>
                </a:solidFill>
                <a:latin typeface="Segoe UI"/>
              </a:rPr>
              <a:t>3) They …… many books.   (have – has)</a:t>
            </a:r>
          </a:p>
          <a:p>
            <a:pPr rtl="0" algn="l">
              <a:spcAft>
                <a:spcPts val="800"/>
              </a:spcAft>
            </a:pPr>
            <a:r>
              <a:rPr sz="1800" b="0" i="0" lang="en-US">
                <a:solidFill>
                  <a:srgbClr val="1C2333"/>
                </a:solidFill>
                <a:latin typeface="Segoe UI"/>
              </a:rPr>
              <a:t>4) It …… a long tail.   (have – has)</a:t>
            </a:r>
          </a:p>
          <a:p>
            <a:pPr rtl="0" algn="l">
              <a:spcAft>
                <a:spcPts val="800"/>
              </a:spcAft>
            </a:pPr>
            <a:r>
              <a:rPr sz="1800" b="0" i="0" lang="en-US">
                <a:solidFill>
                  <a:srgbClr val="1C2333"/>
                </a:solidFill>
                <a:latin typeface="Segoe UI"/>
              </a:rPr>
              <a:t>5) We …… some oranges.   (have – has)</a:t>
            </a:r>
          </a:p>
          <a:p>
            <a:pPr rtl="0" algn="l">
              <a:spcAft>
                <a:spcPts val="800"/>
              </a:spcAft>
            </a:pPr>
            <a:r>
              <a:rPr sz="1800" b="0" i="0" lang="en-US">
                <a:solidFill>
                  <a:srgbClr val="1C2333"/>
                </a:solidFill>
                <a:latin typeface="Segoe UI"/>
              </a:rPr>
              <a:t>6) She …… a toy.   (have – has)</a:t>
            </a:r>
          </a:p>
          <a:p>
            <a:pPr rtl="0" algn="l">
              <a:spcAft>
                <a:spcPts val="800"/>
              </a:spcAft>
            </a:pPr>
            <a:r>
              <a:rPr sz="1800" b="0" i="0" lang="en-US">
                <a:solidFill>
                  <a:srgbClr val="1C2333"/>
                </a:solidFill>
                <a:latin typeface="Segoe UI"/>
              </a:rPr>
              <a:t>7) You …… a book.   (have – has)</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 a blue car.   (have – has)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2) My parents …… a new house.   (have – has)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3) They …… many books.   (have – has)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4) It …… a long tail.   (have – has)</a:t>
            </a:r>
          </a:p>
          <a:p>
            <a:pPr lvl="1" rtl="0" algn="l">
              <a:spcAft>
                <a:spcPts val="700"/>
              </a:spcAft>
            </a:pPr>
            <a:r>
              <a:rPr sz="1600" b="1" i="0" lang="en-US">
                <a:solidFill>
                  <a:srgbClr val="0F7A3D"/>
                </a:solidFill>
                <a:latin typeface="Segoe UI"/>
              </a:rPr>
              <a:t>✔ has</a:t>
            </a:r>
          </a:p>
          <a:p>
            <a:pPr rtl="0" algn="l">
              <a:spcAft>
                <a:spcPts val="300"/>
              </a:spcAft>
            </a:pPr>
            <a:r>
              <a:rPr sz="1700" b="0" i="0" lang="en-US">
                <a:solidFill>
                  <a:srgbClr val="1C2333"/>
                </a:solidFill>
                <a:latin typeface="Segoe UI"/>
              </a:rPr>
              <a:t>5) We …… some oranges.   (have – has)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6) She …… a toy.   (have – has)</a:t>
            </a:r>
          </a:p>
          <a:p>
            <a:pPr lvl="1" rtl="0" algn="l">
              <a:spcAft>
                <a:spcPts val="700"/>
              </a:spcAft>
            </a:pPr>
            <a:r>
              <a:rPr sz="1600" b="1" i="0" lang="en-US">
                <a:solidFill>
                  <a:srgbClr val="0F7A3D"/>
                </a:solidFill>
                <a:latin typeface="Segoe UI"/>
              </a:rPr>
              <a:t>✔ has</a:t>
            </a:r>
          </a:p>
          <a:p>
            <a:pPr rtl="0" algn="l">
              <a:spcAft>
                <a:spcPts val="300"/>
              </a:spcAft>
            </a:pPr>
            <a:r>
              <a:rPr sz="1700" b="0" i="0" lang="en-US">
                <a:solidFill>
                  <a:srgbClr val="1C2333"/>
                </a:solidFill>
                <a:latin typeface="Segoe UI"/>
              </a:rPr>
              <a:t>7) You …… a book.   (have – has)</a:t>
            </a:r>
          </a:p>
          <a:p>
            <a:pPr lvl="1" rtl="0" algn="l">
              <a:spcAft>
                <a:spcPts val="700"/>
              </a:spcAft>
            </a:pPr>
            <a:r>
              <a:rPr sz="1600" b="1" i="0" lang="en-US">
                <a:solidFill>
                  <a:srgbClr val="0F7A3D"/>
                </a:solidFill>
                <a:latin typeface="Segoe UI"/>
              </a:rPr>
              <a:t>✔ have</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My father …… a car.   (have – has)</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A) Choose (have – has)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My father …… a car.   (have – has)</a:t>
            </a:r>
          </a:p>
          <a:p>
            <a:pPr lvl="1" rtl="0" algn="l">
              <a:spcAft>
                <a:spcPts val="700"/>
              </a:spcAft>
            </a:pPr>
            <a:r>
              <a:rPr sz="1600" b="1" i="0" lang="en-US">
                <a:solidFill>
                  <a:srgbClr val="0F7A3D"/>
                </a:solidFill>
                <a:latin typeface="Segoe UI"/>
              </a:rPr>
              <a:t>✔ has</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have a pen.</a:t>
            </a:r>
          </a:p>
          <a:p>
            <a:pPr rtl="0" algn="l">
              <a:spcAft>
                <a:spcPts val="800"/>
              </a:spcAft>
            </a:pPr>
            <a:r>
              <a:rPr sz="1800" b="0" i="0" lang="en-US">
                <a:solidFill>
                  <a:srgbClr val="1C2333"/>
                </a:solidFill>
                <a:latin typeface="Segoe UI"/>
              </a:rPr>
              <a:t>2) They have oranges.</a:t>
            </a:r>
          </a:p>
          <a:p>
            <a:pPr rtl="0" algn="l">
              <a:spcAft>
                <a:spcPts val="800"/>
              </a:spcAft>
            </a:pPr>
            <a:r>
              <a:rPr sz="1800" b="0" i="0" lang="en-US">
                <a:solidFill>
                  <a:srgbClr val="1C2333"/>
                </a:solidFill>
                <a:latin typeface="Segoe UI"/>
              </a:rPr>
              <a:t>3) You have a flower.</a:t>
            </a:r>
          </a:p>
          <a:p>
            <a:pPr rtl="0" algn="l">
              <a:spcAft>
                <a:spcPts val="800"/>
              </a:spcAft>
            </a:pPr>
            <a:r>
              <a:rPr sz="1800" b="0" i="0" lang="en-US">
                <a:solidFill>
                  <a:srgbClr val="1C2333"/>
                </a:solidFill>
                <a:latin typeface="Segoe UI"/>
              </a:rPr>
              <a:t>4) My sisters have skirts.</a:t>
            </a:r>
          </a:p>
          <a:p>
            <a:pPr rtl="0" algn="l">
              <a:spcAft>
                <a:spcPts val="800"/>
              </a:spcAft>
            </a:pPr>
            <a:r>
              <a:rPr sz="1800" b="0" i="0" lang="en-US">
                <a:solidFill>
                  <a:srgbClr val="1C2333"/>
                </a:solidFill>
                <a:latin typeface="Segoe UI"/>
              </a:rPr>
              <a:t>5) We have cats.</a:t>
            </a:r>
          </a:p>
          <a:p>
            <a:pPr rtl="0" algn="l">
              <a:spcAft>
                <a:spcPts val="800"/>
              </a:spcAft>
            </a:pPr>
            <a:r>
              <a:rPr sz="1800" b="0" i="0" lang="en-US">
                <a:solidFill>
                  <a:srgbClr val="1C2333"/>
                </a:solidFill>
                <a:latin typeface="Segoe UI"/>
              </a:rPr>
              <a:t>6) Rody and Sara have toys.</a:t>
            </a:r>
          </a:p>
          <a:p>
            <a:pPr rtl="0" algn="l">
              <a:spcAft>
                <a:spcPts val="800"/>
              </a:spcAft>
            </a:pPr>
            <a:r>
              <a:rPr sz="1800" b="0" i="0" lang="en-US">
                <a:solidFill>
                  <a:srgbClr val="1C2333"/>
                </a:solidFill>
                <a:latin typeface="Segoe UI"/>
              </a:rPr>
              <a:t>7) I have a lion.</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have a pen.</a:t>
            </a:r>
          </a:p>
          <a:p>
            <a:pPr lvl="1" rtl="0" algn="l">
              <a:spcAft>
                <a:spcPts val="700"/>
              </a:spcAft>
            </a:pPr>
            <a:r>
              <a:rPr sz="1600" b="1" i="0" lang="en-US">
                <a:solidFill>
                  <a:srgbClr val="0F7A3D"/>
                </a:solidFill>
                <a:latin typeface="Segoe UI"/>
              </a:rPr>
              <a:t>✔ I don't have a pen.</a:t>
            </a:r>
          </a:p>
          <a:p>
            <a:pPr rtl="0" algn="l">
              <a:spcAft>
                <a:spcPts val="300"/>
              </a:spcAft>
            </a:pPr>
            <a:r>
              <a:rPr sz="1700" b="0" i="0" lang="en-US">
                <a:solidFill>
                  <a:srgbClr val="1C2333"/>
                </a:solidFill>
                <a:latin typeface="Segoe UI"/>
              </a:rPr>
              <a:t>2) They have oranges.</a:t>
            </a:r>
          </a:p>
          <a:p>
            <a:pPr lvl="1" rtl="0" algn="l">
              <a:spcAft>
                <a:spcPts val="700"/>
              </a:spcAft>
            </a:pPr>
            <a:r>
              <a:rPr sz="1600" b="1" i="0" lang="en-US">
                <a:solidFill>
                  <a:srgbClr val="0F7A3D"/>
                </a:solidFill>
                <a:latin typeface="Segoe UI"/>
              </a:rPr>
              <a:t>✔ They don't have oranges.</a:t>
            </a:r>
          </a:p>
          <a:p>
            <a:pPr rtl="0" algn="l">
              <a:spcAft>
                <a:spcPts val="300"/>
              </a:spcAft>
            </a:pPr>
            <a:r>
              <a:rPr sz="1700" b="0" i="0" lang="en-US">
                <a:solidFill>
                  <a:srgbClr val="1C2333"/>
                </a:solidFill>
                <a:latin typeface="Segoe UI"/>
              </a:rPr>
              <a:t>3) You have a flower.</a:t>
            </a:r>
          </a:p>
          <a:p>
            <a:pPr lvl="1" rtl="0" algn="l">
              <a:spcAft>
                <a:spcPts val="700"/>
              </a:spcAft>
            </a:pPr>
            <a:r>
              <a:rPr sz="1600" b="1" i="0" lang="en-US">
                <a:solidFill>
                  <a:srgbClr val="0F7A3D"/>
                </a:solidFill>
                <a:latin typeface="Segoe UI"/>
              </a:rPr>
              <a:t>✔ You don't have a flower.</a:t>
            </a:r>
          </a:p>
          <a:p>
            <a:pPr rtl="0" algn="l">
              <a:spcAft>
                <a:spcPts val="300"/>
              </a:spcAft>
            </a:pPr>
            <a:r>
              <a:rPr sz="1700" b="0" i="0" lang="en-US">
                <a:solidFill>
                  <a:srgbClr val="1C2333"/>
                </a:solidFill>
                <a:latin typeface="Segoe UI"/>
              </a:rPr>
              <a:t>4) My sisters have skirts.</a:t>
            </a:r>
          </a:p>
          <a:p>
            <a:pPr lvl="1" rtl="0" algn="l">
              <a:spcAft>
                <a:spcPts val="700"/>
              </a:spcAft>
            </a:pPr>
            <a:r>
              <a:rPr sz="1600" b="1" i="0" lang="en-US">
                <a:solidFill>
                  <a:srgbClr val="0F7A3D"/>
                </a:solidFill>
                <a:latin typeface="Segoe UI"/>
              </a:rPr>
              <a:t>✔ My sisters don't have skirts.</a:t>
            </a:r>
          </a:p>
          <a:p>
            <a:pPr rtl="0" algn="l">
              <a:spcAft>
                <a:spcPts val="300"/>
              </a:spcAft>
            </a:pPr>
            <a:r>
              <a:rPr sz="1700" b="0" i="0" lang="en-US">
                <a:solidFill>
                  <a:srgbClr val="1C2333"/>
                </a:solidFill>
                <a:latin typeface="Segoe UI"/>
              </a:rPr>
              <a:t>5) We have cats.</a:t>
            </a:r>
          </a:p>
          <a:p>
            <a:pPr lvl="1" rtl="0" algn="l">
              <a:spcAft>
                <a:spcPts val="700"/>
              </a:spcAft>
            </a:pPr>
            <a:r>
              <a:rPr sz="1600" b="1" i="0" lang="en-US">
                <a:solidFill>
                  <a:srgbClr val="0F7A3D"/>
                </a:solidFill>
                <a:latin typeface="Segoe UI"/>
              </a:rPr>
              <a:t>✔ We don't have cats.</a:t>
            </a:r>
          </a:p>
          <a:p>
            <a:pPr rtl="0" algn="l">
              <a:spcAft>
                <a:spcPts val="300"/>
              </a:spcAft>
            </a:pPr>
            <a:r>
              <a:rPr sz="1700" b="0" i="0" lang="en-US">
                <a:solidFill>
                  <a:srgbClr val="1C2333"/>
                </a:solidFill>
                <a:latin typeface="Segoe UI"/>
              </a:rPr>
              <a:t>6) Rody and Sara have toys.</a:t>
            </a:r>
          </a:p>
          <a:p>
            <a:pPr lvl="1" rtl="0" algn="l">
              <a:spcAft>
                <a:spcPts val="700"/>
              </a:spcAft>
            </a:pPr>
            <a:r>
              <a:rPr sz="1600" b="1" i="0" lang="en-US">
                <a:solidFill>
                  <a:srgbClr val="0F7A3D"/>
                </a:solidFill>
                <a:latin typeface="Segoe UI"/>
              </a:rPr>
              <a:t>✔ Rody and Sara don't have toys.</a:t>
            </a:r>
          </a:p>
          <a:p>
            <a:pPr rtl="0" algn="l">
              <a:spcAft>
                <a:spcPts val="300"/>
              </a:spcAft>
            </a:pPr>
            <a:r>
              <a:rPr sz="1700" b="0" i="0" lang="en-US">
                <a:solidFill>
                  <a:srgbClr val="1C2333"/>
                </a:solidFill>
                <a:latin typeface="Segoe UI"/>
              </a:rPr>
              <a:t>7) I have a lion.</a:t>
            </a:r>
          </a:p>
          <a:p>
            <a:pPr lvl="1" rtl="0" algn="l">
              <a:spcAft>
                <a:spcPts val="700"/>
              </a:spcAft>
            </a:pPr>
            <a:r>
              <a:rPr sz="1600" b="1" i="0" lang="en-US">
                <a:solidFill>
                  <a:srgbClr val="0F7A3D"/>
                </a:solidFill>
                <a:latin typeface="Segoe UI"/>
              </a:rPr>
              <a:t>✔ I don't have a lion.</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It has a long tail.</a:t>
            </a:r>
          </a:p>
          <a:p>
            <a:pPr rtl="0" algn="l">
              <a:spcAft>
                <a:spcPts val="800"/>
              </a:spcAft>
            </a:pPr>
            <a:r>
              <a:rPr sz="1800" b="0" i="0" lang="en-US">
                <a:solidFill>
                  <a:srgbClr val="1C2333"/>
                </a:solidFill>
                <a:latin typeface="Segoe UI"/>
              </a:rPr>
              <a:t>9) He has a book.</a:t>
            </a:r>
          </a:p>
          <a:p>
            <a:pPr rtl="0" algn="l">
              <a:spcAft>
                <a:spcPts val="800"/>
              </a:spcAft>
            </a:pPr>
            <a:r>
              <a:rPr sz="1800" b="0" i="0" lang="en-US">
                <a:solidFill>
                  <a:srgbClr val="1C2333"/>
                </a:solidFill>
                <a:latin typeface="Segoe UI"/>
              </a:rPr>
              <a:t>10) My mum has a car.</a:t>
            </a:r>
          </a:p>
          <a:p>
            <a:pPr rtl="0" algn="l">
              <a:spcAft>
                <a:spcPts val="800"/>
              </a:spcAft>
            </a:pPr>
            <a:r>
              <a:rPr sz="1800" b="0" i="0" lang="en-US">
                <a:solidFill>
                  <a:srgbClr val="1C2333"/>
                </a:solidFill>
                <a:latin typeface="Segoe UI"/>
              </a:rPr>
              <a:t>11) Rody has a toy.</a:t>
            </a:r>
          </a:p>
          <a:p>
            <a:pPr rtl="0" algn="l">
              <a:spcAft>
                <a:spcPts val="800"/>
              </a:spcAft>
            </a:pPr>
            <a:r>
              <a:rPr sz="1800" b="0" i="0" lang="en-US">
                <a:solidFill>
                  <a:srgbClr val="1C2333"/>
                </a:solidFill>
                <a:latin typeface="Segoe UI"/>
              </a:rPr>
              <a:t>12) She has an orange.</a:t>
            </a:r>
          </a:p>
          <a:p>
            <a:pPr rtl="0" algn="l">
              <a:spcAft>
                <a:spcPts val="800"/>
              </a:spcAft>
            </a:pPr>
            <a:r>
              <a:rPr sz="1800" b="0" i="0" lang="en-US">
                <a:solidFill>
                  <a:srgbClr val="1C2333"/>
                </a:solidFill>
                <a:latin typeface="Segoe UI"/>
              </a:rPr>
              <a:t>13) My sister has a ring.</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It has a long tail.</a:t>
            </a:r>
          </a:p>
          <a:p>
            <a:pPr lvl="1" rtl="0" algn="l">
              <a:spcAft>
                <a:spcPts val="700"/>
              </a:spcAft>
            </a:pPr>
            <a:r>
              <a:rPr sz="1600" b="1" i="0" lang="en-US">
                <a:solidFill>
                  <a:srgbClr val="0F7A3D"/>
                </a:solidFill>
                <a:latin typeface="Segoe UI"/>
              </a:rPr>
              <a:t>✔ It doesn't have a long tail.</a:t>
            </a:r>
          </a:p>
          <a:p>
            <a:pPr rtl="0" algn="l">
              <a:spcAft>
                <a:spcPts val="300"/>
              </a:spcAft>
            </a:pPr>
            <a:r>
              <a:rPr sz="1700" b="0" i="0" lang="en-US">
                <a:solidFill>
                  <a:srgbClr val="1C2333"/>
                </a:solidFill>
                <a:latin typeface="Segoe UI"/>
              </a:rPr>
              <a:t>9) He has a book.</a:t>
            </a:r>
          </a:p>
          <a:p>
            <a:pPr lvl="1" rtl="0" algn="l">
              <a:spcAft>
                <a:spcPts val="700"/>
              </a:spcAft>
            </a:pPr>
            <a:r>
              <a:rPr sz="1600" b="1" i="0" lang="en-US">
                <a:solidFill>
                  <a:srgbClr val="0F7A3D"/>
                </a:solidFill>
                <a:latin typeface="Segoe UI"/>
              </a:rPr>
              <a:t>✔ He doesn't have a book.</a:t>
            </a:r>
          </a:p>
          <a:p>
            <a:pPr rtl="0" algn="l">
              <a:spcAft>
                <a:spcPts val="300"/>
              </a:spcAft>
            </a:pPr>
            <a:r>
              <a:rPr sz="1700" b="0" i="0" lang="en-US">
                <a:solidFill>
                  <a:srgbClr val="1C2333"/>
                </a:solidFill>
                <a:latin typeface="Segoe UI"/>
              </a:rPr>
              <a:t>10) My mum has a car.</a:t>
            </a:r>
          </a:p>
          <a:p>
            <a:pPr lvl="1" rtl="0" algn="l">
              <a:spcAft>
                <a:spcPts val="700"/>
              </a:spcAft>
            </a:pPr>
            <a:r>
              <a:rPr sz="1600" b="1" i="0" lang="en-US">
                <a:solidFill>
                  <a:srgbClr val="0F7A3D"/>
                </a:solidFill>
                <a:latin typeface="Segoe UI"/>
              </a:rPr>
              <a:t>✔ My mum doesn't have a car.</a:t>
            </a:r>
          </a:p>
          <a:p>
            <a:pPr rtl="0" algn="l">
              <a:spcAft>
                <a:spcPts val="300"/>
              </a:spcAft>
            </a:pPr>
            <a:r>
              <a:rPr sz="1700" b="0" i="0" lang="en-US">
                <a:solidFill>
                  <a:srgbClr val="1C2333"/>
                </a:solidFill>
                <a:latin typeface="Segoe UI"/>
              </a:rPr>
              <a:t>11) Rody has a toy.</a:t>
            </a:r>
          </a:p>
          <a:p>
            <a:pPr lvl="1" rtl="0" algn="l">
              <a:spcAft>
                <a:spcPts val="700"/>
              </a:spcAft>
            </a:pPr>
            <a:r>
              <a:rPr sz="1600" b="1" i="0" lang="en-US">
                <a:solidFill>
                  <a:srgbClr val="0F7A3D"/>
                </a:solidFill>
                <a:latin typeface="Segoe UI"/>
              </a:rPr>
              <a:t>✔ Rody doesn't have a toy.</a:t>
            </a:r>
          </a:p>
          <a:p>
            <a:pPr rtl="0" algn="l">
              <a:spcAft>
                <a:spcPts val="300"/>
              </a:spcAft>
            </a:pPr>
            <a:r>
              <a:rPr sz="1700" b="0" i="0" lang="en-US">
                <a:solidFill>
                  <a:srgbClr val="1C2333"/>
                </a:solidFill>
                <a:latin typeface="Segoe UI"/>
              </a:rPr>
              <a:t>12) She has an orange.</a:t>
            </a:r>
          </a:p>
          <a:p>
            <a:pPr lvl="1" rtl="0" algn="l">
              <a:spcAft>
                <a:spcPts val="700"/>
              </a:spcAft>
            </a:pPr>
            <a:r>
              <a:rPr sz="1600" b="1" i="0" lang="en-US">
                <a:solidFill>
                  <a:srgbClr val="0F7A3D"/>
                </a:solidFill>
                <a:latin typeface="Segoe UI"/>
              </a:rPr>
              <a:t>✔ She doesn't have an orange.</a:t>
            </a:r>
          </a:p>
          <a:p>
            <a:pPr rtl="0" algn="l">
              <a:spcAft>
                <a:spcPts val="300"/>
              </a:spcAft>
            </a:pPr>
            <a:r>
              <a:rPr sz="1700" b="0" i="0" lang="en-US">
                <a:solidFill>
                  <a:srgbClr val="1C2333"/>
                </a:solidFill>
                <a:latin typeface="Segoe UI"/>
              </a:rPr>
              <a:t>13) My sister has a ring.</a:t>
            </a:r>
          </a:p>
          <a:p>
            <a:pPr lvl="1" rtl="0" algn="l">
              <a:spcAft>
                <a:spcPts val="700"/>
              </a:spcAft>
            </a:pPr>
            <a:r>
              <a:rPr sz="1600" b="1" i="0" lang="en-US">
                <a:solidFill>
                  <a:srgbClr val="0F7A3D"/>
                </a:solidFill>
                <a:latin typeface="Segoe UI"/>
              </a:rPr>
              <a:t>✔ My sister doesn't have a ring.</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has a bike.</a:t>
            </a:r>
          </a:p>
          <a:p>
            <a:pPr rtl="0" algn="l">
              <a:spcAft>
                <a:spcPts val="800"/>
              </a:spcAft>
            </a:pPr>
            <a:r>
              <a:rPr sz="1800" b="0" i="0" lang="en-US">
                <a:solidFill>
                  <a:srgbClr val="1C2333"/>
                </a:solidFill>
                <a:latin typeface="Segoe UI"/>
              </a:rPr>
              <a:t>2) She has a toy.</a:t>
            </a:r>
          </a:p>
          <a:p>
            <a:pPr rtl="0" algn="l">
              <a:spcAft>
                <a:spcPts val="800"/>
              </a:spcAft>
            </a:pPr>
            <a:r>
              <a:rPr sz="1800" b="0" i="0" lang="en-US">
                <a:solidFill>
                  <a:srgbClr val="1C2333"/>
                </a:solidFill>
                <a:latin typeface="Segoe UI"/>
              </a:rPr>
              <a:t>3) Leen has a pen.</a:t>
            </a:r>
          </a:p>
          <a:p>
            <a:pPr rtl="0" algn="l">
              <a:spcAft>
                <a:spcPts val="800"/>
              </a:spcAft>
            </a:pPr>
            <a:r>
              <a:rPr sz="1800" b="0" i="0" lang="en-US">
                <a:solidFill>
                  <a:srgbClr val="1C2333"/>
                </a:solidFill>
                <a:latin typeface="Segoe UI"/>
              </a:rPr>
              <a:t>4) It has a long tail.</a:t>
            </a:r>
          </a:p>
          <a:p>
            <a:pPr rtl="0" algn="l">
              <a:spcAft>
                <a:spcPts val="800"/>
              </a:spcAft>
            </a:pPr>
            <a:r>
              <a:rPr sz="1800" b="0" i="0" lang="en-US">
                <a:solidFill>
                  <a:srgbClr val="1C2333"/>
                </a:solidFill>
                <a:latin typeface="Segoe UI"/>
              </a:rPr>
              <a:t>5) A cat has a rat.</a:t>
            </a:r>
          </a:p>
          <a:p>
            <a:pPr rtl="0" algn="l">
              <a:spcAft>
                <a:spcPts val="800"/>
              </a:spcAft>
            </a:pPr>
            <a:r>
              <a:rPr sz="1800" b="0" i="0" lang="en-US">
                <a:solidFill>
                  <a:srgbClr val="1C2333"/>
                </a:solidFill>
                <a:latin typeface="Segoe UI"/>
              </a:rPr>
              <a:t>6) He has a book.</a:t>
            </a:r>
          </a:p>
          <a:p>
            <a:pPr rtl="0" algn="l">
              <a:spcAft>
                <a:spcPts val="800"/>
              </a:spcAft>
            </a:pPr>
            <a:r>
              <a:rPr sz="1800" b="0" i="0" lang="en-US">
                <a:solidFill>
                  <a:srgbClr val="1C2333"/>
                </a:solidFill>
                <a:latin typeface="Segoe UI"/>
              </a:rPr>
              <a:t>7) She has an orange.</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has a bike.</a:t>
            </a:r>
          </a:p>
          <a:p>
            <a:pPr lvl="1" rtl="0" algn="l">
              <a:spcAft>
                <a:spcPts val="700"/>
              </a:spcAft>
            </a:pPr>
            <a:r>
              <a:rPr sz="1600" b="1" i="0" lang="en-US">
                <a:solidFill>
                  <a:srgbClr val="0F7A3D"/>
                </a:solidFill>
                <a:latin typeface="Segoe UI"/>
              </a:rPr>
              <a:t>✔ Does he have a bike?</a:t>
            </a:r>
          </a:p>
          <a:p>
            <a:pPr rtl="0" algn="l">
              <a:spcAft>
                <a:spcPts val="300"/>
              </a:spcAft>
            </a:pPr>
            <a:r>
              <a:rPr sz="1700" b="0" i="0" lang="en-US">
                <a:solidFill>
                  <a:srgbClr val="1C2333"/>
                </a:solidFill>
                <a:latin typeface="Segoe UI"/>
              </a:rPr>
              <a:t>2) She has a toy.</a:t>
            </a:r>
          </a:p>
          <a:p>
            <a:pPr lvl="1" rtl="0" algn="l">
              <a:spcAft>
                <a:spcPts val="700"/>
              </a:spcAft>
            </a:pPr>
            <a:r>
              <a:rPr sz="1600" b="1" i="0" lang="en-US">
                <a:solidFill>
                  <a:srgbClr val="0F7A3D"/>
                </a:solidFill>
                <a:latin typeface="Segoe UI"/>
              </a:rPr>
              <a:t>✔ Does she have a toy?</a:t>
            </a:r>
          </a:p>
          <a:p>
            <a:pPr rtl="0" algn="l">
              <a:spcAft>
                <a:spcPts val="300"/>
              </a:spcAft>
            </a:pPr>
            <a:r>
              <a:rPr sz="1700" b="0" i="0" lang="en-US">
                <a:solidFill>
                  <a:srgbClr val="1C2333"/>
                </a:solidFill>
                <a:latin typeface="Segoe UI"/>
              </a:rPr>
              <a:t>3) Leen has a pen.</a:t>
            </a:r>
          </a:p>
          <a:p>
            <a:pPr lvl="1" rtl="0" algn="l">
              <a:spcAft>
                <a:spcPts val="700"/>
              </a:spcAft>
            </a:pPr>
            <a:r>
              <a:rPr sz="1600" b="1" i="0" lang="en-US">
                <a:solidFill>
                  <a:srgbClr val="0F7A3D"/>
                </a:solidFill>
                <a:latin typeface="Segoe UI"/>
              </a:rPr>
              <a:t>✔ Does Leen have a pen?</a:t>
            </a:r>
          </a:p>
          <a:p>
            <a:pPr rtl="0" algn="l">
              <a:spcAft>
                <a:spcPts val="300"/>
              </a:spcAft>
            </a:pPr>
            <a:r>
              <a:rPr sz="1700" b="0" i="0" lang="en-US">
                <a:solidFill>
                  <a:srgbClr val="1C2333"/>
                </a:solidFill>
                <a:latin typeface="Segoe UI"/>
              </a:rPr>
              <a:t>4) It has a long tail.</a:t>
            </a:r>
          </a:p>
          <a:p>
            <a:pPr lvl="1" rtl="0" algn="l">
              <a:spcAft>
                <a:spcPts val="700"/>
              </a:spcAft>
            </a:pPr>
            <a:r>
              <a:rPr sz="1600" b="1" i="0" lang="en-US">
                <a:solidFill>
                  <a:srgbClr val="0F7A3D"/>
                </a:solidFill>
                <a:latin typeface="Segoe UI"/>
              </a:rPr>
              <a:t>✔ Does it have a long tail?</a:t>
            </a:r>
          </a:p>
          <a:p>
            <a:pPr rtl="0" algn="l">
              <a:spcAft>
                <a:spcPts val="300"/>
              </a:spcAft>
            </a:pPr>
            <a:r>
              <a:rPr sz="1700" b="0" i="0" lang="en-US">
                <a:solidFill>
                  <a:srgbClr val="1C2333"/>
                </a:solidFill>
                <a:latin typeface="Segoe UI"/>
              </a:rPr>
              <a:t>5) A cat has a rat.</a:t>
            </a:r>
          </a:p>
          <a:p>
            <a:pPr lvl="1" rtl="0" algn="l">
              <a:spcAft>
                <a:spcPts val="700"/>
              </a:spcAft>
            </a:pPr>
            <a:r>
              <a:rPr sz="1600" b="1" i="0" lang="en-US">
                <a:solidFill>
                  <a:srgbClr val="0F7A3D"/>
                </a:solidFill>
                <a:latin typeface="Segoe UI"/>
              </a:rPr>
              <a:t>✔ Does a cat have a rat?</a:t>
            </a:r>
          </a:p>
          <a:p>
            <a:pPr rtl="0" algn="l">
              <a:spcAft>
                <a:spcPts val="300"/>
              </a:spcAft>
            </a:pPr>
            <a:r>
              <a:rPr sz="1700" b="0" i="0" lang="en-US">
                <a:solidFill>
                  <a:srgbClr val="1C2333"/>
                </a:solidFill>
                <a:latin typeface="Segoe UI"/>
              </a:rPr>
              <a:t>6) He has a book.</a:t>
            </a:r>
          </a:p>
          <a:p>
            <a:pPr lvl="1" rtl="0" algn="l">
              <a:spcAft>
                <a:spcPts val="700"/>
              </a:spcAft>
            </a:pPr>
            <a:r>
              <a:rPr sz="1600" b="1" i="0" lang="en-US">
                <a:solidFill>
                  <a:srgbClr val="0F7A3D"/>
                </a:solidFill>
                <a:latin typeface="Segoe UI"/>
              </a:rPr>
              <a:t>✔ Does he have a book?</a:t>
            </a:r>
          </a:p>
          <a:p>
            <a:pPr rtl="0" algn="l">
              <a:spcAft>
                <a:spcPts val="300"/>
              </a:spcAft>
            </a:pPr>
            <a:r>
              <a:rPr sz="1700" b="0" i="0" lang="en-US">
                <a:solidFill>
                  <a:srgbClr val="1C2333"/>
                </a:solidFill>
                <a:latin typeface="Segoe UI"/>
              </a:rPr>
              <a:t>7) She has an orange.</a:t>
            </a:r>
          </a:p>
          <a:p>
            <a:pPr lvl="1" rtl="0" algn="l">
              <a:spcAft>
                <a:spcPts val="700"/>
              </a:spcAft>
            </a:pPr>
            <a:r>
              <a:rPr sz="1600" b="1" i="0" lang="en-US">
                <a:solidFill>
                  <a:srgbClr val="0F7A3D"/>
                </a:solidFill>
                <a:latin typeface="Segoe UI"/>
              </a:rPr>
              <a:t>✔ Does she have an orange?</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Rawan has blue eyes.</a:t>
            </a:r>
          </a:p>
          <a:p>
            <a:pPr rtl="0" algn="l">
              <a:spcAft>
                <a:spcPts val="800"/>
              </a:spcAft>
            </a:pPr>
            <a:r>
              <a:rPr sz="1800" b="0" i="0" lang="en-US">
                <a:solidFill>
                  <a:srgbClr val="1C2333"/>
                </a:solidFill>
                <a:latin typeface="Segoe UI"/>
              </a:rPr>
              <a:t>9) I have a camera.</a:t>
            </a:r>
          </a:p>
          <a:p>
            <a:pPr rtl="0" algn="l">
              <a:spcAft>
                <a:spcPts val="800"/>
              </a:spcAft>
            </a:pPr>
            <a:r>
              <a:rPr sz="1800" b="0" i="0" lang="en-US">
                <a:solidFill>
                  <a:srgbClr val="1C2333"/>
                </a:solidFill>
                <a:latin typeface="Segoe UI"/>
              </a:rPr>
              <a:t>10) They have cats.</a:t>
            </a:r>
          </a:p>
          <a:p>
            <a:pPr rtl="0" algn="l">
              <a:spcAft>
                <a:spcPts val="800"/>
              </a:spcAft>
            </a:pPr>
            <a:r>
              <a:rPr sz="1800" b="0" i="0" lang="en-US">
                <a:solidFill>
                  <a:srgbClr val="1C2333"/>
                </a:solidFill>
                <a:latin typeface="Segoe UI"/>
              </a:rPr>
              <a:t>11) We have pencils.</a:t>
            </a:r>
          </a:p>
          <a:p>
            <a:pPr rtl="0" algn="l">
              <a:spcAft>
                <a:spcPts val="800"/>
              </a:spcAft>
            </a:pPr>
            <a:r>
              <a:rPr sz="1800" b="0" i="0" lang="en-US">
                <a:solidFill>
                  <a:srgbClr val="1C2333"/>
                </a:solidFill>
                <a:latin typeface="Segoe UI"/>
              </a:rPr>
              <a:t>12) You have a dress.</a:t>
            </a:r>
          </a:p>
          <a:p>
            <a:pPr rtl="0" algn="l">
              <a:spcAft>
                <a:spcPts val="800"/>
              </a:spcAft>
            </a:pPr>
            <a:r>
              <a:rPr sz="1800" b="0" i="0" lang="en-US">
                <a:solidFill>
                  <a:srgbClr val="1C2333"/>
                </a:solidFill>
                <a:latin typeface="Segoe UI"/>
              </a:rPr>
              <a:t>13) Lions have meat.</a:t>
            </a:r>
          </a:p>
          <a:p>
            <a:pPr rtl="0" algn="l">
              <a:spcAft>
                <a:spcPts val="800"/>
              </a:spcAft>
            </a:pPr>
            <a:r>
              <a:rPr sz="1800" b="0" i="0" lang="en-US">
                <a:solidFill>
                  <a:srgbClr val="1C2333"/>
                </a:solidFill>
                <a:latin typeface="Segoe UI"/>
              </a:rPr>
              <a:t>14) I have blue eyes.</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Rawan has blue eyes.</a:t>
            </a:r>
          </a:p>
          <a:p>
            <a:pPr lvl="1" rtl="0" algn="l">
              <a:spcAft>
                <a:spcPts val="700"/>
              </a:spcAft>
            </a:pPr>
            <a:r>
              <a:rPr sz="1600" b="1" i="0" lang="en-US">
                <a:solidFill>
                  <a:srgbClr val="0F7A3D"/>
                </a:solidFill>
                <a:latin typeface="Segoe UI"/>
              </a:rPr>
              <a:t>✔ Does Rawan have blue eyes?</a:t>
            </a:r>
          </a:p>
          <a:p>
            <a:pPr rtl="0" algn="l">
              <a:spcAft>
                <a:spcPts val="300"/>
              </a:spcAft>
            </a:pPr>
            <a:r>
              <a:rPr sz="1700" b="0" i="0" lang="en-US">
                <a:solidFill>
                  <a:srgbClr val="1C2333"/>
                </a:solidFill>
                <a:latin typeface="Segoe UI"/>
              </a:rPr>
              <a:t>9) I have a camera.</a:t>
            </a:r>
          </a:p>
          <a:p>
            <a:pPr lvl="1" rtl="0" algn="l">
              <a:spcAft>
                <a:spcPts val="700"/>
              </a:spcAft>
            </a:pPr>
            <a:r>
              <a:rPr sz="1600" b="1" i="0" lang="en-US">
                <a:solidFill>
                  <a:srgbClr val="0F7A3D"/>
                </a:solidFill>
                <a:latin typeface="Segoe UI"/>
              </a:rPr>
              <a:t>✔ Do you have a camera?</a:t>
            </a:r>
          </a:p>
          <a:p>
            <a:pPr rtl="0" algn="l">
              <a:spcAft>
                <a:spcPts val="300"/>
              </a:spcAft>
            </a:pPr>
            <a:r>
              <a:rPr sz="1700" b="0" i="0" lang="en-US">
                <a:solidFill>
                  <a:srgbClr val="1C2333"/>
                </a:solidFill>
                <a:latin typeface="Segoe UI"/>
              </a:rPr>
              <a:t>10) They have cats.</a:t>
            </a:r>
          </a:p>
          <a:p>
            <a:pPr lvl="1" rtl="0" algn="l">
              <a:spcAft>
                <a:spcPts val="700"/>
              </a:spcAft>
            </a:pPr>
            <a:r>
              <a:rPr sz="1600" b="1" i="0" lang="en-US">
                <a:solidFill>
                  <a:srgbClr val="0F7A3D"/>
                </a:solidFill>
                <a:latin typeface="Segoe UI"/>
              </a:rPr>
              <a:t>✔ Do they have cats?</a:t>
            </a:r>
          </a:p>
          <a:p>
            <a:pPr rtl="0" algn="l">
              <a:spcAft>
                <a:spcPts val="300"/>
              </a:spcAft>
            </a:pPr>
            <a:r>
              <a:rPr sz="1700" b="0" i="0" lang="en-US">
                <a:solidFill>
                  <a:srgbClr val="1C2333"/>
                </a:solidFill>
                <a:latin typeface="Segoe UI"/>
              </a:rPr>
              <a:t>11) We have pencils.</a:t>
            </a:r>
          </a:p>
          <a:p>
            <a:pPr lvl="1" rtl="0" algn="l">
              <a:spcAft>
                <a:spcPts val="700"/>
              </a:spcAft>
            </a:pPr>
            <a:r>
              <a:rPr sz="1600" b="1" i="0" lang="en-US">
                <a:solidFill>
                  <a:srgbClr val="0F7A3D"/>
                </a:solidFill>
                <a:latin typeface="Segoe UI"/>
              </a:rPr>
              <a:t>✔ Do you have pencils?</a:t>
            </a:r>
          </a:p>
          <a:p>
            <a:pPr rtl="0" algn="l">
              <a:spcAft>
                <a:spcPts val="300"/>
              </a:spcAft>
            </a:pPr>
            <a:r>
              <a:rPr sz="1700" b="0" i="0" lang="en-US">
                <a:solidFill>
                  <a:srgbClr val="1C2333"/>
                </a:solidFill>
                <a:latin typeface="Segoe UI"/>
              </a:rPr>
              <a:t>12) You have a dress.</a:t>
            </a:r>
          </a:p>
          <a:p>
            <a:pPr lvl="1" rtl="0" algn="l">
              <a:spcAft>
                <a:spcPts val="700"/>
              </a:spcAft>
            </a:pPr>
            <a:r>
              <a:rPr sz="1600" b="1" i="0" lang="en-US">
                <a:solidFill>
                  <a:srgbClr val="0F7A3D"/>
                </a:solidFill>
                <a:latin typeface="Segoe UI"/>
              </a:rPr>
              <a:t>✔ Do I have a dress?</a:t>
            </a:r>
          </a:p>
          <a:p>
            <a:pPr rtl="0" algn="l">
              <a:spcAft>
                <a:spcPts val="300"/>
              </a:spcAft>
            </a:pPr>
            <a:r>
              <a:rPr sz="1700" b="0" i="0" lang="en-US">
                <a:solidFill>
                  <a:srgbClr val="1C2333"/>
                </a:solidFill>
                <a:latin typeface="Segoe UI"/>
              </a:rPr>
              <a:t>13) Lions have meat.</a:t>
            </a:r>
          </a:p>
          <a:p>
            <a:pPr lvl="1" rtl="0" algn="l">
              <a:spcAft>
                <a:spcPts val="700"/>
              </a:spcAft>
            </a:pPr>
            <a:r>
              <a:rPr sz="1600" b="1" i="0" lang="en-US">
                <a:solidFill>
                  <a:srgbClr val="0F7A3D"/>
                </a:solidFill>
                <a:latin typeface="Segoe UI"/>
              </a:rPr>
              <a:t>✔ Do lions have meat?</a:t>
            </a:r>
          </a:p>
          <a:p>
            <a:pPr rtl="0" algn="l">
              <a:spcAft>
                <a:spcPts val="300"/>
              </a:spcAft>
            </a:pPr>
            <a:r>
              <a:rPr sz="1700" b="0" i="0" lang="en-US">
                <a:solidFill>
                  <a:srgbClr val="1C2333"/>
                </a:solidFill>
                <a:latin typeface="Segoe UI"/>
              </a:rPr>
              <a:t>14) I have blue eyes.</a:t>
            </a:r>
          </a:p>
          <a:p>
            <a:pPr lvl="1" rtl="0" algn="l">
              <a:spcAft>
                <a:spcPts val="700"/>
              </a:spcAft>
            </a:pPr>
            <a:r>
              <a:rPr sz="1600" b="1" i="0" lang="en-US">
                <a:solidFill>
                  <a:srgbClr val="0F7A3D"/>
                </a:solidFill>
                <a:latin typeface="Segoe UI"/>
              </a:rPr>
              <a:t>✔ Do you have blue eyes?</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They have hats.</a:t>
            </a:r>
          </a:p>
          <a:p>
            <a:pPr rtl="0" algn="l">
              <a:spcAft>
                <a:spcPts val="800"/>
              </a:spcAft>
            </a:pPr>
            <a:r>
              <a:rPr sz="1800" b="0" i="0" lang="en-US">
                <a:solidFill>
                  <a:srgbClr val="1C2333"/>
                </a:solidFill>
                <a:latin typeface="Segoe UI"/>
              </a:rPr>
              <a:t>16) We have birds.</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C) Make a question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They have hats.</a:t>
            </a:r>
          </a:p>
          <a:p>
            <a:pPr lvl="1" rtl="0" algn="l">
              <a:spcAft>
                <a:spcPts val="700"/>
              </a:spcAft>
            </a:pPr>
            <a:r>
              <a:rPr sz="1600" b="1" i="0" lang="en-US">
                <a:solidFill>
                  <a:srgbClr val="0F7A3D"/>
                </a:solidFill>
                <a:latin typeface="Segoe UI"/>
              </a:rPr>
              <a:t>✔ Do they have hats?</a:t>
            </a:r>
          </a:p>
          <a:p>
            <a:pPr rtl="0" algn="l">
              <a:spcAft>
                <a:spcPts val="300"/>
              </a:spcAft>
            </a:pPr>
            <a:r>
              <a:rPr sz="1700" b="0" i="0" lang="en-US">
                <a:solidFill>
                  <a:srgbClr val="1C2333"/>
                </a:solidFill>
                <a:latin typeface="Segoe UI"/>
              </a:rPr>
              <a:t>16) We have birds.</a:t>
            </a:r>
          </a:p>
          <a:p>
            <a:pPr lvl="1" rtl="0" algn="l">
              <a:spcAft>
                <a:spcPts val="700"/>
              </a:spcAft>
            </a:pPr>
            <a:r>
              <a:rPr sz="1600" b="1" i="0" lang="en-US">
                <a:solidFill>
                  <a:srgbClr val="0F7A3D"/>
                </a:solidFill>
                <a:latin typeface="Segoe UI"/>
              </a:rPr>
              <a:t>✔ Do you have birds?</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Do you have a car?</a:t>
            </a:r>
          </a:p>
          <a:p>
            <a:pPr rtl="0" algn="l">
              <a:spcAft>
                <a:spcPts val="800"/>
              </a:spcAft>
            </a:pPr>
            <a:r>
              <a:rPr sz="1800" b="0" i="0" lang="en-US">
                <a:solidFill>
                  <a:srgbClr val="1C2333"/>
                </a:solidFill>
                <a:latin typeface="Segoe UI"/>
              </a:rPr>
              <a:t>2) Does she have a bike?</a:t>
            </a:r>
          </a:p>
          <a:p>
            <a:pPr rtl="0" algn="l">
              <a:spcAft>
                <a:spcPts val="800"/>
              </a:spcAft>
            </a:pPr>
            <a:r>
              <a:rPr sz="1800" b="0" i="0" lang="en-US">
                <a:solidFill>
                  <a:srgbClr val="1C2333"/>
                </a:solidFill>
                <a:latin typeface="Segoe UI"/>
              </a:rPr>
              <a:t>3) Do they have dogs?</a:t>
            </a:r>
          </a:p>
          <a:p>
            <a:pPr rtl="0" algn="l">
              <a:spcAft>
                <a:spcPts val="800"/>
              </a:spcAft>
            </a:pPr>
            <a:r>
              <a:rPr sz="1800" b="0" i="0" lang="en-US">
                <a:solidFill>
                  <a:srgbClr val="1C2333"/>
                </a:solidFill>
                <a:latin typeface="Segoe UI"/>
              </a:rPr>
              <a:t>4) Does it have a tail?</a:t>
            </a:r>
          </a:p>
          <a:p>
            <a:pPr rtl="0" algn="l">
              <a:spcAft>
                <a:spcPts val="800"/>
              </a:spcAft>
            </a:pPr>
            <a:r>
              <a:rPr sz="1800" b="0" i="0" lang="en-US">
                <a:solidFill>
                  <a:srgbClr val="1C2333"/>
                </a:solidFill>
                <a:latin typeface="Segoe UI"/>
              </a:rPr>
              <a:t>5) Does she have a pen?</a:t>
            </a:r>
          </a:p>
          <a:p>
            <a:pPr rtl="0" algn="l">
              <a:spcAft>
                <a:spcPts val="800"/>
              </a:spcAft>
            </a:pPr>
            <a:r>
              <a:rPr sz="1800" b="0" i="0" lang="en-US">
                <a:solidFill>
                  <a:srgbClr val="1C2333"/>
                </a:solidFill>
                <a:latin typeface="Segoe UI"/>
              </a:rPr>
              <a:t>6) Do we have books?</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Do you have a car?</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2) Does she have a bike?</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3) Do they have dogs?</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4) Does it have a tail?</a:t>
            </a:r>
          </a:p>
          <a:p>
            <a:pPr lvl="1" rtl="0" algn="l">
              <a:spcAft>
                <a:spcPts val="700"/>
              </a:spcAft>
            </a:pPr>
            <a:r>
              <a:rPr sz="1600" b="1" i="0" lang="en-US">
                <a:solidFill>
                  <a:srgbClr val="0F7A3D"/>
                </a:solidFill>
                <a:latin typeface="Segoe UI"/>
              </a:rPr>
              <a:t>✔ Yes, it does. / No, it doesn't.</a:t>
            </a:r>
          </a:p>
          <a:p>
            <a:pPr rtl="0" algn="l">
              <a:spcAft>
                <a:spcPts val="300"/>
              </a:spcAft>
            </a:pPr>
            <a:r>
              <a:rPr sz="1700" b="0" i="0" lang="en-US">
                <a:solidFill>
                  <a:srgbClr val="1C2333"/>
                </a:solidFill>
                <a:latin typeface="Segoe UI"/>
              </a:rPr>
              <a:t>5) Does she have a pen?</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6) Do we have books?</a:t>
            </a:r>
          </a:p>
          <a:p>
            <a:pPr lvl="1" rtl="0" algn="l">
              <a:spcAft>
                <a:spcPts val="700"/>
              </a:spcAft>
            </a:pPr>
            <a:r>
              <a:rPr sz="1600" b="1" i="0" lang="en-US">
                <a:solidFill>
                  <a:srgbClr val="0F7A3D"/>
                </a:solidFill>
                <a:latin typeface="Segoe UI"/>
              </a:rPr>
              <a:t>✔ Yes, we do. / No, we don't.</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Does Rody have a toy?</a:t>
            </a:r>
          </a:p>
          <a:p>
            <a:pPr rtl="0" algn="l">
              <a:spcAft>
                <a:spcPts val="800"/>
              </a:spcAft>
            </a:pPr>
            <a:r>
              <a:rPr sz="1800" b="0" i="0" lang="en-US">
                <a:solidFill>
                  <a:srgbClr val="1C2333"/>
                </a:solidFill>
                <a:latin typeface="Segoe UI"/>
              </a:rPr>
              <a:t>8) Do I have a house?</a:t>
            </a:r>
          </a:p>
          <a:p>
            <a:pPr rtl="0" algn="l">
              <a:spcAft>
                <a:spcPts val="800"/>
              </a:spcAft>
            </a:pPr>
            <a:r>
              <a:rPr sz="1800" b="0" i="0" lang="en-US">
                <a:solidFill>
                  <a:srgbClr val="1C2333"/>
                </a:solidFill>
                <a:latin typeface="Segoe UI"/>
              </a:rPr>
              <a:t>9) Does he have a cat?</a:t>
            </a:r>
          </a:p>
          <a:p>
            <a:pPr rtl="0" algn="l">
              <a:spcAft>
                <a:spcPts val="800"/>
              </a:spcAft>
            </a:pPr>
            <a:r>
              <a:rPr sz="1800" b="0" i="0" lang="en-US">
                <a:solidFill>
                  <a:srgbClr val="1C2333"/>
                </a:solidFill>
                <a:latin typeface="Segoe UI"/>
              </a:rPr>
              <a:t>10) Do they have pencils?</a:t>
            </a:r>
          </a:p>
          <a:p>
            <a:pPr rtl="0" algn="l">
              <a:spcAft>
                <a:spcPts val="800"/>
              </a:spcAft>
            </a:pPr>
            <a:r>
              <a:rPr sz="1800" b="0" i="0" lang="en-US">
                <a:solidFill>
                  <a:srgbClr val="1C2333"/>
                </a:solidFill>
                <a:latin typeface="Segoe UI"/>
              </a:rPr>
              <a:t>11) Does she have a skirt?</a:t>
            </a:r>
          </a:p>
          <a:p>
            <a:pPr rtl="0" algn="l">
              <a:spcAft>
                <a:spcPts val="800"/>
              </a:spcAft>
            </a:pPr>
            <a:r>
              <a:rPr sz="1800" b="0" i="0" lang="en-US">
                <a:solidFill>
                  <a:srgbClr val="1C2333"/>
                </a:solidFill>
                <a:latin typeface="Segoe UI"/>
              </a:rPr>
              <a:t>12) Does she have a skirt?</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Does Rody have a toy?</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8) Do I have a house?</a:t>
            </a:r>
          </a:p>
          <a:p>
            <a:pPr lvl="1" rtl="0" algn="l">
              <a:spcAft>
                <a:spcPts val="700"/>
              </a:spcAft>
            </a:pPr>
            <a:r>
              <a:rPr sz="1600" b="1" i="0" lang="en-US">
                <a:solidFill>
                  <a:srgbClr val="0F7A3D"/>
                </a:solidFill>
                <a:latin typeface="Segoe UI"/>
              </a:rPr>
              <a:t>✔ Yes, you do. / No, you don't.</a:t>
            </a:r>
          </a:p>
          <a:p>
            <a:pPr rtl="0" algn="l">
              <a:spcAft>
                <a:spcPts val="300"/>
              </a:spcAft>
            </a:pPr>
            <a:r>
              <a:rPr sz="1700" b="0" i="0" lang="en-US">
                <a:solidFill>
                  <a:srgbClr val="1C2333"/>
                </a:solidFill>
                <a:latin typeface="Segoe UI"/>
              </a:rPr>
              <a:t>9) Does he have a cat?</a:t>
            </a:r>
          </a:p>
          <a:p>
            <a:pPr lvl="1" rtl="0" algn="l">
              <a:spcAft>
                <a:spcPts val="700"/>
              </a:spcAft>
            </a:pPr>
            <a:r>
              <a:rPr sz="1600" b="1" i="0" lang="en-US">
                <a:solidFill>
                  <a:srgbClr val="0F7A3D"/>
                </a:solidFill>
                <a:latin typeface="Segoe UI"/>
              </a:rPr>
              <a:t>✔ Yes, he does. / No, he doesn't.</a:t>
            </a:r>
          </a:p>
          <a:p>
            <a:pPr rtl="0" algn="l">
              <a:spcAft>
                <a:spcPts val="300"/>
              </a:spcAft>
            </a:pPr>
            <a:r>
              <a:rPr sz="1700" b="0" i="0" lang="en-US">
                <a:solidFill>
                  <a:srgbClr val="1C2333"/>
                </a:solidFill>
                <a:latin typeface="Segoe UI"/>
              </a:rPr>
              <a:t>10) Do they have pencils?</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11) Does she have a skirt?</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12) Does she have a skirt?</a:t>
            </a:r>
          </a:p>
          <a:p>
            <a:pPr lvl="1" rtl="0" algn="l">
              <a:spcAft>
                <a:spcPts val="700"/>
              </a:spcAft>
            </a:pPr>
            <a:r>
              <a:rPr sz="1600" b="1" i="0" lang="en-US">
                <a:solidFill>
                  <a:srgbClr val="0F7A3D"/>
                </a:solidFill>
                <a:latin typeface="Segoe UI"/>
              </a:rPr>
              <a:t>✔ Yes, she does. / No, she doesn't.</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Do they have cars?</a:t>
            </a:r>
          </a:p>
          <a:p>
            <a:pPr rtl="0" algn="l">
              <a:spcAft>
                <a:spcPts val="800"/>
              </a:spcAft>
            </a:pPr>
            <a:r>
              <a:rPr sz="1800" b="0" i="0" lang="en-US">
                <a:solidFill>
                  <a:srgbClr val="1C2333"/>
                </a:solidFill>
                <a:latin typeface="Segoe UI"/>
              </a:rPr>
              <a:t>14) Do lions have meat?</a:t>
            </a:r>
          </a:p>
          <a:p>
            <a:pPr rtl="0" algn="l">
              <a:spcAft>
                <a:spcPts val="800"/>
              </a:spcAft>
            </a:pPr>
            <a:r>
              <a:rPr sz="1800" b="0" i="0" lang="en-US">
                <a:solidFill>
                  <a:srgbClr val="1C2333"/>
                </a:solidFill>
                <a:latin typeface="Segoe UI"/>
              </a:rPr>
              <a:t>15) Does Sara have pants?</a:t>
            </a:r>
          </a:p>
          <a:p>
            <a:pPr rtl="0" algn="l">
              <a:spcAft>
                <a:spcPts val="800"/>
              </a:spcAft>
            </a:pPr>
            <a:r>
              <a:rPr sz="1800" b="0" i="0" lang="en-US">
                <a:solidFill>
                  <a:srgbClr val="1C2333"/>
                </a:solidFill>
                <a:latin typeface="Segoe UI"/>
              </a:rPr>
              <a:t>16) Does it have milk?</a:t>
            </a:r>
          </a:p>
          <a:p>
            <a:pPr rtl="0" algn="l">
              <a:spcAft>
                <a:spcPts val="800"/>
              </a:spcAft>
            </a:pPr>
            <a:r>
              <a:rPr sz="1800" b="0" i="0" lang="en-US">
                <a:solidFill>
                  <a:srgbClr val="1C2333"/>
                </a:solidFill>
                <a:latin typeface="Segoe UI"/>
              </a:rPr>
              <a:t>17) Do you have oranges?</a:t>
            </a:r>
          </a:p>
          <a:p>
            <a:pPr rtl="0" algn="l">
              <a:spcAft>
                <a:spcPts val="800"/>
              </a:spcAft>
            </a:pPr>
            <a:r>
              <a:rPr sz="1800" b="0" i="0" lang="en-US">
                <a:solidFill>
                  <a:srgbClr val="1C2333"/>
                </a:solidFill>
                <a:latin typeface="Segoe UI"/>
              </a:rPr>
              <a:t>18) Do birds have nests?</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Do they have cars?</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14) Do lions have meat?</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15) Does Sara have pants?</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16) Does it have milk?</a:t>
            </a:r>
          </a:p>
          <a:p>
            <a:pPr lvl="1" rtl="0" algn="l">
              <a:spcAft>
                <a:spcPts val="700"/>
              </a:spcAft>
            </a:pPr>
            <a:r>
              <a:rPr sz="1600" b="1" i="0" lang="en-US">
                <a:solidFill>
                  <a:srgbClr val="0F7A3D"/>
                </a:solidFill>
                <a:latin typeface="Segoe UI"/>
              </a:rPr>
              <a:t>✔ Yes, it does. / No, it doesn't.</a:t>
            </a:r>
          </a:p>
          <a:p>
            <a:pPr rtl="0" algn="l">
              <a:spcAft>
                <a:spcPts val="300"/>
              </a:spcAft>
            </a:pPr>
            <a:r>
              <a:rPr sz="1700" b="0" i="0" lang="en-US">
                <a:solidFill>
                  <a:srgbClr val="1C2333"/>
                </a:solidFill>
                <a:latin typeface="Segoe UI"/>
              </a:rPr>
              <a:t>17) Do you have oranges?</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18) Do birds have nests?</a:t>
            </a:r>
          </a:p>
          <a:p>
            <a:pPr lvl="1" rtl="0" algn="l">
              <a:spcAft>
                <a:spcPts val="700"/>
              </a:spcAft>
            </a:pPr>
            <a:r>
              <a:rPr sz="1600" b="1" i="0" lang="en-US">
                <a:solidFill>
                  <a:srgbClr val="0F7A3D"/>
                </a:solidFill>
                <a:latin typeface="Segoe UI"/>
              </a:rPr>
              <a:t>✔ Yes, they do. / No, they don't.</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Does Leen have a doll?</a:t>
            </a:r>
          </a:p>
          <a:p>
            <a:pPr rtl="0" algn="l">
              <a:spcAft>
                <a:spcPts val="800"/>
              </a:spcAft>
            </a:pPr>
            <a:r>
              <a:rPr sz="1800" b="0" i="0" lang="en-US">
                <a:solidFill>
                  <a:srgbClr val="1C2333"/>
                </a:solidFill>
                <a:latin typeface="Segoe UI"/>
              </a:rPr>
              <a:t>20) Do you have an apple?</a:t>
            </a:r>
          </a:p>
          <a:p>
            <a:pPr rtl="0" algn="l">
              <a:spcAft>
                <a:spcPts val="800"/>
              </a:spcAft>
            </a:pPr>
            <a:r>
              <a:rPr sz="1800" b="0" i="0" lang="en-US">
                <a:solidFill>
                  <a:srgbClr val="1C2333"/>
                </a:solidFill>
                <a:latin typeface="Segoe UI"/>
              </a:rPr>
              <a:t>21) Does it have fur?</a:t>
            </a:r>
          </a:p>
          <a:p>
            <a:pPr rtl="0" algn="l">
              <a:spcAft>
                <a:spcPts val="800"/>
              </a:spcAft>
            </a:pPr>
            <a:r>
              <a:rPr sz="1800" b="0" i="0" lang="en-US">
                <a:solidFill>
                  <a:srgbClr val="1C2333"/>
                </a:solidFill>
                <a:latin typeface="Segoe UI"/>
              </a:rPr>
              <a:t>22) Does your father have a car?</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D) Answer with Yes or No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Does Leen have a doll?</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20) Do you have an apple?</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21) Does it have fur?</a:t>
            </a:r>
          </a:p>
          <a:p>
            <a:pPr lvl="1" rtl="0" algn="l">
              <a:spcAft>
                <a:spcPts val="700"/>
              </a:spcAft>
            </a:pPr>
            <a:r>
              <a:rPr sz="1600" b="1" i="0" lang="en-US">
                <a:solidFill>
                  <a:srgbClr val="0F7A3D"/>
                </a:solidFill>
                <a:latin typeface="Segoe UI"/>
              </a:rPr>
              <a:t>✔ Yes, it does. / No, it doesn't.</a:t>
            </a:r>
          </a:p>
          <a:p>
            <a:pPr rtl="0" algn="l">
              <a:spcAft>
                <a:spcPts val="300"/>
              </a:spcAft>
            </a:pPr>
            <a:r>
              <a:rPr sz="1700" b="0" i="0" lang="en-US">
                <a:solidFill>
                  <a:srgbClr val="1C2333"/>
                </a:solidFill>
                <a:latin typeface="Segoe UI"/>
              </a:rPr>
              <a:t>22) Does your father have a car?</a:t>
            </a:r>
          </a:p>
          <a:p>
            <a:pPr lvl="1" rtl="0" algn="l">
              <a:spcAft>
                <a:spcPts val="700"/>
              </a:spcAft>
            </a:pPr>
            <a:r>
              <a:rPr sz="1600" b="1" i="0" lang="en-US">
                <a:solidFill>
                  <a:srgbClr val="0F7A3D"/>
                </a:solidFill>
                <a:latin typeface="Segoe UI"/>
              </a:rPr>
              <a:t>✔ Yes, he does. / No, he doesn't.</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Yes, I have a car.</a:t>
            </a:r>
          </a:p>
          <a:p>
            <a:pPr rtl="0" algn="l">
              <a:spcAft>
                <a:spcPts val="800"/>
              </a:spcAft>
            </a:pPr>
            <a:r>
              <a:rPr sz="1800" b="0" i="0" lang="en-US">
                <a:solidFill>
                  <a:srgbClr val="1C2333"/>
                </a:solidFill>
                <a:latin typeface="Segoe UI"/>
              </a:rPr>
              <a:t>2) No, she doesn't have a cat.</a:t>
            </a:r>
          </a:p>
          <a:p>
            <a:pPr rtl="0" algn="l">
              <a:spcAft>
                <a:spcPts val="800"/>
              </a:spcAft>
            </a:pPr>
            <a:r>
              <a:rPr sz="1800" b="0" i="0" lang="en-US">
                <a:solidFill>
                  <a:srgbClr val="1C2333"/>
                </a:solidFill>
                <a:latin typeface="Segoe UI"/>
              </a:rPr>
              <a:t>3) Yes, they have books.</a:t>
            </a:r>
          </a:p>
          <a:p>
            <a:pPr rtl="0" algn="l">
              <a:spcAft>
                <a:spcPts val="800"/>
              </a:spcAft>
            </a:pPr>
            <a:r>
              <a:rPr sz="1800" b="0" i="0" lang="en-US">
                <a:solidFill>
                  <a:srgbClr val="1C2333"/>
                </a:solidFill>
                <a:latin typeface="Segoe UI"/>
              </a:rPr>
              <a:t>4) No, it doesn't have milk.</a:t>
            </a:r>
          </a:p>
          <a:p>
            <a:pPr rtl="0" algn="l">
              <a:spcAft>
                <a:spcPts val="800"/>
              </a:spcAft>
            </a:pPr>
            <a:r>
              <a:rPr sz="1800" b="0" i="0" lang="en-US">
                <a:solidFill>
                  <a:srgbClr val="1C2333"/>
                </a:solidFill>
                <a:latin typeface="Segoe UI"/>
              </a:rPr>
              <a:t>5) Yes, my sister has a dress.</a:t>
            </a:r>
          </a:p>
          <a:p>
            <a:pPr rtl="0" algn="l">
              <a:spcAft>
                <a:spcPts val="800"/>
              </a:spcAft>
            </a:pPr>
            <a:r>
              <a:rPr sz="1800" b="0" i="0" lang="en-US">
                <a:solidFill>
                  <a:srgbClr val="1C2333"/>
                </a:solidFill>
                <a:latin typeface="Segoe UI"/>
              </a:rPr>
              <a:t>6) No, we don't have flowers.</a:t>
            </a:r>
          </a:p>
          <a:p>
            <a:pPr rtl="0" algn="l">
              <a:spcAft>
                <a:spcPts val="800"/>
              </a:spcAft>
            </a:pPr>
            <a:r>
              <a:rPr sz="1800" b="0" i="0" lang="en-US">
                <a:solidFill>
                  <a:srgbClr val="1C2333"/>
                </a:solidFill>
                <a:latin typeface="Segoe UI"/>
              </a:rPr>
              <a:t>7) Yes, he has a bike.</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Yes, I have a car.</a:t>
            </a:r>
          </a:p>
          <a:p>
            <a:pPr lvl="1" rtl="0" algn="l">
              <a:spcAft>
                <a:spcPts val="700"/>
              </a:spcAft>
            </a:pPr>
            <a:r>
              <a:rPr sz="1600" b="1" i="0" lang="en-US">
                <a:solidFill>
                  <a:srgbClr val="0F7A3D"/>
                </a:solidFill>
                <a:latin typeface="Segoe UI"/>
              </a:rPr>
              <a:t>✔ Do you have a car?</a:t>
            </a:r>
          </a:p>
          <a:p>
            <a:pPr rtl="0" algn="l">
              <a:spcAft>
                <a:spcPts val="300"/>
              </a:spcAft>
            </a:pPr>
            <a:r>
              <a:rPr sz="1700" b="0" i="0" lang="en-US">
                <a:solidFill>
                  <a:srgbClr val="1C2333"/>
                </a:solidFill>
                <a:latin typeface="Segoe UI"/>
              </a:rPr>
              <a:t>2) No, she doesn't have a cat.</a:t>
            </a:r>
          </a:p>
          <a:p>
            <a:pPr lvl="1" rtl="0" algn="l">
              <a:spcAft>
                <a:spcPts val="700"/>
              </a:spcAft>
            </a:pPr>
            <a:r>
              <a:rPr sz="1600" b="1" i="0" lang="en-US">
                <a:solidFill>
                  <a:srgbClr val="0F7A3D"/>
                </a:solidFill>
                <a:latin typeface="Segoe UI"/>
              </a:rPr>
              <a:t>✔ Does she have a cat?</a:t>
            </a:r>
          </a:p>
          <a:p>
            <a:pPr rtl="0" algn="l">
              <a:spcAft>
                <a:spcPts val="300"/>
              </a:spcAft>
            </a:pPr>
            <a:r>
              <a:rPr sz="1700" b="0" i="0" lang="en-US">
                <a:solidFill>
                  <a:srgbClr val="1C2333"/>
                </a:solidFill>
                <a:latin typeface="Segoe UI"/>
              </a:rPr>
              <a:t>3) Yes, they have books.</a:t>
            </a:r>
          </a:p>
          <a:p>
            <a:pPr lvl="1" rtl="0" algn="l">
              <a:spcAft>
                <a:spcPts val="700"/>
              </a:spcAft>
            </a:pPr>
            <a:r>
              <a:rPr sz="1600" b="1" i="0" lang="en-US">
                <a:solidFill>
                  <a:srgbClr val="0F7A3D"/>
                </a:solidFill>
                <a:latin typeface="Segoe UI"/>
              </a:rPr>
              <a:t>✔ Do they have books?</a:t>
            </a:r>
          </a:p>
          <a:p>
            <a:pPr rtl="0" algn="l">
              <a:spcAft>
                <a:spcPts val="300"/>
              </a:spcAft>
            </a:pPr>
            <a:r>
              <a:rPr sz="1700" b="0" i="0" lang="en-US">
                <a:solidFill>
                  <a:srgbClr val="1C2333"/>
                </a:solidFill>
                <a:latin typeface="Segoe UI"/>
              </a:rPr>
              <a:t>4) No, it doesn't have milk.</a:t>
            </a:r>
          </a:p>
          <a:p>
            <a:pPr lvl="1" rtl="0" algn="l">
              <a:spcAft>
                <a:spcPts val="700"/>
              </a:spcAft>
            </a:pPr>
            <a:r>
              <a:rPr sz="1600" b="1" i="0" lang="en-US">
                <a:solidFill>
                  <a:srgbClr val="0F7A3D"/>
                </a:solidFill>
                <a:latin typeface="Segoe UI"/>
              </a:rPr>
              <a:t>✔ Does it have milk?</a:t>
            </a:r>
          </a:p>
          <a:p>
            <a:pPr rtl="0" algn="l">
              <a:spcAft>
                <a:spcPts val="300"/>
              </a:spcAft>
            </a:pPr>
            <a:r>
              <a:rPr sz="1700" b="0" i="0" lang="en-US">
                <a:solidFill>
                  <a:srgbClr val="1C2333"/>
                </a:solidFill>
                <a:latin typeface="Segoe UI"/>
              </a:rPr>
              <a:t>5) Yes, my sister has a dress.</a:t>
            </a:r>
          </a:p>
          <a:p>
            <a:pPr lvl="1" rtl="0" algn="l">
              <a:spcAft>
                <a:spcPts val="700"/>
              </a:spcAft>
            </a:pPr>
            <a:r>
              <a:rPr sz="1600" b="1" i="0" lang="en-US">
                <a:solidFill>
                  <a:srgbClr val="0F7A3D"/>
                </a:solidFill>
                <a:latin typeface="Segoe UI"/>
              </a:rPr>
              <a:t>✔ Does your sister have a dress?</a:t>
            </a:r>
          </a:p>
          <a:p>
            <a:pPr rtl="0" algn="l">
              <a:spcAft>
                <a:spcPts val="300"/>
              </a:spcAft>
            </a:pPr>
            <a:r>
              <a:rPr sz="1700" b="0" i="0" lang="en-US">
                <a:solidFill>
                  <a:srgbClr val="1C2333"/>
                </a:solidFill>
                <a:latin typeface="Segoe UI"/>
              </a:rPr>
              <a:t>6) No, we don't have flowers.</a:t>
            </a:r>
          </a:p>
          <a:p>
            <a:pPr lvl="1" rtl="0" algn="l">
              <a:spcAft>
                <a:spcPts val="700"/>
              </a:spcAft>
            </a:pPr>
            <a:r>
              <a:rPr sz="1600" b="1" i="0" lang="en-US">
                <a:solidFill>
                  <a:srgbClr val="0F7A3D"/>
                </a:solidFill>
                <a:latin typeface="Segoe UI"/>
              </a:rPr>
              <a:t>✔ Do you have flowers?</a:t>
            </a:r>
          </a:p>
          <a:p>
            <a:pPr rtl="0" algn="l">
              <a:spcAft>
                <a:spcPts val="300"/>
              </a:spcAft>
            </a:pPr>
            <a:r>
              <a:rPr sz="1700" b="0" i="0" lang="en-US">
                <a:solidFill>
                  <a:srgbClr val="1C2333"/>
                </a:solidFill>
                <a:latin typeface="Segoe UI"/>
              </a:rPr>
              <a:t>7) Yes, he has a bike.</a:t>
            </a:r>
          </a:p>
          <a:p>
            <a:pPr lvl="1" rtl="0" algn="l">
              <a:spcAft>
                <a:spcPts val="700"/>
              </a:spcAft>
            </a:pPr>
            <a:r>
              <a:rPr sz="1600" b="1" i="0" lang="en-US">
                <a:solidFill>
                  <a:srgbClr val="0F7A3D"/>
                </a:solidFill>
                <a:latin typeface="Segoe UI"/>
              </a:rPr>
              <a:t>✔ Does he have a bike?</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No, you don't have a toy.</a:t>
            </a:r>
          </a:p>
          <a:p>
            <a:pPr rtl="0" algn="l">
              <a:spcAft>
                <a:spcPts val="800"/>
              </a:spcAft>
            </a:pPr>
            <a:r>
              <a:rPr sz="1800" b="0" i="0" lang="en-US">
                <a:solidFill>
                  <a:srgbClr val="1C2333"/>
                </a:solidFill>
                <a:latin typeface="Segoe UI"/>
              </a:rPr>
              <a:t>9) Yes, I have a camera.</a:t>
            </a:r>
          </a:p>
          <a:p>
            <a:pPr rtl="0" algn="l">
              <a:spcAft>
                <a:spcPts val="800"/>
              </a:spcAft>
            </a:pPr>
            <a:r>
              <a:rPr sz="1800" b="0" i="0" lang="en-US">
                <a:solidFill>
                  <a:srgbClr val="1C2333"/>
                </a:solidFill>
                <a:latin typeface="Segoe UI"/>
              </a:rPr>
              <a:t>10) No, they don't have pens.</a:t>
            </a:r>
          </a:p>
          <a:p>
            <a:pPr rtl="0" algn="l">
              <a:spcAft>
                <a:spcPts val="800"/>
              </a:spcAft>
            </a:pPr>
            <a:r>
              <a:rPr sz="1800" b="0" i="0" lang="en-US">
                <a:solidFill>
                  <a:srgbClr val="1C2333"/>
                </a:solidFill>
                <a:latin typeface="Segoe UI"/>
              </a:rPr>
              <a:t>11) No, it doesn't have meat.</a:t>
            </a:r>
          </a:p>
          <a:p>
            <a:pPr rtl="0" algn="l">
              <a:spcAft>
                <a:spcPts val="800"/>
              </a:spcAft>
            </a:pPr>
            <a:r>
              <a:rPr sz="1800" b="0" i="0" lang="en-US">
                <a:solidFill>
                  <a:srgbClr val="1C2333"/>
                </a:solidFill>
                <a:latin typeface="Segoe UI"/>
              </a:rPr>
              <a:t>12) No, he doesn't have a fish.</a:t>
            </a:r>
          </a:p>
          <a:p>
            <a:pPr rtl="0" algn="l">
              <a:spcAft>
                <a:spcPts val="800"/>
              </a:spcAft>
            </a:pPr>
            <a:r>
              <a:rPr sz="1800" b="0" i="0" lang="en-US">
                <a:solidFill>
                  <a:srgbClr val="1C2333"/>
                </a:solidFill>
                <a:latin typeface="Segoe UI"/>
              </a:rPr>
              <a:t>13) Yes, my parents have cars.</a:t>
            </a:r>
          </a:p>
          <a:p>
            <a:pPr rtl="0" algn="l">
              <a:spcAft>
                <a:spcPts val="800"/>
              </a:spcAft>
            </a:pPr>
            <a:r>
              <a:rPr sz="1800" b="0" i="0" lang="en-US">
                <a:solidFill>
                  <a:srgbClr val="1C2333"/>
                </a:solidFill>
                <a:latin typeface="Segoe UI"/>
              </a:rPr>
              <a:t>14) No, I don't have a plant.</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No, you don't have a toy.</a:t>
            </a:r>
          </a:p>
          <a:p>
            <a:pPr lvl="1" rtl="0" algn="l">
              <a:spcAft>
                <a:spcPts val="700"/>
              </a:spcAft>
            </a:pPr>
            <a:r>
              <a:rPr sz="1600" b="1" i="0" lang="en-US">
                <a:solidFill>
                  <a:srgbClr val="0F7A3D"/>
                </a:solidFill>
                <a:latin typeface="Segoe UI"/>
              </a:rPr>
              <a:t>✔ Do I have a toy?</a:t>
            </a:r>
          </a:p>
          <a:p>
            <a:pPr rtl="0" algn="l">
              <a:spcAft>
                <a:spcPts val="300"/>
              </a:spcAft>
            </a:pPr>
            <a:r>
              <a:rPr sz="1700" b="0" i="0" lang="en-US">
                <a:solidFill>
                  <a:srgbClr val="1C2333"/>
                </a:solidFill>
                <a:latin typeface="Segoe UI"/>
              </a:rPr>
              <a:t>9) Yes, I have a camera.</a:t>
            </a:r>
          </a:p>
          <a:p>
            <a:pPr lvl="1" rtl="0" algn="l">
              <a:spcAft>
                <a:spcPts val="700"/>
              </a:spcAft>
            </a:pPr>
            <a:r>
              <a:rPr sz="1600" b="1" i="0" lang="en-US">
                <a:solidFill>
                  <a:srgbClr val="0F7A3D"/>
                </a:solidFill>
                <a:latin typeface="Segoe UI"/>
              </a:rPr>
              <a:t>✔ Do you have a camera?</a:t>
            </a:r>
          </a:p>
          <a:p>
            <a:pPr rtl="0" algn="l">
              <a:spcAft>
                <a:spcPts val="300"/>
              </a:spcAft>
            </a:pPr>
            <a:r>
              <a:rPr sz="1700" b="0" i="0" lang="en-US">
                <a:solidFill>
                  <a:srgbClr val="1C2333"/>
                </a:solidFill>
                <a:latin typeface="Segoe UI"/>
              </a:rPr>
              <a:t>10) No, they don't have pens.</a:t>
            </a:r>
          </a:p>
          <a:p>
            <a:pPr lvl="1" rtl="0" algn="l">
              <a:spcAft>
                <a:spcPts val="700"/>
              </a:spcAft>
            </a:pPr>
            <a:r>
              <a:rPr sz="1600" b="1" i="0" lang="en-US">
                <a:solidFill>
                  <a:srgbClr val="0F7A3D"/>
                </a:solidFill>
                <a:latin typeface="Segoe UI"/>
              </a:rPr>
              <a:t>✔ Do they have pens?</a:t>
            </a:r>
          </a:p>
          <a:p>
            <a:pPr rtl="0" algn="l">
              <a:spcAft>
                <a:spcPts val="300"/>
              </a:spcAft>
            </a:pPr>
            <a:r>
              <a:rPr sz="1700" b="0" i="0" lang="en-US">
                <a:solidFill>
                  <a:srgbClr val="1C2333"/>
                </a:solidFill>
                <a:latin typeface="Segoe UI"/>
              </a:rPr>
              <a:t>11) No, it doesn't have meat.</a:t>
            </a:r>
          </a:p>
          <a:p>
            <a:pPr lvl="1" rtl="0" algn="l">
              <a:spcAft>
                <a:spcPts val="700"/>
              </a:spcAft>
            </a:pPr>
            <a:r>
              <a:rPr sz="1600" b="1" i="0" lang="en-US">
                <a:solidFill>
                  <a:srgbClr val="0F7A3D"/>
                </a:solidFill>
                <a:latin typeface="Segoe UI"/>
              </a:rPr>
              <a:t>✔ Does it have meat?</a:t>
            </a:r>
          </a:p>
          <a:p>
            <a:pPr rtl="0" algn="l">
              <a:spcAft>
                <a:spcPts val="300"/>
              </a:spcAft>
            </a:pPr>
            <a:r>
              <a:rPr sz="1700" b="0" i="0" lang="en-US">
                <a:solidFill>
                  <a:srgbClr val="1C2333"/>
                </a:solidFill>
                <a:latin typeface="Segoe UI"/>
              </a:rPr>
              <a:t>12) No, he doesn't have a fish.</a:t>
            </a:r>
          </a:p>
          <a:p>
            <a:pPr lvl="1" rtl="0" algn="l">
              <a:spcAft>
                <a:spcPts val="700"/>
              </a:spcAft>
            </a:pPr>
            <a:r>
              <a:rPr sz="1600" b="1" i="0" lang="en-US">
                <a:solidFill>
                  <a:srgbClr val="0F7A3D"/>
                </a:solidFill>
                <a:latin typeface="Segoe UI"/>
              </a:rPr>
              <a:t>✔ Does he have a fish?</a:t>
            </a:r>
          </a:p>
          <a:p>
            <a:pPr rtl="0" algn="l">
              <a:spcAft>
                <a:spcPts val="300"/>
              </a:spcAft>
            </a:pPr>
            <a:r>
              <a:rPr sz="1700" b="0" i="0" lang="en-US">
                <a:solidFill>
                  <a:srgbClr val="1C2333"/>
                </a:solidFill>
                <a:latin typeface="Segoe UI"/>
              </a:rPr>
              <a:t>13) Yes, my parents have cars.</a:t>
            </a:r>
          </a:p>
          <a:p>
            <a:pPr lvl="1" rtl="0" algn="l">
              <a:spcAft>
                <a:spcPts val="700"/>
              </a:spcAft>
            </a:pPr>
            <a:r>
              <a:rPr sz="1600" b="1" i="0" lang="en-US">
                <a:solidFill>
                  <a:srgbClr val="0F7A3D"/>
                </a:solidFill>
                <a:latin typeface="Segoe UI"/>
              </a:rPr>
              <a:t>✔ Do your parents have cars?</a:t>
            </a:r>
          </a:p>
          <a:p>
            <a:pPr rtl="0" algn="l">
              <a:spcAft>
                <a:spcPts val="300"/>
              </a:spcAft>
            </a:pPr>
            <a:r>
              <a:rPr sz="1700" b="0" i="0" lang="en-US">
                <a:solidFill>
                  <a:srgbClr val="1C2333"/>
                </a:solidFill>
                <a:latin typeface="Segoe UI"/>
              </a:rPr>
              <a:t>14) No, I don't have a plant.</a:t>
            </a:r>
          </a:p>
          <a:p>
            <a:pPr lvl="1" rtl="0" algn="l">
              <a:spcAft>
                <a:spcPts val="700"/>
              </a:spcAft>
            </a:pPr>
            <a:r>
              <a:rPr sz="1600" b="1" i="0" lang="en-US">
                <a:solidFill>
                  <a:srgbClr val="0F7A3D"/>
                </a:solidFill>
                <a:latin typeface="Segoe UI"/>
              </a:rPr>
              <a:t>✔ Do you have a plant?</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Yes, it has a long tail.</a:t>
            </a:r>
          </a:p>
          <a:p>
            <a:pPr rtl="0" algn="l">
              <a:spcAft>
                <a:spcPts val="800"/>
              </a:spcAft>
            </a:pPr>
            <a:r>
              <a:rPr sz="1800" b="0" i="0" lang="en-US">
                <a:solidFill>
                  <a:srgbClr val="1C2333"/>
                </a:solidFill>
                <a:latin typeface="Segoe UI"/>
              </a:rPr>
              <a:t>16) No, they don't have ducks.</a:t>
            </a:r>
          </a:p>
          <a:p>
            <a:pPr rtl="0" algn="l">
              <a:spcAft>
                <a:spcPts val="800"/>
              </a:spcAft>
            </a:pPr>
            <a:r>
              <a:rPr sz="1800" b="0" i="0" lang="en-US">
                <a:solidFill>
                  <a:srgbClr val="1C2333"/>
                </a:solidFill>
                <a:latin typeface="Segoe UI"/>
              </a:rPr>
              <a:t>17) Yes, you have pens.</a:t>
            </a:r>
          </a:p>
          <a:p>
            <a:pPr rtl="0" algn="l">
              <a:spcAft>
                <a:spcPts val="800"/>
              </a:spcAft>
            </a:pPr>
            <a:r>
              <a:rPr sz="1800" b="0" i="0" lang="en-US">
                <a:solidFill>
                  <a:srgbClr val="1C2333"/>
                </a:solidFill>
                <a:latin typeface="Segoe UI"/>
              </a:rPr>
              <a:t>18) No, we don't have money.</a:t>
            </a:r>
          </a:p>
          <a:p>
            <a:pPr rtl="0" algn="l">
              <a:spcAft>
                <a:spcPts val="800"/>
              </a:spcAft>
            </a:pPr>
            <a:r>
              <a:rPr sz="1800" b="0" i="0" lang="en-US">
                <a:solidFill>
                  <a:srgbClr val="1C2333"/>
                </a:solidFill>
                <a:latin typeface="Segoe UI"/>
              </a:rPr>
              <a:t>19) Yes, Rody has a bag.</a:t>
            </a:r>
          </a:p>
          <a:p>
            <a:pPr rtl="0" algn="l">
              <a:spcAft>
                <a:spcPts val="800"/>
              </a:spcAft>
            </a:pPr>
            <a:r>
              <a:rPr sz="1800" b="0" i="0" lang="en-US">
                <a:solidFill>
                  <a:srgbClr val="1C2333"/>
                </a:solidFill>
                <a:latin typeface="Segoe UI"/>
              </a:rPr>
              <a:t>20) Yes, my brother has pants.</a:t>
            </a:r>
          </a:p>
          <a:p>
            <a:pPr rtl="0" algn="l">
              <a:spcAft>
                <a:spcPts val="800"/>
              </a:spcAft>
            </a:pPr>
            <a:r>
              <a:rPr sz="1800" b="0" i="0" lang="en-US">
                <a:solidFill>
                  <a:srgbClr val="1C2333"/>
                </a:solidFill>
                <a:latin typeface="Segoe UI"/>
              </a:rPr>
              <a:t>21) No, I don't have rulers.</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Yes, it has a long tail.</a:t>
            </a:r>
          </a:p>
          <a:p>
            <a:pPr lvl="1" rtl="0" algn="l">
              <a:spcAft>
                <a:spcPts val="700"/>
              </a:spcAft>
            </a:pPr>
            <a:r>
              <a:rPr sz="1600" b="1" i="0" lang="en-US">
                <a:solidFill>
                  <a:srgbClr val="0F7A3D"/>
                </a:solidFill>
                <a:latin typeface="Segoe UI"/>
              </a:rPr>
              <a:t>✔ Does it have a long tail?</a:t>
            </a:r>
          </a:p>
          <a:p>
            <a:pPr rtl="0" algn="l">
              <a:spcAft>
                <a:spcPts val="300"/>
              </a:spcAft>
            </a:pPr>
            <a:r>
              <a:rPr sz="1700" b="0" i="0" lang="en-US">
                <a:solidFill>
                  <a:srgbClr val="1C2333"/>
                </a:solidFill>
                <a:latin typeface="Segoe UI"/>
              </a:rPr>
              <a:t>16) No, they don't have ducks.</a:t>
            </a:r>
          </a:p>
          <a:p>
            <a:pPr lvl="1" rtl="0" algn="l">
              <a:spcAft>
                <a:spcPts val="700"/>
              </a:spcAft>
            </a:pPr>
            <a:r>
              <a:rPr sz="1600" b="1" i="0" lang="en-US">
                <a:solidFill>
                  <a:srgbClr val="0F7A3D"/>
                </a:solidFill>
                <a:latin typeface="Segoe UI"/>
              </a:rPr>
              <a:t>✔ Do they have ducks?</a:t>
            </a:r>
          </a:p>
          <a:p>
            <a:pPr rtl="0" algn="l">
              <a:spcAft>
                <a:spcPts val="300"/>
              </a:spcAft>
            </a:pPr>
            <a:r>
              <a:rPr sz="1700" b="0" i="0" lang="en-US">
                <a:solidFill>
                  <a:srgbClr val="1C2333"/>
                </a:solidFill>
                <a:latin typeface="Segoe UI"/>
              </a:rPr>
              <a:t>17) Yes, you have pens.</a:t>
            </a:r>
          </a:p>
          <a:p>
            <a:pPr lvl="1" rtl="0" algn="l">
              <a:spcAft>
                <a:spcPts val="700"/>
              </a:spcAft>
            </a:pPr>
            <a:r>
              <a:rPr sz="1600" b="1" i="0" lang="en-US">
                <a:solidFill>
                  <a:srgbClr val="0F7A3D"/>
                </a:solidFill>
                <a:latin typeface="Segoe UI"/>
              </a:rPr>
              <a:t>✔ Do I have pens?</a:t>
            </a:r>
          </a:p>
          <a:p>
            <a:pPr rtl="0" algn="l">
              <a:spcAft>
                <a:spcPts val="300"/>
              </a:spcAft>
            </a:pPr>
            <a:r>
              <a:rPr sz="1700" b="0" i="0" lang="en-US">
                <a:solidFill>
                  <a:srgbClr val="1C2333"/>
                </a:solidFill>
                <a:latin typeface="Segoe UI"/>
              </a:rPr>
              <a:t>18) No, we don't have money.</a:t>
            </a:r>
          </a:p>
          <a:p>
            <a:pPr lvl="1" rtl="0" algn="l">
              <a:spcAft>
                <a:spcPts val="700"/>
              </a:spcAft>
            </a:pPr>
            <a:r>
              <a:rPr sz="1600" b="1" i="0" lang="en-US">
                <a:solidFill>
                  <a:srgbClr val="0F7A3D"/>
                </a:solidFill>
                <a:latin typeface="Segoe UI"/>
              </a:rPr>
              <a:t>✔ Do you have money?</a:t>
            </a:r>
          </a:p>
          <a:p>
            <a:pPr rtl="0" algn="l">
              <a:spcAft>
                <a:spcPts val="300"/>
              </a:spcAft>
            </a:pPr>
            <a:r>
              <a:rPr sz="1700" b="0" i="0" lang="en-US">
                <a:solidFill>
                  <a:srgbClr val="1C2333"/>
                </a:solidFill>
                <a:latin typeface="Segoe UI"/>
              </a:rPr>
              <a:t>19) Yes, Rody has a bag.</a:t>
            </a:r>
          </a:p>
          <a:p>
            <a:pPr lvl="1" rtl="0" algn="l">
              <a:spcAft>
                <a:spcPts val="700"/>
              </a:spcAft>
            </a:pPr>
            <a:r>
              <a:rPr sz="1600" b="1" i="0" lang="en-US">
                <a:solidFill>
                  <a:srgbClr val="0F7A3D"/>
                </a:solidFill>
                <a:latin typeface="Segoe UI"/>
              </a:rPr>
              <a:t>✔ Does Rody have a bag?</a:t>
            </a:r>
          </a:p>
          <a:p>
            <a:pPr rtl="0" algn="l">
              <a:spcAft>
                <a:spcPts val="300"/>
              </a:spcAft>
            </a:pPr>
            <a:r>
              <a:rPr sz="1700" b="0" i="0" lang="en-US">
                <a:solidFill>
                  <a:srgbClr val="1C2333"/>
                </a:solidFill>
                <a:latin typeface="Segoe UI"/>
              </a:rPr>
              <a:t>20) Yes, my brother has pants.</a:t>
            </a:r>
          </a:p>
          <a:p>
            <a:pPr lvl="1" rtl="0" algn="l">
              <a:spcAft>
                <a:spcPts val="700"/>
              </a:spcAft>
            </a:pPr>
            <a:r>
              <a:rPr sz="1600" b="1" i="0" lang="en-US">
                <a:solidFill>
                  <a:srgbClr val="0F7A3D"/>
                </a:solidFill>
                <a:latin typeface="Segoe UI"/>
              </a:rPr>
              <a:t>✔ Does your brother have pants?</a:t>
            </a:r>
          </a:p>
          <a:p>
            <a:pPr rtl="0" algn="l">
              <a:spcAft>
                <a:spcPts val="300"/>
              </a:spcAft>
            </a:pPr>
            <a:r>
              <a:rPr sz="1700" b="0" i="0" lang="en-US">
                <a:solidFill>
                  <a:srgbClr val="1C2333"/>
                </a:solidFill>
                <a:latin typeface="Segoe UI"/>
              </a:rPr>
              <a:t>21) No, I don't have rulers.</a:t>
            </a:r>
          </a:p>
          <a:p>
            <a:pPr lvl="1" rtl="0" algn="l">
              <a:spcAft>
                <a:spcPts val="700"/>
              </a:spcAft>
            </a:pPr>
            <a:r>
              <a:rPr sz="1600" b="1" i="0" lang="en-US">
                <a:solidFill>
                  <a:srgbClr val="0F7A3D"/>
                </a:solidFill>
                <a:latin typeface="Segoe UI"/>
              </a:rPr>
              <a:t>✔ Do you have rulers?</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Yes, I have animals.</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E) Make a question for these answers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Yes, I have animals.</a:t>
            </a:r>
          </a:p>
          <a:p>
            <a:pPr lvl="1" rtl="0" algn="l">
              <a:spcAft>
                <a:spcPts val="700"/>
              </a:spcAft>
            </a:pPr>
            <a:r>
              <a:rPr sz="1600" b="1" i="0" lang="en-US">
                <a:solidFill>
                  <a:srgbClr val="0F7A3D"/>
                </a:solidFill>
                <a:latin typeface="Segoe UI"/>
              </a:rPr>
              <a:t>✔ Do you have animals?</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have a car.</a:t>
            </a:r>
          </a:p>
          <a:p>
            <a:pPr rtl="0" algn="l">
              <a:spcAft>
                <a:spcPts val="800"/>
              </a:spcAft>
            </a:pPr>
            <a:r>
              <a:rPr sz="1800" b="0" i="0" lang="en-US">
                <a:solidFill>
                  <a:srgbClr val="1C2333"/>
                </a:solidFill>
                <a:latin typeface="Segoe UI"/>
              </a:rPr>
              <a:t>2) He has a dog.</a:t>
            </a:r>
          </a:p>
          <a:p>
            <a:pPr rtl="0" algn="l">
              <a:spcAft>
                <a:spcPts val="800"/>
              </a:spcAft>
            </a:pPr>
            <a:r>
              <a:rPr sz="1800" b="0" i="0" lang="en-US">
                <a:solidFill>
                  <a:srgbClr val="1C2333"/>
                </a:solidFill>
                <a:latin typeface="Segoe UI"/>
              </a:rPr>
              <a:t>3) They don't have books.</a:t>
            </a:r>
          </a:p>
          <a:p>
            <a:pPr rtl="0" algn="l">
              <a:spcAft>
                <a:spcPts val="800"/>
              </a:spcAft>
            </a:pPr>
            <a:r>
              <a:rPr sz="1800" b="0" i="0" lang="en-US">
                <a:solidFill>
                  <a:srgbClr val="1C2333"/>
                </a:solidFill>
                <a:latin typeface="Segoe UI"/>
              </a:rPr>
              <a:t>4) Mido has a bag.</a:t>
            </a:r>
          </a:p>
          <a:p>
            <a:pPr rtl="0" algn="l">
              <a:spcAft>
                <a:spcPts val="800"/>
              </a:spcAft>
            </a:pPr>
            <a:r>
              <a:rPr sz="1800" b="0" i="0" lang="en-US">
                <a:solidFill>
                  <a:srgbClr val="1C2333"/>
                </a:solidFill>
                <a:latin typeface="Segoe UI"/>
              </a:rPr>
              <a:t>5) A cat has a long tail.</a:t>
            </a:r>
          </a:p>
          <a:p>
            <a:pPr rtl="0" algn="l">
              <a:spcAft>
                <a:spcPts val="800"/>
              </a:spcAft>
            </a:pPr>
            <a:r>
              <a:rPr sz="1800" b="0" i="0" lang="en-US">
                <a:solidFill>
                  <a:srgbClr val="1C2333"/>
                </a:solidFill>
                <a:latin typeface="Segoe UI"/>
              </a:rPr>
              <a:t>6) We have a new car.</a:t>
            </a:r>
          </a:p>
          <a:p>
            <a:pPr rtl="0" algn="l">
              <a:spcAft>
                <a:spcPts val="800"/>
              </a:spcAft>
            </a:pPr>
            <a:r>
              <a:rPr sz="1800" b="0" i="0" lang="en-US">
                <a:solidFill>
                  <a:srgbClr val="1C2333"/>
                </a:solidFill>
                <a:latin typeface="Segoe UI"/>
              </a:rPr>
              <a:t>7) You have animals.</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have a car.</a:t>
            </a:r>
          </a:p>
          <a:p>
            <a:pPr lvl="1" rtl="1" algn="r">
              <a:spcAft>
                <a:spcPts val="700"/>
              </a:spcAft>
            </a:pPr>
            <a:r>
              <a:rPr sz="1900" b="1" i="0" lang="ar-EG" altLang="en-US">
                <a:solidFill>
                  <a:srgbClr val="0F7A3D"/>
                </a:solidFill>
                <a:latin typeface="Traditional Arabic"/>
              </a:rPr>
              <a:t>✔ أنا أمتلك سيارة.</a:t>
            </a:r>
          </a:p>
          <a:p>
            <a:pPr rtl="0" algn="l">
              <a:spcAft>
                <a:spcPts val="300"/>
              </a:spcAft>
            </a:pPr>
            <a:r>
              <a:rPr sz="1700" b="0" i="0" lang="en-US">
                <a:solidFill>
                  <a:srgbClr val="1C2333"/>
                </a:solidFill>
                <a:latin typeface="Segoe UI"/>
              </a:rPr>
              <a:t>2) He has a dog.</a:t>
            </a:r>
          </a:p>
          <a:p>
            <a:pPr lvl="1" rtl="1" algn="r">
              <a:spcAft>
                <a:spcPts val="700"/>
              </a:spcAft>
            </a:pPr>
            <a:r>
              <a:rPr sz="1900" b="1" i="0" lang="ar-EG" altLang="en-US">
                <a:solidFill>
                  <a:srgbClr val="0F7A3D"/>
                </a:solidFill>
                <a:latin typeface="Traditional Arabic"/>
              </a:rPr>
              <a:t>✔ هو يمتلك كلباً.</a:t>
            </a:r>
          </a:p>
          <a:p>
            <a:pPr rtl="0" algn="l">
              <a:spcAft>
                <a:spcPts val="300"/>
              </a:spcAft>
            </a:pPr>
            <a:r>
              <a:rPr sz="1700" b="0" i="0" lang="en-US">
                <a:solidFill>
                  <a:srgbClr val="1C2333"/>
                </a:solidFill>
                <a:latin typeface="Segoe UI"/>
              </a:rPr>
              <a:t>3) They don't have books.</a:t>
            </a:r>
          </a:p>
          <a:p>
            <a:pPr lvl="1" rtl="1" algn="r">
              <a:spcAft>
                <a:spcPts val="700"/>
              </a:spcAft>
            </a:pPr>
            <a:r>
              <a:rPr sz="1900" b="1" i="0" lang="ar-EG" altLang="en-US">
                <a:solidFill>
                  <a:srgbClr val="0F7A3D"/>
                </a:solidFill>
                <a:latin typeface="Traditional Arabic"/>
              </a:rPr>
              <a:t>✔ هم لا يمتلكون كتباً.</a:t>
            </a:r>
          </a:p>
          <a:p>
            <a:pPr rtl="0" algn="l">
              <a:spcAft>
                <a:spcPts val="300"/>
              </a:spcAft>
            </a:pPr>
            <a:r>
              <a:rPr sz="1700" b="0" i="0" lang="en-US">
                <a:solidFill>
                  <a:srgbClr val="1C2333"/>
                </a:solidFill>
                <a:latin typeface="Segoe UI"/>
              </a:rPr>
              <a:t>4) Mido has a bag.</a:t>
            </a:r>
          </a:p>
          <a:p>
            <a:pPr lvl="1" rtl="1" algn="r">
              <a:spcAft>
                <a:spcPts val="700"/>
              </a:spcAft>
            </a:pPr>
            <a:r>
              <a:rPr sz="1900" b="1" i="0" lang="ar-EG" altLang="en-US">
                <a:solidFill>
                  <a:srgbClr val="0F7A3D"/>
                </a:solidFill>
                <a:latin typeface="Traditional Arabic"/>
              </a:rPr>
              <a:t>✔ ميدو لديه حقيبة.</a:t>
            </a:r>
          </a:p>
          <a:p>
            <a:pPr rtl="0" algn="l">
              <a:spcAft>
                <a:spcPts val="300"/>
              </a:spcAft>
            </a:pPr>
            <a:r>
              <a:rPr sz="1700" b="0" i="0" lang="en-US">
                <a:solidFill>
                  <a:srgbClr val="1C2333"/>
                </a:solidFill>
                <a:latin typeface="Segoe UI"/>
              </a:rPr>
              <a:t>5) A cat has a long tail.</a:t>
            </a:r>
          </a:p>
          <a:p>
            <a:pPr lvl="1" rtl="1" algn="r">
              <a:spcAft>
                <a:spcPts val="700"/>
              </a:spcAft>
            </a:pPr>
            <a:r>
              <a:rPr sz="1900" b="1" i="0" lang="ar-EG" altLang="en-US">
                <a:solidFill>
                  <a:srgbClr val="0F7A3D"/>
                </a:solidFill>
                <a:latin typeface="Traditional Arabic"/>
              </a:rPr>
              <a:t>✔ القطة لها ذيل طويل.</a:t>
            </a:r>
          </a:p>
          <a:p>
            <a:pPr rtl="0" algn="l">
              <a:spcAft>
                <a:spcPts val="300"/>
              </a:spcAft>
            </a:pPr>
            <a:r>
              <a:rPr sz="1700" b="0" i="0" lang="en-US">
                <a:solidFill>
                  <a:srgbClr val="1C2333"/>
                </a:solidFill>
                <a:latin typeface="Segoe UI"/>
              </a:rPr>
              <a:t>6) We have a new car.</a:t>
            </a:r>
          </a:p>
          <a:p>
            <a:pPr lvl="1" rtl="1" algn="r">
              <a:spcAft>
                <a:spcPts val="700"/>
              </a:spcAft>
            </a:pPr>
            <a:r>
              <a:rPr sz="1900" b="1" i="0" lang="ar-EG" altLang="en-US">
                <a:solidFill>
                  <a:srgbClr val="0F7A3D"/>
                </a:solidFill>
                <a:latin typeface="Traditional Arabic"/>
              </a:rPr>
              <a:t>✔ لدينا سيارة جديدة.</a:t>
            </a:r>
          </a:p>
          <a:p>
            <a:pPr rtl="0" algn="l">
              <a:spcAft>
                <a:spcPts val="300"/>
              </a:spcAft>
            </a:pPr>
            <a:r>
              <a:rPr sz="1700" b="0" i="0" lang="en-US">
                <a:solidFill>
                  <a:srgbClr val="1C2333"/>
                </a:solidFill>
                <a:latin typeface="Segoe UI"/>
              </a:rPr>
              <a:t>7) You have animals.</a:t>
            </a:r>
          </a:p>
          <a:p>
            <a:pPr lvl="1" rtl="1" algn="r">
              <a:spcAft>
                <a:spcPts val="700"/>
              </a:spcAft>
            </a:pPr>
            <a:r>
              <a:rPr sz="1900" b="1" i="0" lang="ar-EG" altLang="en-US">
                <a:solidFill>
                  <a:srgbClr val="0F7A3D"/>
                </a:solidFill>
                <a:latin typeface="Traditional Arabic"/>
              </a:rPr>
              <a:t>✔ أنت تمتلك حيوانات.</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She has a flower.</a:t>
            </a:r>
          </a:p>
          <a:p>
            <a:pPr rtl="0" algn="l">
              <a:spcAft>
                <a:spcPts val="800"/>
              </a:spcAft>
            </a:pPr>
            <a:r>
              <a:rPr sz="1800" b="0" i="0" lang="en-US">
                <a:solidFill>
                  <a:srgbClr val="1C2333"/>
                </a:solidFill>
                <a:latin typeface="Segoe UI"/>
              </a:rPr>
              <a:t>9) It doesn't have wings.</a:t>
            </a:r>
          </a:p>
          <a:p>
            <a:pPr rtl="0" algn="l">
              <a:spcAft>
                <a:spcPts val="800"/>
              </a:spcAft>
            </a:pPr>
            <a:r>
              <a:rPr sz="1800" b="0" i="0" lang="en-US">
                <a:solidFill>
                  <a:srgbClr val="1C2333"/>
                </a:solidFill>
                <a:latin typeface="Segoe UI"/>
              </a:rPr>
              <a:t>10) Does he have a bird?</a:t>
            </a:r>
          </a:p>
          <a:p>
            <a:pPr rtl="0" algn="l">
              <a:spcAft>
                <a:spcPts val="800"/>
              </a:spcAft>
            </a:pPr>
            <a:r>
              <a:rPr sz="1800" b="0" i="0" lang="en-US">
                <a:solidFill>
                  <a:srgbClr val="1C2333"/>
                </a:solidFill>
                <a:latin typeface="Segoe UI"/>
              </a:rPr>
              <a:t>11) Do you have a pen?</a:t>
            </a:r>
          </a:p>
          <a:p>
            <a:pPr rtl="0" algn="l">
              <a:spcAft>
                <a:spcPts val="800"/>
              </a:spcAft>
            </a:pPr>
            <a:r>
              <a:rPr sz="1800" b="0" i="0" lang="en-US">
                <a:solidFill>
                  <a:srgbClr val="1C2333"/>
                </a:solidFill>
                <a:latin typeface="Segoe UI"/>
              </a:rPr>
              <a:t>12) This cow has four legs.</a:t>
            </a:r>
          </a:p>
          <a:p>
            <a:pPr rtl="0" algn="l">
              <a:spcAft>
                <a:spcPts val="800"/>
              </a:spcAft>
            </a:pPr>
            <a:r>
              <a:rPr sz="1800" b="0" i="0" lang="en-US">
                <a:solidFill>
                  <a:srgbClr val="1C2333"/>
                </a:solidFill>
                <a:latin typeface="Segoe UI"/>
              </a:rPr>
              <a:t>13) I have two arms.</a:t>
            </a:r>
          </a:p>
          <a:p>
            <a:pPr rtl="0" algn="l">
              <a:spcAft>
                <a:spcPts val="800"/>
              </a:spcAft>
            </a:pPr>
            <a:r>
              <a:rPr sz="1800" b="0" i="0" lang="en-US">
                <a:solidFill>
                  <a:srgbClr val="1C2333"/>
                </a:solidFill>
                <a:latin typeface="Segoe UI"/>
              </a:rPr>
              <a:t>14) He doesn't have milk.</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She has a flower.</a:t>
            </a:r>
          </a:p>
          <a:p>
            <a:pPr lvl="1" rtl="1" algn="r">
              <a:spcAft>
                <a:spcPts val="700"/>
              </a:spcAft>
            </a:pPr>
            <a:r>
              <a:rPr sz="1900" b="1" i="0" lang="ar-EG" altLang="en-US">
                <a:solidFill>
                  <a:srgbClr val="0F7A3D"/>
                </a:solidFill>
                <a:latin typeface="Traditional Arabic"/>
              </a:rPr>
              <a:t>✔ هي لديها زهرة.</a:t>
            </a:r>
          </a:p>
          <a:p>
            <a:pPr rtl="0" algn="l">
              <a:spcAft>
                <a:spcPts val="300"/>
              </a:spcAft>
            </a:pPr>
            <a:r>
              <a:rPr sz="1700" b="0" i="0" lang="en-US">
                <a:solidFill>
                  <a:srgbClr val="1C2333"/>
                </a:solidFill>
                <a:latin typeface="Segoe UI"/>
              </a:rPr>
              <a:t>9) It doesn't have wings.</a:t>
            </a:r>
          </a:p>
          <a:p>
            <a:pPr lvl="1" rtl="1" algn="r">
              <a:spcAft>
                <a:spcPts val="700"/>
              </a:spcAft>
            </a:pPr>
            <a:r>
              <a:rPr sz="1900" b="1" i="0" lang="ar-EG" altLang="en-US">
                <a:solidFill>
                  <a:srgbClr val="0F7A3D"/>
                </a:solidFill>
                <a:latin typeface="Traditional Arabic"/>
              </a:rPr>
              <a:t>✔ ليس له أجنحة.</a:t>
            </a:r>
          </a:p>
          <a:p>
            <a:pPr rtl="0" algn="l">
              <a:spcAft>
                <a:spcPts val="300"/>
              </a:spcAft>
            </a:pPr>
            <a:r>
              <a:rPr sz="1700" b="0" i="0" lang="en-US">
                <a:solidFill>
                  <a:srgbClr val="1C2333"/>
                </a:solidFill>
                <a:latin typeface="Segoe UI"/>
              </a:rPr>
              <a:t>10) Does he have a bird?</a:t>
            </a:r>
          </a:p>
          <a:p>
            <a:pPr lvl="1" rtl="1" algn="r">
              <a:spcAft>
                <a:spcPts val="700"/>
              </a:spcAft>
            </a:pPr>
            <a:r>
              <a:rPr sz="1900" b="1" i="0" lang="ar-EG" altLang="en-US">
                <a:solidFill>
                  <a:srgbClr val="0F7A3D"/>
                </a:solidFill>
                <a:latin typeface="Traditional Arabic"/>
              </a:rPr>
              <a:t>✔ هل لديه طائر؟</a:t>
            </a:r>
          </a:p>
          <a:p>
            <a:pPr rtl="0" algn="l">
              <a:spcAft>
                <a:spcPts val="300"/>
              </a:spcAft>
            </a:pPr>
            <a:r>
              <a:rPr sz="1700" b="0" i="0" lang="en-US">
                <a:solidFill>
                  <a:srgbClr val="1C2333"/>
                </a:solidFill>
                <a:latin typeface="Segoe UI"/>
              </a:rPr>
              <a:t>11) Do you have a pen?</a:t>
            </a:r>
          </a:p>
          <a:p>
            <a:pPr lvl="1" rtl="1" algn="r">
              <a:spcAft>
                <a:spcPts val="700"/>
              </a:spcAft>
            </a:pPr>
            <a:r>
              <a:rPr sz="1900" b="1" i="0" lang="ar-EG" altLang="en-US">
                <a:solidFill>
                  <a:srgbClr val="0F7A3D"/>
                </a:solidFill>
                <a:latin typeface="Traditional Arabic"/>
              </a:rPr>
              <a:t>✔ هل لديك قلم؟</a:t>
            </a:r>
          </a:p>
          <a:p>
            <a:pPr rtl="0" algn="l">
              <a:spcAft>
                <a:spcPts val="300"/>
              </a:spcAft>
            </a:pPr>
            <a:r>
              <a:rPr sz="1700" b="0" i="0" lang="en-US">
                <a:solidFill>
                  <a:srgbClr val="1C2333"/>
                </a:solidFill>
                <a:latin typeface="Segoe UI"/>
              </a:rPr>
              <a:t>12) This cow has four legs.</a:t>
            </a:r>
          </a:p>
          <a:p>
            <a:pPr lvl="1" rtl="1" algn="r">
              <a:spcAft>
                <a:spcPts val="700"/>
              </a:spcAft>
            </a:pPr>
            <a:r>
              <a:rPr sz="1900" b="1" i="0" lang="ar-EG" altLang="en-US">
                <a:solidFill>
                  <a:srgbClr val="0F7A3D"/>
                </a:solidFill>
                <a:latin typeface="Traditional Arabic"/>
              </a:rPr>
              <a:t>✔ هذه البقرة لها أربع أرجل.</a:t>
            </a:r>
          </a:p>
          <a:p>
            <a:pPr rtl="0" algn="l">
              <a:spcAft>
                <a:spcPts val="300"/>
              </a:spcAft>
            </a:pPr>
            <a:r>
              <a:rPr sz="1700" b="0" i="0" lang="en-US">
                <a:solidFill>
                  <a:srgbClr val="1C2333"/>
                </a:solidFill>
                <a:latin typeface="Segoe UI"/>
              </a:rPr>
              <a:t>13) I have two arms.</a:t>
            </a:r>
          </a:p>
          <a:p>
            <a:pPr lvl="1" rtl="1" algn="r">
              <a:spcAft>
                <a:spcPts val="700"/>
              </a:spcAft>
            </a:pPr>
            <a:r>
              <a:rPr sz="1900" b="1" i="0" lang="ar-EG" altLang="en-US">
                <a:solidFill>
                  <a:srgbClr val="0F7A3D"/>
                </a:solidFill>
                <a:latin typeface="Traditional Arabic"/>
              </a:rPr>
              <a:t>✔ لديّ ذراعان.</a:t>
            </a:r>
          </a:p>
          <a:p>
            <a:pPr rtl="0" algn="l">
              <a:spcAft>
                <a:spcPts val="300"/>
              </a:spcAft>
            </a:pPr>
            <a:r>
              <a:rPr sz="1700" b="0" i="0" lang="en-US">
                <a:solidFill>
                  <a:srgbClr val="1C2333"/>
                </a:solidFill>
                <a:latin typeface="Segoe UI"/>
              </a:rPr>
              <a:t>14) He doesn't have milk.</a:t>
            </a:r>
          </a:p>
          <a:p>
            <a:pPr lvl="1" rtl="1" algn="r">
              <a:spcAft>
                <a:spcPts val="700"/>
              </a:spcAft>
            </a:pPr>
            <a:r>
              <a:rPr sz="1900" b="1" i="0" lang="ar-EG" altLang="en-US">
                <a:solidFill>
                  <a:srgbClr val="0F7A3D"/>
                </a:solidFill>
                <a:latin typeface="Traditional Arabic"/>
              </a:rPr>
              <a:t>✔ ليس لديه حليب.</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Do you have a sister?</a:t>
            </a:r>
          </a:p>
          <a:p>
            <a:pPr rtl="0" algn="l">
              <a:spcAft>
                <a:spcPts val="800"/>
              </a:spcAft>
            </a:pPr>
            <a:r>
              <a:rPr sz="1800" b="0" i="0" lang="en-US">
                <a:solidFill>
                  <a:srgbClr val="1C2333"/>
                </a:solidFill>
                <a:latin typeface="Segoe UI"/>
              </a:rPr>
              <a:t>16) We don't have water.</a:t>
            </a:r>
          </a:p>
          <a:p>
            <a:pPr rtl="0" algn="l">
              <a:spcAft>
                <a:spcPts val="800"/>
              </a:spcAft>
            </a:pPr>
            <a:r>
              <a:rPr sz="1800" b="0" i="0" lang="en-US">
                <a:solidFill>
                  <a:srgbClr val="1C2333"/>
                </a:solidFill>
                <a:latin typeface="Segoe UI"/>
              </a:rPr>
              <a:t>17) Does she have a dress?</a:t>
            </a:r>
          </a:p>
          <a:p>
            <a:pPr rtl="0" algn="l">
              <a:spcAft>
                <a:spcPts val="800"/>
              </a:spcAft>
            </a:pPr>
            <a:r>
              <a:rPr sz="1800" b="0" i="0" lang="en-US">
                <a:solidFill>
                  <a:srgbClr val="1C2333"/>
                </a:solidFill>
                <a:latin typeface="Segoe UI"/>
              </a:rPr>
              <a:t>18) He has black shoes.</a:t>
            </a:r>
          </a:p>
          <a:p>
            <a:pPr rtl="0" algn="l">
              <a:spcAft>
                <a:spcPts val="800"/>
              </a:spcAft>
            </a:pPr>
            <a:r>
              <a:rPr sz="1800" b="0" i="0" lang="en-US">
                <a:solidFill>
                  <a:srgbClr val="1C2333"/>
                </a:solidFill>
                <a:latin typeface="Segoe UI"/>
              </a:rPr>
              <a:t>19) She doesn't have toys.</a:t>
            </a:r>
          </a:p>
          <a:p>
            <a:pPr rtl="0" algn="l">
              <a:spcAft>
                <a:spcPts val="800"/>
              </a:spcAft>
            </a:pPr>
            <a:r>
              <a:rPr sz="1800" b="0" i="0" lang="en-US">
                <a:solidFill>
                  <a:srgbClr val="1C2333"/>
                </a:solidFill>
                <a:latin typeface="Segoe UI"/>
              </a:rPr>
              <a:t>20) It has blue eyes.</a:t>
            </a:r>
          </a:p>
          <a:p>
            <a:pPr rtl="0" algn="l">
              <a:spcAft>
                <a:spcPts val="800"/>
              </a:spcAft>
            </a:pPr>
            <a:r>
              <a:rPr sz="1800" b="0" i="0" lang="en-US">
                <a:solidFill>
                  <a:srgbClr val="1C2333"/>
                </a:solidFill>
                <a:latin typeface="Segoe UI"/>
              </a:rPr>
              <a:t>21) They don't have milk.</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Do you have a sister?</a:t>
            </a:r>
          </a:p>
          <a:p>
            <a:pPr lvl="1" rtl="1" algn="r">
              <a:spcAft>
                <a:spcPts val="700"/>
              </a:spcAft>
            </a:pPr>
            <a:r>
              <a:rPr sz="1900" b="1" i="0" lang="ar-EG" altLang="en-US">
                <a:solidFill>
                  <a:srgbClr val="0F7A3D"/>
                </a:solidFill>
                <a:latin typeface="Traditional Arabic"/>
              </a:rPr>
              <a:t>✔ هل لديك أخت؟</a:t>
            </a:r>
          </a:p>
          <a:p>
            <a:pPr rtl="0" algn="l">
              <a:spcAft>
                <a:spcPts val="300"/>
              </a:spcAft>
            </a:pPr>
            <a:r>
              <a:rPr sz="1700" b="0" i="0" lang="en-US">
                <a:solidFill>
                  <a:srgbClr val="1C2333"/>
                </a:solidFill>
                <a:latin typeface="Segoe UI"/>
              </a:rPr>
              <a:t>16) We don't have water.</a:t>
            </a:r>
          </a:p>
          <a:p>
            <a:pPr lvl="1" rtl="1" algn="r">
              <a:spcAft>
                <a:spcPts val="700"/>
              </a:spcAft>
            </a:pPr>
            <a:r>
              <a:rPr sz="1900" b="1" i="0" lang="ar-EG" altLang="en-US">
                <a:solidFill>
                  <a:srgbClr val="0F7A3D"/>
                </a:solidFill>
                <a:latin typeface="Traditional Arabic"/>
              </a:rPr>
              <a:t>✔ ليس لدينا ماء.</a:t>
            </a:r>
          </a:p>
          <a:p>
            <a:pPr rtl="0" algn="l">
              <a:spcAft>
                <a:spcPts val="300"/>
              </a:spcAft>
            </a:pPr>
            <a:r>
              <a:rPr sz="1700" b="0" i="0" lang="en-US">
                <a:solidFill>
                  <a:srgbClr val="1C2333"/>
                </a:solidFill>
                <a:latin typeface="Segoe UI"/>
              </a:rPr>
              <a:t>17) Does she have a dress?</a:t>
            </a:r>
          </a:p>
          <a:p>
            <a:pPr lvl="1" rtl="1" algn="r">
              <a:spcAft>
                <a:spcPts val="700"/>
              </a:spcAft>
            </a:pPr>
            <a:r>
              <a:rPr sz="1900" b="1" i="0" lang="ar-EG" altLang="en-US">
                <a:solidFill>
                  <a:srgbClr val="0F7A3D"/>
                </a:solidFill>
                <a:latin typeface="Traditional Arabic"/>
              </a:rPr>
              <a:t>✔ هل لديها فستان؟</a:t>
            </a:r>
          </a:p>
          <a:p>
            <a:pPr rtl="0" algn="l">
              <a:spcAft>
                <a:spcPts val="300"/>
              </a:spcAft>
            </a:pPr>
            <a:r>
              <a:rPr sz="1700" b="0" i="0" lang="en-US">
                <a:solidFill>
                  <a:srgbClr val="1C2333"/>
                </a:solidFill>
                <a:latin typeface="Segoe UI"/>
              </a:rPr>
              <a:t>18) He has black shoes.</a:t>
            </a:r>
          </a:p>
          <a:p>
            <a:pPr lvl="1" rtl="1" algn="r">
              <a:spcAft>
                <a:spcPts val="700"/>
              </a:spcAft>
            </a:pPr>
            <a:r>
              <a:rPr sz="1900" b="1" i="0" lang="ar-EG" altLang="en-US">
                <a:solidFill>
                  <a:srgbClr val="0F7A3D"/>
                </a:solidFill>
                <a:latin typeface="Traditional Arabic"/>
              </a:rPr>
              <a:t>✔ لديه حذاء أسود.</a:t>
            </a:r>
          </a:p>
          <a:p>
            <a:pPr rtl="0" algn="l">
              <a:spcAft>
                <a:spcPts val="300"/>
              </a:spcAft>
            </a:pPr>
            <a:r>
              <a:rPr sz="1700" b="0" i="0" lang="en-US">
                <a:solidFill>
                  <a:srgbClr val="1C2333"/>
                </a:solidFill>
                <a:latin typeface="Segoe UI"/>
              </a:rPr>
              <a:t>19) She doesn't have toys.</a:t>
            </a:r>
          </a:p>
          <a:p>
            <a:pPr lvl="1" rtl="1" algn="r">
              <a:spcAft>
                <a:spcPts val="700"/>
              </a:spcAft>
            </a:pPr>
            <a:r>
              <a:rPr sz="1900" b="1" i="0" lang="ar-EG" altLang="en-US">
                <a:solidFill>
                  <a:srgbClr val="0F7A3D"/>
                </a:solidFill>
                <a:latin typeface="Traditional Arabic"/>
              </a:rPr>
              <a:t>✔ ليس لديها لُعَب.</a:t>
            </a:r>
          </a:p>
          <a:p>
            <a:pPr rtl="0" algn="l">
              <a:spcAft>
                <a:spcPts val="300"/>
              </a:spcAft>
            </a:pPr>
            <a:r>
              <a:rPr sz="1700" b="0" i="0" lang="en-US">
                <a:solidFill>
                  <a:srgbClr val="1C2333"/>
                </a:solidFill>
                <a:latin typeface="Segoe UI"/>
              </a:rPr>
              <a:t>20) It has blue eyes.</a:t>
            </a:r>
          </a:p>
          <a:p>
            <a:pPr lvl="1" rtl="1" algn="r">
              <a:spcAft>
                <a:spcPts val="700"/>
              </a:spcAft>
            </a:pPr>
            <a:r>
              <a:rPr sz="1900" b="1" i="0" lang="ar-EG" altLang="en-US">
                <a:solidFill>
                  <a:srgbClr val="0F7A3D"/>
                </a:solidFill>
                <a:latin typeface="Traditional Arabic"/>
              </a:rPr>
              <a:t>✔ له عينان زرقاوان.</a:t>
            </a:r>
          </a:p>
          <a:p>
            <a:pPr rtl="0" algn="l">
              <a:spcAft>
                <a:spcPts val="300"/>
              </a:spcAft>
            </a:pPr>
            <a:r>
              <a:rPr sz="1700" b="0" i="0" lang="en-US">
                <a:solidFill>
                  <a:srgbClr val="1C2333"/>
                </a:solidFill>
                <a:latin typeface="Segoe UI"/>
              </a:rPr>
              <a:t>21) They don't have milk.</a:t>
            </a:r>
          </a:p>
          <a:p>
            <a:pPr lvl="1" rtl="1" algn="r">
              <a:spcAft>
                <a:spcPts val="700"/>
              </a:spcAft>
            </a:pPr>
            <a:r>
              <a:rPr sz="1900" b="1" i="0" lang="ar-EG" altLang="en-US">
                <a:solidFill>
                  <a:srgbClr val="0F7A3D"/>
                </a:solidFill>
                <a:latin typeface="Traditional Arabic"/>
              </a:rPr>
              <a:t>✔ ليس لديهم حليب.</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I have a blue jacket.</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F) Translate into Arabic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I have a blue jacket.</a:t>
            </a:r>
          </a:p>
          <a:p>
            <a:pPr lvl="1" rtl="1" algn="r">
              <a:spcAft>
                <a:spcPts val="700"/>
              </a:spcAft>
            </a:pPr>
            <a:r>
              <a:rPr sz="1900" b="1" i="0" lang="ar-EG" altLang="en-US">
                <a:solidFill>
                  <a:srgbClr val="0F7A3D"/>
                </a:solidFill>
                <a:latin typeface="Traditional Arabic"/>
              </a:rPr>
              <a:t>✔ لديّ جاكيت أزرق.</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have – car – don't – a – I.</a:t>
            </a:r>
          </a:p>
          <a:p>
            <a:pPr rtl="0" algn="l">
              <a:spcAft>
                <a:spcPts val="800"/>
              </a:spcAft>
            </a:pPr>
            <a:r>
              <a:rPr sz="1800" b="0" i="0" lang="en-US">
                <a:solidFill>
                  <a:srgbClr val="1C2333"/>
                </a:solidFill>
                <a:latin typeface="Segoe UI"/>
              </a:rPr>
              <a:t>2) doesn't – She – skirt – have – a.</a:t>
            </a:r>
          </a:p>
          <a:p>
            <a:pPr rtl="0" algn="l">
              <a:spcAft>
                <a:spcPts val="800"/>
              </a:spcAft>
            </a:pPr>
            <a:r>
              <a:rPr sz="1800" b="0" i="0" lang="en-US">
                <a:solidFill>
                  <a:srgbClr val="1C2333"/>
                </a:solidFill>
                <a:latin typeface="Segoe UI"/>
              </a:rPr>
              <a:t>3) oranges – They – have – don't.</a:t>
            </a:r>
          </a:p>
          <a:p>
            <a:pPr rtl="0" algn="l">
              <a:spcAft>
                <a:spcPts val="800"/>
              </a:spcAft>
            </a:pPr>
            <a:r>
              <a:rPr sz="1800" b="0" i="0" lang="en-US">
                <a:solidFill>
                  <a:srgbClr val="1C2333"/>
                </a:solidFill>
                <a:latin typeface="Segoe UI"/>
              </a:rPr>
              <a:t>4) have – they – Do – milk?</a:t>
            </a:r>
          </a:p>
          <a:p>
            <a:pPr rtl="0" algn="l">
              <a:spcAft>
                <a:spcPts val="800"/>
              </a:spcAft>
            </a:pPr>
            <a:r>
              <a:rPr sz="1800" b="0" i="0" lang="en-US">
                <a:solidFill>
                  <a:srgbClr val="1C2333"/>
                </a:solidFill>
                <a:latin typeface="Segoe UI"/>
              </a:rPr>
              <a:t>5) ball – has – a – He.</a:t>
            </a:r>
          </a:p>
          <a:p>
            <a:pPr rtl="0" algn="l">
              <a:spcAft>
                <a:spcPts val="800"/>
              </a:spcAft>
            </a:pPr>
            <a:r>
              <a:rPr sz="1800" b="0" i="0" lang="en-US">
                <a:solidFill>
                  <a:srgbClr val="1C2333"/>
                </a:solidFill>
                <a:latin typeface="Segoe UI"/>
              </a:rPr>
              <a:t>6) eyes – Does – have – it?</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have – car – don't – a – I.</a:t>
            </a:r>
          </a:p>
          <a:p>
            <a:pPr lvl="1" rtl="0" algn="l">
              <a:spcAft>
                <a:spcPts val="700"/>
              </a:spcAft>
            </a:pPr>
            <a:r>
              <a:rPr sz="1600" b="1" i="0" lang="en-US">
                <a:solidFill>
                  <a:srgbClr val="0F7A3D"/>
                </a:solidFill>
                <a:latin typeface="Segoe UI"/>
              </a:rPr>
              <a:t>✔ I don't have a car.</a:t>
            </a:r>
          </a:p>
          <a:p>
            <a:pPr rtl="0" algn="l">
              <a:spcAft>
                <a:spcPts val="300"/>
              </a:spcAft>
            </a:pPr>
            <a:r>
              <a:rPr sz="1700" b="0" i="0" lang="en-US">
                <a:solidFill>
                  <a:srgbClr val="1C2333"/>
                </a:solidFill>
                <a:latin typeface="Segoe UI"/>
              </a:rPr>
              <a:t>2) doesn't – She – skirt – have – a.</a:t>
            </a:r>
          </a:p>
          <a:p>
            <a:pPr lvl="1" rtl="0" algn="l">
              <a:spcAft>
                <a:spcPts val="700"/>
              </a:spcAft>
            </a:pPr>
            <a:r>
              <a:rPr sz="1600" b="1" i="0" lang="en-US">
                <a:solidFill>
                  <a:srgbClr val="0F7A3D"/>
                </a:solidFill>
                <a:latin typeface="Segoe UI"/>
              </a:rPr>
              <a:t>✔ She doesn't have a skirt.</a:t>
            </a:r>
          </a:p>
          <a:p>
            <a:pPr rtl="0" algn="l">
              <a:spcAft>
                <a:spcPts val="300"/>
              </a:spcAft>
            </a:pPr>
            <a:r>
              <a:rPr sz="1700" b="0" i="0" lang="en-US">
                <a:solidFill>
                  <a:srgbClr val="1C2333"/>
                </a:solidFill>
                <a:latin typeface="Segoe UI"/>
              </a:rPr>
              <a:t>3) oranges – They – have – don't.</a:t>
            </a:r>
          </a:p>
          <a:p>
            <a:pPr lvl="1" rtl="0" algn="l">
              <a:spcAft>
                <a:spcPts val="700"/>
              </a:spcAft>
            </a:pPr>
            <a:r>
              <a:rPr sz="1600" b="1" i="0" lang="en-US">
                <a:solidFill>
                  <a:srgbClr val="0F7A3D"/>
                </a:solidFill>
                <a:latin typeface="Segoe UI"/>
              </a:rPr>
              <a:t>✔ They don't have oranges.</a:t>
            </a:r>
          </a:p>
          <a:p>
            <a:pPr rtl="0" algn="l">
              <a:spcAft>
                <a:spcPts val="300"/>
              </a:spcAft>
            </a:pPr>
            <a:r>
              <a:rPr sz="1700" b="0" i="0" lang="en-US">
                <a:solidFill>
                  <a:srgbClr val="1C2333"/>
                </a:solidFill>
                <a:latin typeface="Segoe UI"/>
              </a:rPr>
              <a:t>4) have – they – Do – milk?</a:t>
            </a:r>
          </a:p>
          <a:p>
            <a:pPr lvl="1" rtl="0" algn="l">
              <a:spcAft>
                <a:spcPts val="700"/>
              </a:spcAft>
            </a:pPr>
            <a:r>
              <a:rPr sz="1600" b="1" i="0" lang="en-US">
                <a:solidFill>
                  <a:srgbClr val="0F7A3D"/>
                </a:solidFill>
                <a:latin typeface="Segoe UI"/>
              </a:rPr>
              <a:t>✔ Do they have milk?</a:t>
            </a:r>
          </a:p>
          <a:p>
            <a:pPr rtl="0" algn="l">
              <a:spcAft>
                <a:spcPts val="300"/>
              </a:spcAft>
            </a:pPr>
            <a:r>
              <a:rPr sz="1700" b="0" i="0" lang="en-US">
                <a:solidFill>
                  <a:srgbClr val="1C2333"/>
                </a:solidFill>
                <a:latin typeface="Segoe UI"/>
              </a:rPr>
              <a:t>5) ball – has – a – He.</a:t>
            </a:r>
          </a:p>
          <a:p>
            <a:pPr lvl="1" rtl="0" algn="l">
              <a:spcAft>
                <a:spcPts val="700"/>
              </a:spcAft>
            </a:pPr>
            <a:r>
              <a:rPr sz="1600" b="1" i="0" lang="en-US">
                <a:solidFill>
                  <a:srgbClr val="0F7A3D"/>
                </a:solidFill>
                <a:latin typeface="Segoe UI"/>
              </a:rPr>
              <a:t>✔ He has a ball.</a:t>
            </a:r>
          </a:p>
          <a:p>
            <a:pPr rtl="0" algn="l">
              <a:spcAft>
                <a:spcPts val="300"/>
              </a:spcAft>
            </a:pPr>
            <a:r>
              <a:rPr sz="1700" b="0" i="0" lang="en-US">
                <a:solidFill>
                  <a:srgbClr val="1C2333"/>
                </a:solidFill>
                <a:latin typeface="Segoe UI"/>
              </a:rPr>
              <a:t>6) eyes – Does – have – it?</a:t>
            </a:r>
          </a:p>
          <a:p>
            <a:pPr lvl="1" rtl="0" algn="l">
              <a:spcAft>
                <a:spcPts val="700"/>
              </a:spcAft>
            </a:pPr>
            <a:r>
              <a:rPr sz="1600" b="1" i="0" lang="en-US">
                <a:solidFill>
                  <a:srgbClr val="0F7A3D"/>
                </a:solidFill>
                <a:latin typeface="Segoe UI"/>
              </a:rPr>
              <a:t>✔ Does it have eyes?</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meat – lions – Do – have?</a:t>
            </a:r>
          </a:p>
          <a:p>
            <a:pPr rtl="0" algn="l">
              <a:spcAft>
                <a:spcPts val="800"/>
              </a:spcAft>
            </a:pPr>
            <a:r>
              <a:rPr sz="1800" b="0" i="0" lang="en-US">
                <a:solidFill>
                  <a:srgbClr val="1C2333"/>
                </a:solidFill>
                <a:latin typeface="Segoe UI"/>
              </a:rPr>
              <a:t>8) apple – I – have – an – don't.</a:t>
            </a:r>
          </a:p>
          <a:p>
            <a:pPr rtl="0" algn="l">
              <a:spcAft>
                <a:spcPts val="800"/>
              </a:spcAft>
            </a:pPr>
            <a:r>
              <a:rPr sz="1800" b="0" i="0" lang="en-US">
                <a:solidFill>
                  <a:srgbClr val="1C2333"/>
                </a:solidFill>
                <a:latin typeface="Segoe UI"/>
              </a:rPr>
              <a:t>9) have – pen – You – a – don't.</a:t>
            </a:r>
          </a:p>
          <a:p>
            <a:pPr rtl="0" algn="l">
              <a:spcAft>
                <a:spcPts val="800"/>
              </a:spcAft>
            </a:pPr>
            <a:r>
              <a:rPr sz="1800" b="0" i="0" lang="en-US">
                <a:solidFill>
                  <a:srgbClr val="1C2333"/>
                </a:solidFill>
                <a:latin typeface="Segoe UI"/>
              </a:rPr>
              <a:t>10) he – Does – key – a – have?</a:t>
            </a:r>
          </a:p>
          <a:p>
            <a:pPr rtl="0" algn="l">
              <a:spcAft>
                <a:spcPts val="800"/>
              </a:spcAft>
            </a:pPr>
            <a:r>
              <a:rPr sz="1800" b="0" i="0" lang="en-US">
                <a:solidFill>
                  <a:srgbClr val="1C2333"/>
                </a:solidFill>
                <a:latin typeface="Segoe UI"/>
              </a:rPr>
              <a:t>11) skirt – she – a – Does – have?</a:t>
            </a:r>
          </a:p>
          <a:p>
            <a:pPr rtl="0" algn="l">
              <a:spcAft>
                <a:spcPts val="800"/>
              </a:spcAft>
            </a:pPr>
            <a:r>
              <a:rPr sz="1800" b="0" i="0" lang="en-US">
                <a:solidFill>
                  <a:srgbClr val="1C2333"/>
                </a:solidFill>
                <a:latin typeface="Segoe UI"/>
              </a:rPr>
              <a:t>12) he – Does – a – watch – have?</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meat – lions – Do – have?</a:t>
            </a:r>
          </a:p>
          <a:p>
            <a:pPr lvl="1" rtl="0" algn="l">
              <a:spcAft>
                <a:spcPts val="700"/>
              </a:spcAft>
            </a:pPr>
            <a:r>
              <a:rPr sz="1600" b="1" i="0" lang="en-US">
                <a:solidFill>
                  <a:srgbClr val="0F7A3D"/>
                </a:solidFill>
                <a:latin typeface="Segoe UI"/>
              </a:rPr>
              <a:t>✔ Do lions have meat?</a:t>
            </a:r>
          </a:p>
          <a:p>
            <a:pPr rtl="0" algn="l">
              <a:spcAft>
                <a:spcPts val="300"/>
              </a:spcAft>
            </a:pPr>
            <a:r>
              <a:rPr sz="1700" b="0" i="0" lang="en-US">
                <a:solidFill>
                  <a:srgbClr val="1C2333"/>
                </a:solidFill>
                <a:latin typeface="Segoe UI"/>
              </a:rPr>
              <a:t>8) apple – I – have – an – don't.</a:t>
            </a:r>
          </a:p>
          <a:p>
            <a:pPr lvl="1" rtl="0" algn="l">
              <a:spcAft>
                <a:spcPts val="700"/>
              </a:spcAft>
            </a:pPr>
            <a:r>
              <a:rPr sz="1600" b="1" i="0" lang="en-US">
                <a:solidFill>
                  <a:srgbClr val="0F7A3D"/>
                </a:solidFill>
                <a:latin typeface="Segoe UI"/>
              </a:rPr>
              <a:t>✔ I don't have an apple.</a:t>
            </a:r>
          </a:p>
          <a:p>
            <a:pPr rtl="0" algn="l">
              <a:spcAft>
                <a:spcPts val="300"/>
              </a:spcAft>
            </a:pPr>
            <a:r>
              <a:rPr sz="1700" b="0" i="0" lang="en-US">
                <a:solidFill>
                  <a:srgbClr val="1C2333"/>
                </a:solidFill>
                <a:latin typeface="Segoe UI"/>
              </a:rPr>
              <a:t>9) have – pen – You – a – don't.</a:t>
            </a:r>
          </a:p>
          <a:p>
            <a:pPr lvl="1" rtl="0" algn="l">
              <a:spcAft>
                <a:spcPts val="700"/>
              </a:spcAft>
            </a:pPr>
            <a:r>
              <a:rPr sz="1600" b="1" i="0" lang="en-US">
                <a:solidFill>
                  <a:srgbClr val="0F7A3D"/>
                </a:solidFill>
                <a:latin typeface="Segoe UI"/>
              </a:rPr>
              <a:t>✔ You don't have a pen.</a:t>
            </a:r>
          </a:p>
          <a:p>
            <a:pPr rtl="0" algn="l">
              <a:spcAft>
                <a:spcPts val="300"/>
              </a:spcAft>
            </a:pPr>
            <a:r>
              <a:rPr sz="1700" b="0" i="0" lang="en-US">
                <a:solidFill>
                  <a:srgbClr val="1C2333"/>
                </a:solidFill>
                <a:latin typeface="Segoe UI"/>
              </a:rPr>
              <a:t>10) he – Does – key – a – have?</a:t>
            </a:r>
          </a:p>
          <a:p>
            <a:pPr lvl="1" rtl="0" algn="l">
              <a:spcAft>
                <a:spcPts val="700"/>
              </a:spcAft>
            </a:pPr>
            <a:r>
              <a:rPr sz="1600" b="1" i="0" lang="en-US">
                <a:solidFill>
                  <a:srgbClr val="0F7A3D"/>
                </a:solidFill>
                <a:latin typeface="Segoe UI"/>
              </a:rPr>
              <a:t>✔ Does he have a key?</a:t>
            </a:r>
          </a:p>
          <a:p>
            <a:pPr rtl="0" algn="l">
              <a:spcAft>
                <a:spcPts val="300"/>
              </a:spcAft>
            </a:pPr>
            <a:r>
              <a:rPr sz="1700" b="0" i="0" lang="en-US">
                <a:solidFill>
                  <a:srgbClr val="1C2333"/>
                </a:solidFill>
                <a:latin typeface="Segoe UI"/>
              </a:rPr>
              <a:t>11) skirt – she – a – Does – have?</a:t>
            </a:r>
          </a:p>
          <a:p>
            <a:pPr lvl="1" rtl="0" algn="l">
              <a:spcAft>
                <a:spcPts val="700"/>
              </a:spcAft>
            </a:pPr>
            <a:r>
              <a:rPr sz="1600" b="1" i="0" lang="en-US">
                <a:solidFill>
                  <a:srgbClr val="0F7A3D"/>
                </a:solidFill>
                <a:latin typeface="Segoe UI"/>
              </a:rPr>
              <a:t>✔ Does she have a skirt?</a:t>
            </a:r>
          </a:p>
          <a:p>
            <a:pPr rtl="0" algn="l">
              <a:spcAft>
                <a:spcPts val="300"/>
              </a:spcAft>
            </a:pPr>
            <a:r>
              <a:rPr sz="1700" b="0" i="0" lang="en-US">
                <a:solidFill>
                  <a:srgbClr val="1C2333"/>
                </a:solidFill>
                <a:latin typeface="Segoe UI"/>
              </a:rPr>
              <a:t>12) he – Does – a – watch – have?</a:t>
            </a:r>
          </a:p>
          <a:p>
            <a:pPr lvl="1" rtl="0" algn="l">
              <a:spcAft>
                <a:spcPts val="700"/>
              </a:spcAft>
            </a:pPr>
            <a:r>
              <a:rPr sz="1600" b="1" i="0" lang="en-US">
                <a:solidFill>
                  <a:srgbClr val="0F7A3D"/>
                </a:solidFill>
                <a:latin typeface="Segoe UI"/>
              </a:rPr>
              <a:t>✔ Does he have a watch?</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dress – have – don't – I – a.</a:t>
            </a:r>
          </a:p>
          <a:p>
            <a:pPr rtl="0" algn="l">
              <a:spcAft>
                <a:spcPts val="800"/>
              </a:spcAft>
            </a:pPr>
            <a:r>
              <a:rPr sz="1800" b="0" i="0" lang="en-US">
                <a:solidFill>
                  <a:srgbClr val="1C2333"/>
                </a:solidFill>
                <a:latin typeface="Segoe UI"/>
              </a:rPr>
              <a:t>14) books – he – Does – two – have?</a:t>
            </a:r>
          </a:p>
          <a:p>
            <a:pPr rtl="0" algn="l">
              <a:spcAft>
                <a:spcPts val="800"/>
              </a:spcAft>
            </a:pPr>
            <a:r>
              <a:rPr sz="1800" b="0" i="0" lang="en-US">
                <a:solidFill>
                  <a:srgbClr val="1C2333"/>
                </a:solidFill>
                <a:latin typeface="Segoe UI"/>
              </a:rPr>
              <a:t>15) blue – She – eyes – has.</a:t>
            </a:r>
          </a:p>
          <a:p>
            <a:pPr rtl="0" algn="l">
              <a:spcAft>
                <a:spcPts val="800"/>
              </a:spcAft>
            </a:pPr>
            <a:r>
              <a:rPr sz="1800" b="0" i="0" lang="en-US">
                <a:solidFill>
                  <a:srgbClr val="1C2333"/>
                </a:solidFill>
                <a:latin typeface="Segoe UI"/>
              </a:rPr>
              <a:t>16) doesn't – She – a – have – pen.</a:t>
            </a:r>
          </a:p>
          <a:p>
            <a:pPr rtl="0" algn="l">
              <a:spcAft>
                <a:spcPts val="800"/>
              </a:spcAft>
            </a:pPr>
            <a:r>
              <a:rPr sz="1800" b="0" i="0" lang="en-US">
                <a:solidFill>
                  <a:srgbClr val="1C2333"/>
                </a:solidFill>
                <a:latin typeface="Segoe UI"/>
              </a:rPr>
              <a:t>17) have – red – We – bags.</a:t>
            </a:r>
          </a:p>
          <a:p>
            <a:pPr rtl="0" algn="l">
              <a:spcAft>
                <a:spcPts val="800"/>
              </a:spcAft>
            </a:pPr>
            <a:r>
              <a:rPr sz="1800" b="0" i="0" lang="en-US">
                <a:solidFill>
                  <a:srgbClr val="1C2333"/>
                </a:solidFill>
                <a:latin typeface="Segoe UI"/>
              </a:rPr>
              <a:t>18) a – brother – My – has – car.</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dress – have – don't – I – a.</a:t>
            </a:r>
          </a:p>
          <a:p>
            <a:pPr lvl="1" rtl="0" algn="l">
              <a:spcAft>
                <a:spcPts val="700"/>
              </a:spcAft>
            </a:pPr>
            <a:r>
              <a:rPr sz="1600" b="1" i="0" lang="en-US">
                <a:solidFill>
                  <a:srgbClr val="0F7A3D"/>
                </a:solidFill>
                <a:latin typeface="Segoe UI"/>
              </a:rPr>
              <a:t>✔ I don't have a dress.</a:t>
            </a:r>
          </a:p>
          <a:p>
            <a:pPr rtl="0" algn="l">
              <a:spcAft>
                <a:spcPts val="300"/>
              </a:spcAft>
            </a:pPr>
            <a:r>
              <a:rPr sz="1700" b="0" i="0" lang="en-US">
                <a:solidFill>
                  <a:srgbClr val="1C2333"/>
                </a:solidFill>
                <a:latin typeface="Segoe UI"/>
              </a:rPr>
              <a:t>14) books – he – Does – two – have?</a:t>
            </a:r>
          </a:p>
          <a:p>
            <a:pPr lvl="1" rtl="0" algn="l">
              <a:spcAft>
                <a:spcPts val="700"/>
              </a:spcAft>
            </a:pPr>
            <a:r>
              <a:rPr sz="1600" b="1" i="0" lang="en-US">
                <a:solidFill>
                  <a:srgbClr val="0F7A3D"/>
                </a:solidFill>
                <a:latin typeface="Segoe UI"/>
              </a:rPr>
              <a:t>✔ Does he have two books?</a:t>
            </a:r>
          </a:p>
          <a:p>
            <a:pPr rtl="0" algn="l">
              <a:spcAft>
                <a:spcPts val="300"/>
              </a:spcAft>
            </a:pPr>
            <a:r>
              <a:rPr sz="1700" b="0" i="0" lang="en-US">
                <a:solidFill>
                  <a:srgbClr val="1C2333"/>
                </a:solidFill>
                <a:latin typeface="Segoe UI"/>
              </a:rPr>
              <a:t>15) blue – She – eyes – has.</a:t>
            </a:r>
          </a:p>
          <a:p>
            <a:pPr lvl="1" rtl="0" algn="l">
              <a:spcAft>
                <a:spcPts val="700"/>
              </a:spcAft>
            </a:pPr>
            <a:r>
              <a:rPr sz="1600" b="1" i="0" lang="en-US">
                <a:solidFill>
                  <a:srgbClr val="0F7A3D"/>
                </a:solidFill>
                <a:latin typeface="Segoe UI"/>
              </a:rPr>
              <a:t>✔ She has blue eyes.</a:t>
            </a:r>
          </a:p>
          <a:p>
            <a:pPr rtl="0" algn="l">
              <a:spcAft>
                <a:spcPts val="300"/>
              </a:spcAft>
            </a:pPr>
            <a:r>
              <a:rPr sz="1700" b="0" i="0" lang="en-US">
                <a:solidFill>
                  <a:srgbClr val="1C2333"/>
                </a:solidFill>
                <a:latin typeface="Segoe UI"/>
              </a:rPr>
              <a:t>16) doesn't – She – a – have – pen.</a:t>
            </a:r>
          </a:p>
          <a:p>
            <a:pPr lvl="1" rtl="0" algn="l">
              <a:spcAft>
                <a:spcPts val="700"/>
              </a:spcAft>
            </a:pPr>
            <a:r>
              <a:rPr sz="1600" b="1" i="0" lang="en-US">
                <a:solidFill>
                  <a:srgbClr val="0F7A3D"/>
                </a:solidFill>
                <a:latin typeface="Segoe UI"/>
              </a:rPr>
              <a:t>✔ She doesn't have a pen.</a:t>
            </a:r>
          </a:p>
          <a:p>
            <a:pPr rtl="0" algn="l">
              <a:spcAft>
                <a:spcPts val="300"/>
              </a:spcAft>
            </a:pPr>
            <a:r>
              <a:rPr sz="1700" b="0" i="0" lang="en-US">
                <a:solidFill>
                  <a:srgbClr val="1C2333"/>
                </a:solidFill>
                <a:latin typeface="Segoe UI"/>
              </a:rPr>
              <a:t>17) have – red – We – bags.</a:t>
            </a:r>
          </a:p>
          <a:p>
            <a:pPr lvl="1" rtl="0" algn="l">
              <a:spcAft>
                <a:spcPts val="700"/>
              </a:spcAft>
            </a:pPr>
            <a:r>
              <a:rPr sz="1600" b="1" i="0" lang="en-US">
                <a:solidFill>
                  <a:srgbClr val="0F7A3D"/>
                </a:solidFill>
                <a:latin typeface="Segoe UI"/>
              </a:rPr>
              <a:t>✔ We have red bags.</a:t>
            </a:r>
          </a:p>
          <a:p>
            <a:pPr rtl="0" algn="l">
              <a:spcAft>
                <a:spcPts val="300"/>
              </a:spcAft>
            </a:pPr>
            <a:r>
              <a:rPr sz="1700" b="0" i="0" lang="en-US">
                <a:solidFill>
                  <a:srgbClr val="1C2333"/>
                </a:solidFill>
                <a:latin typeface="Segoe UI"/>
              </a:rPr>
              <a:t>18) a – brother – My – has – car.</a:t>
            </a:r>
          </a:p>
          <a:p>
            <a:pPr lvl="1" rtl="0" algn="l">
              <a:spcAft>
                <a:spcPts val="700"/>
              </a:spcAft>
            </a:pPr>
            <a:r>
              <a:rPr sz="1600" b="1" i="0" lang="en-US">
                <a:solidFill>
                  <a:srgbClr val="0F7A3D"/>
                </a:solidFill>
                <a:latin typeface="Segoe UI"/>
              </a:rPr>
              <a:t>✔ My brother has a car.</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dog – sister – My – has – a.</a:t>
            </a:r>
          </a:p>
          <a:p>
            <a:pPr rtl="0" algn="l">
              <a:spcAft>
                <a:spcPts val="800"/>
              </a:spcAft>
            </a:pPr>
            <a:r>
              <a:rPr sz="1800" b="0" i="0" lang="en-US">
                <a:solidFill>
                  <a:srgbClr val="1C2333"/>
                </a:solidFill>
                <a:latin typeface="Segoe UI"/>
              </a:rPr>
              <a:t>20) bird – have – I – a.</a:t>
            </a:r>
          </a:p>
          <a:p>
            <a:pPr rtl="0" algn="l">
              <a:spcAft>
                <a:spcPts val="800"/>
              </a:spcAft>
            </a:pPr>
            <a:r>
              <a:rPr sz="1800" b="0" i="0" lang="en-US">
                <a:solidFill>
                  <a:srgbClr val="1C2333"/>
                </a:solidFill>
                <a:latin typeface="Segoe UI"/>
              </a:rPr>
              <a:t>21) have – They – don't – pens.</a:t>
            </a:r>
          </a:p>
          <a:p>
            <a:pPr rtl="0" algn="l">
              <a:spcAft>
                <a:spcPts val="800"/>
              </a:spcAft>
            </a:pPr>
            <a:r>
              <a:rPr sz="1800" b="0" i="0" lang="en-US">
                <a:solidFill>
                  <a:srgbClr val="1C2333"/>
                </a:solidFill>
                <a:latin typeface="Segoe UI"/>
              </a:rPr>
              <a:t>22) long – has – It – tail – a.</a:t>
            </a:r>
          </a:p>
          <a:p>
            <a:pPr rtl="0" algn="l">
              <a:spcAft>
                <a:spcPts val="800"/>
              </a:spcAft>
            </a:pPr>
            <a:r>
              <a:rPr sz="1800" b="0" i="0" lang="en-US">
                <a:solidFill>
                  <a:srgbClr val="1C2333"/>
                </a:solidFill>
                <a:latin typeface="Segoe UI"/>
              </a:rPr>
              <a:t>23) car – My – has – mum – a.</a:t>
            </a:r>
          </a:p>
          <a:p>
            <a:pPr rtl="0" algn="l">
              <a:spcAft>
                <a:spcPts val="800"/>
              </a:spcAft>
            </a:pPr>
            <a:r>
              <a:rPr sz="1800" b="0" i="0" lang="en-US">
                <a:solidFill>
                  <a:srgbClr val="1C2333"/>
                </a:solidFill>
                <a:latin typeface="Segoe UI"/>
              </a:rPr>
              <a:t>24) have – she – What – does?</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G) Rearrange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dog – sister – My – has – a.</a:t>
            </a:r>
          </a:p>
          <a:p>
            <a:pPr lvl="1" rtl="0" algn="l">
              <a:spcAft>
                <a:spcPts val="700"/>
              </a:spcAft>
            </a:pPr>
            <a:r>
              <a:rPr sz="1600" b="1" i="0" lang="en-US">
                <a:solidFill>
                  <a:srgbClr val="0F7A3D"/>
                </a:solidFill>
                <a:latin typeface="Segoe UI"/>
              </a:rPr>
              <a:t>✔ My sister has a dog.</a:t>
            </a:r>
          </a:p>
          <a:p>
            <a:pPr rtl="0" algn="l">
              <a:spcAft>
                <a:spcPts val="300"/>
              </a:spcAft>
            </a:pPr>
            <a:r>
              <a:rPr sz="1700" b="0" i="0" lang="en-US">
                <a:solidFill>
                  <a:srgbClr val="1C2333"/>
                </a:solidFill>
                <a:latin typeface="Segoe UI"/>
              </a:rPr>
              <a:t>20) bird – have – I – a.</a:t>
            </a:r>
          </a:p>
          <a:p>
            <a:pPr lvl="1" rtl="0" algn="l">
              <a:spcAft>
                <a:spcPts val="700"/>
              </a:spcAft>
            </a:pPr>
            <a:r>
              <a:rPr sz="1600" b="1" i="0" lang="en-US">
                <a:solidFill>
                  <a:srgbClr val="0F7A3D"/>
                </a:solidFill>
                <a:latin typeface="Segoe UI"/>
              </a:rPr>
              <a:t>✔ I have a bird.</a:t>
            </a:r>
          </a:p>
          <a:p>
            <a:pPr rtl="0" algn="l">
              <a:spcAft>
                <a:spcPts val="300"/>
              </a:spcAft>
            </a:pPr>
            <a:r>
              <a:rPr sz="1700" b="0" i="0" lang="en-US">
                <a:solidFill>
                  <a:srgbClr val="1C2333"/>
                </a:solidFill>
                <a:latin typeface="Segoe UI"/>
              </a:rPr>
              <a:t>21) have – They – don't – pens.</a:t>
            </a:r>
          </a:p>
          <a:p>
            <a:pPr lvl="1" rtl="0" algn="l">
              <a:spcAft>
                <a:spcPts val="700"/>
              </a:spcAft>
            </a:pPr>
            <a:r>
              <a:rPr sz="1600" b="1" i="0" lang="en-US">
                <a:solidFill>
                  <a:srgbClr val="0F7A3D"/>
                </a:solidFill>
                <a:latin typeface="Segoe UI"/>
              </a:rPr>
              <a:t>✔ They don't have pens.</a:t>
            </a:r>
          </a:p>
          <a:p>
            <a:pPr rtl="0" algn="l">
              <a:spcAft>
                <a:spcPts val="300"/>
              </a:spcAft>
            </a:pPr>
            <a:r>
              <a:rPr sz="1700" b="0" i="0" lang="en-US">
                <a:solidFill>
                  <a:srgbClr val="1C2333"/>
                </a:solidFill>
                <a:latin typeface="Segoe UI"/>
              </a:rPr>
              <a:t>22) long – has – It – tail – a.</a:t>
            </a:r>
          </a:p>
          <a:p>
            <a:pPr lvl="1" rtl="0" algn="l">
              <a:spcAft>
                <a:spcPts val="700"/>
              </a:spcAft>
            </a:pPr>
            <a:r>
              <a:rPr sz="1600" b="1" i="0" lang="en-US">
                <a:solidFill>
                  <a:srgbClr val="0F7A3D"/>
                </a:solidFill>
                <a:latin typeface="Segoe UI"/>
              </a:rPr>
              <a:t>✔ It has a long tail.</a:t>
            </a:r>
          </a:p>
          <a:p>
            <a:pPr rtl="0" algn="l">
              <a:spcAft>
                <a:spcPts val="300"/>
              </a:spcAft>
            </a:pPr>
            <a:r>
              <a:rPr sz="1700" b="0" i="0" lang="en-US">
                <a:solidFill>
                  <a:srgbClr val="1C2333"/>
                </a:solidFill>
                <a:latin typeface="Segoe UI"/>
              </a:rPr>
              <a:t>23) car – My – has – mum – a.</a:t>
            </a:r>
          </a:p>
          <a:p>
            <a:pPr lvl="1" rtl="0" algn="l">
              <a:spcAft>
                <a:spcPts val="700"/>
              </a:spcAft>
            </a:pPr>
            <a:r>
              <a:rPr sz="1600" b="1" i="0" lang="en-US">
                <a:solidFill>
                  <a:srgbClr val="0F7A3D"/>
                </a:solidFill>
                <a:latin typeface="Segoe UI"/>
              </a:rPr>
              <a:t>✔ My mum has a car.</a:t>
            </a:r>
          </a:p>
          <a:p>
            <a:pPr rtl="0" algn="l">
              <a:spcAft>
                <a:spcPts val="300"/>
              </a:spcAft>
            </a:pPr>
            <a:r>
              <a:rPr sz="1700" b="0" i="0" lang="en-US">
                <a:solidFill>
                  <a:srgbClr val="1C2333"/>
                </a:solidFill>
                <a:latin typeface="Segoe UI"/>
              </a:rPr>
              <a:t>24) have – she – What – does?</a:t>
            </a:r>
          </a:p>
          <a:p>
            <a:pPr lvl="1" rtl="0" algn="l">
              <a:spcAft>
                <a:spcPts val="700"/>
              </a:spcAft>
            </a:pPr>
            <a:r>
              <a:rPr sz="1600" b="1" i="0" lang="en-US">
                <a:solidFill>
                  <a:srgbClr val="0F7A3D"/>
                </a:solidFill>
                <a:latin typeface="Segoe UI"/>
              </a:rPr>
              <a:t>✔ What does she have?</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doesn't have a bike.</a:t>
            </a:r>
          </a:p>
          <a:p>
            <a:pPr rtl="0" algn="l">
              <a:spcAft>
                <a:spcPts val="800"/>
              </a:spcAft>
            </a:pPr>
            <a:r>
              <a:rPr sz="1800" b="0" i="0" lang="en-US">
                <a:solidFill>
                  <a:srgbClr val="1C2333"/>
                </a:solidFill>
                <a:latin typeface="Segoe UI"/>
              </a:rPr>
              <a:t>2) She don't have a cat.</a:t>
            </a:r>
          </a:p>
          <a:p>
            <a:pPr rtl="0" algn="l">
              <a:spcAft>
                <a:spcPts val="800"/>
              </a:spcAft>
            </a:pPr>
            <a:r>
              <a:rPr sz="1800" b="0" i="0" lang="en-US">
                <a:solidFill>
                  <a:srgbClr val="1C2333"/>
                </a:solidFill>
                <a:latin typeface="Segoe UI"/>
              </a:rPr>
              <a:t>3) We don't has books.</a:t>
            </a:r>
          </a:p>
          <a:p>
            <a:pPr rtl="0" algn="l">
              <a:spcAft>
                <a:spcPts val="800"/>
              </a:spcAft>
            </a:pPr>
            <a:r>
              <a:rPr sz="1800" b="0" i="0" lang="en-US">
                <a:solidFill>
                  <a:srgbClr val="1C2333"/>
                </a:solidFill>
                <a:latin typeface="Segoe UI"/>
              </a:rPr>
              <a:t>4) Does you have an orange?</a:t>
            </a:r>
          </a:p>
          <a:p>
            <a:pPr rtl="0" algn="l">
              <a:spcAft>
                <a:spcPts val="800"/>
              </a:spcAft>
            </a:pPr>
            <a:r>
              <a:rPr sz="1800" b="0" i="0" lang="en-US">
                <a:solidFill>
                  <a:srgbClr val="1C2333"/>
                </a:solidFill>
                <a:latin typeface="Segoe UI"/>
              </a:rPr>
              <a:t>5) It doesn't has a long tail.</a:t>
            </a:r>
          </a:p>
          <a:p>
            <a:pPr rtl="0" algn="l">
              <a:spcAft>
                <a:spcPts val="800"/>
              </a:spcAft>
            </a:pPr>
            <a:r>
              <a:rPr sz="1800" b="0" i="0" lang="en-US">
                <a:solidFill>
                  <a:srgbClr val="1C2333"/>
                </a:solidFill>
                <a:latin typeface="Segoe UI"/>
              </a:rPr>
              <a:t>6) My parents has a new house.</a:t>
            </a:r>
          </a:p>
          <a:p>
            <a:pPr rtl="0" algn="l">
              <a:spcAft>
                <a:spcPts val="800"/>
              </a:spcAft>
            </a:pPr>
            <a:r>
              <a:rPr sz="1800" b="0" i="0" lang="en-US">
                <a:solidFill>
                  <a:srgbClr val="1C2333"/>
                </a:solidFill>
                <a:latin typeface="Segoe UI"/>
              </a:rPr>
              <a:t>7) Do your mum have a camera?</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doesn't have a bike.</a:t>
            </a:r>
          </a:p>
          <a:p>
            <a:pPr lvl="1" rtl="0" algn="l">
              <a:spcAft>
                <a:spcPts val="700"/>
              </a:spcAft>
            </a:pPr>
            <a:r>
              <a:rPr sz="1600" b="1" i="0" lang="en-US">
                <a:solidFill>
                  <a:srgbClr val="0F7A3D"/>
                </a:solidFill>
                <a:latin typeface="Segoe UI"/>
              </a:rPr>
              <a:t>✔ I don't have a bike.</a:t>
            </a:r>
          </a:p>
          <a:p>
            <a:pPr rtl="0" algn="l">
              <a:spcAft>
                <a:spcPts val="300"/>
              </a:spcAft>
            </a:pPr>
            <a:r>
              <a:rPr sz="1700" b="0" i="0" lang="en-US">
                <a:solidFill>
                  <a:srgbClr val="1C2333"/>
                </a:solidFill>
                <a:latin typeface="Segoe UI"/>
              </a:rPr>
              <a:t>2) She don't have a cat.</a:t>
            </a:r>
          </a:p>
          <a:p>
            <a:pPr lvl="1" rtl="0" algn="l">
              <a:spcAft>
                <a:spcPts val="700"/>
              </a:spcAft>
            </a:pPr>
            <a:r>
              <a:rPr sz="1600" b="1" i="0" lang="en-US">
                <a:solidFill>
                  <a:srgbClr val="0F7A3D"/>
                </a:solidFill>
                <a:latin typeface="Segoe UI"/>
              </a:rPr>
              <a:t>✔ She doesn't have a cat.</a:t>
            </a:r>
          </a:p>
          <a:p>
            <a:pPr rtl="0" algn="l">
              <a:spcAft>
                <a:spcPts val="300"/>
              </a:spcAft>
            </a:pPr>
            <a:r>
              <a:rPr sz="1700" b="0" i="0" lang="en-US">
                <a:solidFill>
                  <a:srgbClr val="1C2333"/>
                </a:solidFill>
                <a:latin typeface="Segoe UI"/>
              </a:rPr>
              <a:t>3) We don't has books.</a:t>
            </a:r>
          </a:p>
          <a:p>
            <a:pPr lvl="1" rtl="0" algn="l">
              <a:spcAft>
                <a:spcPts val="700"/>
              </a:spcAft>
            </a:pPr>
            <a:r>
              <a:rPr sz="1600" b="1" i="0" lang="en-US">
                <a:solidFill>
                  <a:srgbClr val="0F7A3D"/>
                </a:solidFill>
                <a:latin typeface="Segoe UI"/>
              </a:rPr>
              <a:t>✔ We don't have books.</a:t>
            </a:r>
          </a:p>
          <a:p>
            <a:pPr rtl="0" algn="l">
              <a:spcAft>
                <a:spcPts val="300"/>
              </a:spcAft>
            </a:pPr>
            <a:r>
              <a:rPr sz="1700" b="0" i="0" lang="en-US">
                <a:solidFill>
                  <a:srgbClr val="1C2333"/>
                </a:solidFill>
                <a:latin typeface="Segoe UI"/>
              </a:rPr>
              <a:t>4) Does you have an orange?</a:t>
            </a:r>
          </a:p>
          <a:p>
            <a:pPr lvl="1" rtl="0" algn="l">
              <a:spcAft>
                <a:spcPts val="700"/>
              </a:spcAft>
            </a:pPr>
            <a:r>
              <a:rPr sz="1600" b="1" i="0" lang="en-US">
                <a:solidFill>
                  <a:srgbClr val="0F7A3D"/>
                </a:solidFill>
                <a:latin typeface="Segoe UI"/>
              </a:rPr>
              <a:t>✔ Do you have an orange?</a:t>
            </a:r>
          </a:p>
          <a:p>
            <a:pPr rtl="0" algn="l">
              <a:spcAft>
                <a:spcPts val="300"/>
              </a:spcAft>
            </a:pPr>
            <a:r>
              <a:rPr sz="1700" b="0" i="0" lang="en-US">
                <a:solidFill>
                  <a:srgbClr val="1C2333"/>
                </a:solidFill>
                <a:latin typeface="Segoe UI"/>
              </a:rPr>
              <a:t>5) It doesn't has a long tail.</a:t>
            </a:r>
          </a:p>
          <a:p>
            <a:pPr lvl="1" rtl="0" algn="l">
              <a:spcAft>
                <a:spcPts val="700"/>
              </a:spcAft>
            </a:pPr>
            <a:r>
              <a:rPr sz="1600" b="1" i="0" lang="en-US">
                <a:solidFill>
                  <a:srgbClr val="0F7A3D"/>
                </a:solidFill>
                <a:latin typeface="Segoe UI"/>
              </a:rPr>
              <a:t>✔ It doesn't have a long tail.</a:t>
            </a:r>
          </a:p>
          <a:p>
            <a:pPr rtl="0" algn="l">
              <a:spcAft>
                <a:spcPts val="300"/>
              </a:spcAft>
            </a:pPr>
            <a:r>
              <a:rPr sz="1700" b="0" i="0" lang="en-US">
                <a:solidFill>
                  <a:srgbClr val="1C2333"/>
                </a:solidFill>
                <a:latin typeface="Segoe UI"/>
              </a:rPr>
              <a:t>6) My parents has a new house.</a:t>
            </a:r>
          </a:p>
          <a:p>
            <a:pPr lvl="1" rtl="0" algn="l">
              <a:spcAft>
                <a:spcPts val="700"/>
              </a:spcAft>
            </a:pPr>
            <a:r>
              <a:rPr sz="1600" b="1" i="0" lang="en-US">
                <a:solidFill>
                  <a:srgbClr val="0F7A3D"/>
                </a:solidFill>
                <a:latin typeface="Segoe UI"/>
              </a:rPr>
              <a:t>✔ My parents have a new house.</a:t>
            </a:r>
          </a:p>
          <a:p>
            <a:pPr rtl="0" algn="l">
              <a:spcAft>
                <a:spcPts val="300"/>
              </a:spcAft>
            </a:pPr>
            <a:r>
              <a:rPr sz="1700" b="0" i="0" lang="en-US">
                <a:solidFill>
                  <a:srgbClr val="1C2333"/>
                </a:solidFill>
                <a:latin typeface="Segoe UI"/>
              </a:rPr>
              <a:t>7) Do your mum have a camera?</a:t>
            </a:r>
          </a:p>
          <a:p>
            <a:pPr lvl="1" rtl="0" algn="l">
              <a:spcAft>
                <a:spcPts val="700"/>
              </a:spcAft>
            </a:pPr>
            <a:r>
              <a:rPr sz="1600" b="1" i="0" lang="en-US">
                <a:solidFill>
                  <a:srgbClr val="0F7A3D"/>
                </a:solidFill>
                <a:latin typeface="Segoe UI"/>
              </a:rPr>
              <a:t>✔ Does your mum have a camera?</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My mum doesn't has a car.</a:t>
            </a:r>
          </a:p>
          <a:p>
            <a:pPr rtl="0" algn="l">
              <a:spcAft>
                <a:spcPts val="800"/>
              </a:spcAft>
            </a:pPr>
            <a:r>
              <a:rPr sz="1800" b="0" i="0" lang="en-US">
                <a:solidFill>
                  <a:srgbClr val="1C2333"/>
                </a:solidFill>
                <a:latin typeface="Segoe UI"/>
              </a:rPr>
              <a:t>9) Lions doesn't have meat.</a:t>
            </a:r>
          </a:p>
          <a:p>
            <a:pPr rtl="0" algn="l">
              <a:spcAft>
                <a:spcPts val="800"/>
              </a:spcAft>
            </a:pPr>
            <a:r>
              <a:rPr sz="1800" b="0" i="0" lang="en-US">
                <a:solidFill>
                  <a:srgbClr val="1C2333"/>
                </a:solidFill>
                <a:latin typeface="Segoe UI"/>
              </a:rPr>
              <a:t>10) They doesn't have pens.</a:t>
            </a:r>
          </a:p>
          <a:p>
            <a:pPr rtl="0" algn="l">
              <a:spcAft>
                <a:spcPts val="800"/>
              </a:spcAft>
            </a:pPr>
            <a:r>
              <a:rPr sz="1800" b="0" i="0" lang="en-US">
                <a:solidFill>
                  <a:srgbClr val="1C2333"/>
                </a:solidFill>
                <a:latin typeface="Segoe UI"/>
              </a:rPr>
              <a:t>11) Camels has strong legs.</a:t>
            </a:r>
          </a:p>
          <a:p>
            <a:pPr rtl="0" algn="l">
              <a:spcAft>
                <a:spcPts val="800"/>
              </a:spcAft>
            </a:pPr>
            <a:r>
              <a:rPr sz="1800" b="0" i="0" lang="en-US">
                <a:solidFill>
                  <a:srgbClr val="1C2333"/>
                </a:solidFill>
                <a:latin typeface="Segoe UI"/>
              </a:rPr>
              <a:t>12) He don't have a shirt.</a:t>
            </a:r>
          </a:p>
          <a:p>
            <a:pPr rtl="0" algn="l">
              <a:spcAft>
                <a:spcPts val="800"/>
              </a:spcAft>
            </a:pPr>
            <a:r>
              <a:rPr sz="1800" b="0" i="0" lang="en-US">
                <a:solidFill>
                  <a:srgbClr val="1C2333"/>
                </a:solidFill>
                <a:latin typeface="Segoe UI"/>
              </a:rPr>
              <a:t>13) You doesn't have a camera.</a:t>
            </a:r>
          </a:p>
          <a:p>
            <a:pPr rtl="0" algn="l">
              <a:spcAft>
                <a:spcPts val="800"/>
              </a:spcAft>
            </a:pPr>
            <a:r>
              <a:rPr sz="1800" b="0" i="0" lang="en-US">
                <a:solidFill>
                  <a:srgbClr val="1C2333"/>
                </a:solidFill>
                <a:latin typeface="Segoe UI"/>
              </a:rPr>
              <a:t>14) Do they has a bag?</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My mum doesn't has a car.</a:t>
            </a:r>
          </a:p>
          <a:p>
            <a:pPr lvl="1" rtl="0" algn="l">
              <a:spcAft>
                <a:spcPts val="700"/>
              </a:spcAft>
            </a:pPr>
            <a:r>
              <a:rPr sz="1600" b="1" i="0" lang="en-US">
                <a:solidFill>
                  <a:srgbClr val="0F7A3D"/>
                </a:solidFill>
                <a:latin typeface="Segoe UI"/>
              </a:rPr>
              <a:t>✔ My mum doesn't have a car.</a:t>
            </a:r>
          </a:p>
          <a:p>
            <a:pPr rtl="0" algn="l">
              <a:spcAft>
                <a:spcPts val="300"/>
              </a:spcAft>
            </a:pPr>
            <a:r>
              <a:rPr sz="1700" b="0" i="0" lang="en-US">
                <a:solidFill>
                  <a:srgbClr val="1C2333"/>
                </a:solidFill>
                <a:latin typeface="Segoe UI"/>
              </a:rPr>
              <a:t>9) Lions doesn't have meat.</a:t>
            </a:r>
          </a:p>
          <a:p>
            <a:pPr lvl="1" rtl="0" algn="l">
              <a:spcAft>
                <a:spcPts val="700"/>
              </a:spcAft>
            </a:pPr>
            <a:r>
              <a:rPr sz="1600" b="1" i="0" lang="en-US">
                <a:solidFill>
                  <a:srgbClr val="0F7A3D"/>
                </a:solidFill>
                <a:latin typeface="Segoe UI"/>
              </a:rPr>
              <a:t>✔ Lions don't have meat.</a:t>
            </a:r>
          </a:p>
          <a:p>
            <a:pPr rtl="0" algn="l">
              <a:spcAft>
                <a:spcPts val="300"/>
              </a:spcAft>
            </a:pPr>
            <a:r>
              <a:rPr sz="1700" b="0" i="0" lang="en-US">
                <a:solidFill>
                  <a:srgbClr val="1C2333"/>
                </a:solidFill>
                <a:latin typeface="Segoe UI"/>
              </a:rPr>
              <a:t>10) They doesn't have pens.</a:t>
            </a:r>
          </a:p>
          <a:p>
            <a:pPr lvl="1" rtl="0" algn="l">
              <a:spcAft>
                <a:spcPts val="700"/>
              </a:spcAft>
            </a:pPr>
            <a:r>
              <a:rPr sz="1600" b="1" i="0" lang="en-US">
                <a:solidFill>
                  <a:srgbClr val="0F7A3D"/>
                </a:solidFill>
                <a:latin typeface="Segoe UI"/>
              </a:rPr>
              <a:t>✔ They don't have pens.</a:t>
            </a:r>
          </a:p>
          <a:p>
            <a:pPr rtl="0" algn="l">
              <a:spcAft>
                <a:spcPts val="300"/>
              </a:spcAft>
            </a:pPr>
            <a:r>
              <a:rPr sz="1700" b="0" i="0" lang="en-US">
                <a:solidFill>
                  <a:srgbClr val="1C2333"/>
                </a:solidFill>
                <a:latin typeface="Segoe UI"/>
              </a:rPr>
              <a:t>11) Camels has strong legs.</a:t>
            </a:r>
          </a:p>
          <a:p>
            <a:pPr lvl="1" rtl="0" algn="l">
              <a:spcAft>
                <a:spcPts val="700"/>
              </a:spcAft>
            </a:pPr>
            <a:r>
              <a:rPr sz="1600" b="1" i="0" lang="en-US">
                <a:solidFill>
                  <a:srgbClr val="0F7A3D"/>
                </a:solidFill>
                <a:latin typeface="Segoe UI"/>
              </a:rPr>
              <a:t>✔ Camels have strong legs.</a:t>
            </a:r>
          </a:p>
          <a:p>
            <a:pPr rtl="0" algn="l">
              <a:spcAft>
                <a:spcPts val="300"/>
              </a:spcAft>
            </a:pPr>
            <a:r>
              <a:rPr sz="1700" b="0" i="0" lang="en-US">
                <a:solidFill>
                  <a:srgbClr val="1C2333"/>
                </a:solidFill>
                <a:latin typeface="Segoe UI"/>
              </a:rPr>
              <a:t>12) He don't have a shirt.</a:t>
            </a:r>
          </a:p>
          <a:p>
            <a:pPr lvl="1" rtl="0" algn="l">
              <a:spcAft>
                <a:spcPts val="700"/>
              </a:spcAft>
            </a:pPr>
            <a:r>
              <a:rPr sz="1600" b="1" i="0" lang="en-US">
                <a:solidFill>
                  <a:srgbClr val="0F7A3D"/>
                </a:solidFill>
                <a:latin typeface="Segoe UI"/>
              </a:rPr>
              <a:t>✔ He doesn't have a shirt.</a:t>
            </a:r>
          </a:p>
          <a:p>
            <a:pPr rtl="0" algn="l">
              <a:spcAft>
                <a:spcPts val="300"/>
              </a:spcAft>
            </a:pPr>
            <a:r>
              <a:rPr sz="1700" b="0" i="0" lang="en-US">
                <a:solidFill>
                  <a:srgbClr val="1C2333"/>
                </a:solidFill>
                <a:latin typeface="Segoe UI"/>
              </a:rPr>
              <a:t>13) You doesn't have a camera.</a:t>
            </a:r>
          </a:p>
          <a:p>
            <a:pPr lvl="1" rtl="0" algn="l">
              <a:spcAft>
                <a:spcPts val="700"/>
              </a:spcAft>
            </a:pPr>
            <a:r>
              <a:rPr sz="1600" b="1" i="0" lang="en-US">
                <a:solidFill>
                  <a:srgbClr val="0F7A3D"/>
                </a:solidFill>
                <a:latin typeface="Segoe UI"/>
              </a:rPr>
              <a:t>✔ You don't have a camera.</a:t>
            </a:r>
          </a:p>
          <a:p>
            <a:pPr rtl="0" algn="l">
              <a:spcAft>
                <a:spcPts val="300"/>
              </a:spcAft>
            </a:pPr>
            <a:r>
              <a:rPr sz="1700" b="0" i="0" lang="en-US">
                <a:solidFill>
                  <a:srgbClr val="1C2333"/>
                </a:solidFill>
                <a:latin typeface="Segoe UI"/>
              </a:rPr>
              <a:t>14) Do they has a bag?</a:t>
            </a:r>
          </a:p>
          <a:p>
            <a:pPr lvl="1" rtl="0" algn="l">
              <a:spcAft>
                <a:spcPts val="700"/>
              </a:spcAft>
            </a:pPr>
            <a:r>
              <a:rPr sz="1600" b="1" i="0" lang="en-US">
                <a:solidFill>
                  <a:srgbClr val="0F7A3D"/>
                </a:solidFill>
                <a:latin typeface="Segoe UI"/>
              </a:rPr>
              <a:t>✔ Do they have a bag?</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Does it has milk?</a:t>
            </a:r>
          </a:p>
          <a:p>
            <a:pPr rtl="0" algn="l">
              <a:spcAft>
                <a:spcPts val="800"/>
              </a:spcAft>
            </a:pPr>
            <a:r>
              <a:rPr sz="1800" b="0" i="0" lang="en-US">
                <a:solidFill>
                  <a:srgbClr val="1C2333"/>
                </a:solidFill>
                <a:latin typeface="Segoe UI"/>
              </a:rPr>
              <a:t>16) Does she has a skirt?</a:t>
            </a:r>
          </a:p>
          <a:p>
            <a:pPr rtl="0" algn="l">
              <a:spcAft>
                <a:spcPts val="800"/>
              </a:spcAft>
            </a:pPr>
            <a:r>
              <a:rPr sz="1800" b="0" i="0" lang="en-US">
                <a:solidFill>
                  <a:srgbClr val="1C2333"/>
                </a:solidFill>
                <a:latin typeface="Segoe UI"/>
              </a:rPr>
              <a:t>17) You do have a bird?</a:t>
            </a:r>
          </a:p>
          <a:p>
            <a:pPr rtl="0" algn="l">
              <a:spcAft>
                <a:spcPts val="800"/>
              </a:spcAft>
            </a:pPr>
            <a:r>
              <a:rPr sz="1800" b="0" i="0" lang="en-US">
                <a:solidFill>
                  <a:srgbClr val="1C2333"/>
                </a:solidFill>
                <a:latin typeface="Segoe UI"/>
              </a:rPr>
              <a:t>18) She have doesn't a dress.</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H)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Does it has milk?</a:t>
            </a:r>
          </a:p>
          <a:p>
            <a:pPr lvl="1" rtl="0" algn="l">
              <a:spcAft>
                <a:spcPts val="700"/>
              </a:spcAft>
            </a:pPr>
            <a:r>
              <a:rPr sz="1600" b="1" i="0" lang="en-US">
                <a:solidFill>
                  <a:srgbClr val="0F7A3D"/>
                </a:solidFill>
                <a:latin typeface="Segoe UI"/>
              </a:rPr>
              <a:t>✔ Does it have milk?</a:t>
            </a:r>
          </a:p>
          <a:p>
            <a:pPr rtl="0" algn="l">
              <a:spcAft>
                <a:spcPts val="300"/>
              </a:spcAft>
            </a:pPr>
            <a:r>
              <a:rPr sz="1700" b="0" i="0" lang="en-US">
                <a:solidFill>
                  <a:srgbClr val="1C2333"/>
                </a:solidFill>
                <a:latin typeface="Segoe UI"/>
              </a:rPr>
              <a:t>16) Does she has a skirt?</a:t>
            </a:r>
          </a:p>
          <a:p>
            <a:pPr lvl="1" rtl="0" algn="l">
              <a:spcAft>
                <a:spcPts val="700"/>
              </a:spcAft>
            </a:pPr>
            <a:r>
              <a:rPr sz="1600" b="1" i="0" lang="en-US">
                <a:solidFill>
                  <a:srgbClr val="0F7A3D"/>
                </a:solidFill>
                <a:latin typeface="Segoe UI"/>
              </a:rPr>
              <a:t>✔ Does she have a skirt?</a:t>
            </a:r>
          </a:p>
          <a:p>
            <a:pPr rtl="0" algn="l">
              <a:spcAft>
                <a:spcPts val="300"/>
              </a:spcAft>
            </a:pPr>
            <a:r>
              <a:rPr sz="1700" b="0" i="0" lang="en-US">
                <a:solidFill>
                  <a:srgbClr val="1C2333"/>
                </a:solidFill>
                <a:latin typeface="Segoe UI"/>
              </a:rPr>
              <a:t>17) You do have a bird?</a:t>
            </a:r>
          </a:p>
          <a:p>
            <a:pPr lvl="1" rtl="0" algn="l">
              <a:spcAft>
                <a:spcPts val="700"/>
              </a:spcAft>
            </a:pPr>
            <a:r>
              <a:rPr sz="1600" b="1" i="0" lang="en-US">
                <a:solidFill>
                  <a:srgbClr val="0F7A3D"/>
                </a:solidFill>
                <a:latin typeface="Segoe UI"/>
              </a:rPr>
              <a:t>✔ Do you have a bird?</a:t>
            </a:r>
          </a:p>
          <a:p>
            <a:pPr rtl="0" algn="l">
              <a:spcAft>
                <a:spcPts val="300"/>
              </a:spcAft>
            </a:pPr>
            <a:r>
              <a:rPr sz="1700" b="0" i="0" lang="en-US">
                <a:solidFill>
                  <a:srgbClr val="1C2333"/>
                </a:solidFill>
                <a:latin typeface="Segoe UI"/>
              </a:rPr>
              <a:t>18) She have doesn't a dress.</a:t>
            </a:r>
          </a:p>
          <a:p>
            <a:pPr lvl="1" rtl="0" algn="l">
              <a:spcAft>
                <a:spcPts val="700"/>
              </a:spcAft>
            </a:pPr>
            <a:r>
              <a:rPr sz="1600" b="1" i="0" lang="en-US">
                <a:solidFill>
                  <a:srgbClr val="0F7A3D"/>
                </a:solidFill>
                <a:latin typeface="Segoe UI"/>
              </a:rPr>
              <a:t>✔ She doesn't have a dress.</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have a camera. (She)</a:t>
            </a:r>
          </a:p>
          <a:p>
            <a:pPr rtl="0" algn="l">
              <a:spcAft>
                <a:spcPts val="800"/>
              </a:spcAft>
            </a:pPr>
            <a:r>
              <a:rPr sz="1800" b="0" i="0" lang="en-US">
                <a:solidFill>
                  <a:srgbClr val="1C2333"/>
                </a:solidFill>
                <a:latin typeface="Segoe UI"/>
              </a:rPr>
              <a:t>2) You have blue eyes. (He)</a:t>
            </a:r>
          </a:p>
          <a:p>
            <a:pPr rtl="0" algn="l">
              <a:spcAft>
                <a:spcPts val="800"/>
              </a:spcAft>
            </a:pPr>
            <a:r>
              <a:rPr sz="1800" b="0" i="0" lang="en-US">
                <a:solidFill>
                  <a:srgbClr val="1C2333"/>
                </a:solidFill>
                <a:latin typeface="Segoe UI"/>
              </a:rPr>
              <a:t>3) They have a new house. (My father)</a:t>
            </a:r>
          </a:p>
          <a:p>
            <a:pPr rtl="0" algn="l">
              <a:spcAft>
                <a:spcPts val="800"/>
              </a:spcAft>
            </a:pPr>
            <a:r>
              <a:rPr sz="1800" b="0" i="0" lang="en-US">
                <a:solidFill>
                  <a:srgbClr val="1C2333"/>
                </a:solidFill>
                <a:latin typeface="Segoe UI"/>
              </a:rPr>
              <a:t>4) We don't have books. (She)</a:t>
            </a:r>
          </a:p>
          <a:p>
            <a:pPr rtl="0" algn="l">
              <a:spcAft>
                <a:spcPts val="800"/>
              </a:spcAft>
            </a:pPr>
            <a:r>
              <a:rPr sz="1800" b="0" i="0" lang="en-US">
                <a:solidFill>
                  <a:srgbClr val="1C2333"/>
                </a:solidFill>
                <a:latin typeface="Segoe UI"/>
              </a:rPr>
              <a:t>5) Lions have strong teeth. (A lion)</a:t>
            </a:r>
          </a:p>
          <a:p>
            <a:pPr rtl="0" algn="l">
              <a:spcAft>
                <a:spcPts val="800"/>
              </a:spcAft>
            </a:pPr>
            <a:r>
              <a:rPr sz="1800" b="0" i="0" lang="en-US">
                <a:solidFill>
                  <a:srgbClr val="1C2333"/>
                </a:solidFill>
                <a:latin typeface="Segoe UI"/>
              </a:rPr>
              <a:t>6) I don't have a shirt. (He)</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have a camera. (She)</a:t>
            </a:r>
          </a:p>
          <a:p>
            <a:pPr lvl="1" rtl="0" algn="l">
              <a:spcAft>
                <a:spcPts val="700"/>
              </a:spcAft>
            </a:pPr>
            <a:r>
              <a:rPr sz="1600" b="1" i="0" lang="en-US">
                <a:solidFill>
                  <a:srgbClr val="0F7A3D"/>
                </a:solidFill>
                <a:latin typeface="Segoe UI"/>
              </a:rPr>
              <a:t>✔ She has a camera.</a:t>
            </a:r>
          </a:p>
          <a:p>
            <a:pPr rtl="0" algn="l">
              <a:spcAft>
                <a:spcPts val="300"/>
              </a:spcAft>
            </a:pPr>
            <a:r>
              <a:rPr sz="1700" b="0" i="0" lang="en-US">
                <a:solidFill>
                  <a:srgbClr val="1C2333"/>
                </a:solidFill>
                <a:latin typeface="Segoe UI"/>
              </a:rPr>
              <a:t>2) You have blue eyes. (He)</a:t>
            </a:r>
          </a:p>
          <a:p>
            <a:pPr lvl="1" rtl="0" algn="l">
              <a:spcAft>
                <a:spcPts val="700"/>
              </a:spcAft>
            </a:pPr>
            <a:r>
              <a:rPr sz="1600" b="1" i="0" lang="en-US">
                <a:solidFill>
                  <a:srgbClr val="0F7A3D"/>
                </a:solidFill>
                <a:latin typeface="Segoe UI"/>
              </a:rPr>
              <a:t>✔ He has blue eyes.</a:t>
            </a:r>
          </a:p>
          <a:p>
            <a:pPr rtl="0" algn="l">
              <a:spcAft>
                <a:spcPts val="300"/>
              </a:spcAft>
            </a:pPr>
            <a:r>
              <a:rPr sz="1700" b="0" i="0" lang="en-US">
                <a:solidFill>
                  <a:srgbClr val="1C2333"/>
                </a:solidFill>
                <a:latin typeface="Segoe UI"/>
              </a:rPr>
              <a:t>3) They have a new house. (My father)</a:t>
            </a:r>
          </a:p>
          <a:p>
            <a:pPr lvl="1" rtl="0" algn="l">
              <a:spcAft>
                <a:spcPts val="700"/>
              </a:spcAft>
            </a:pPr>
            <a:r>
              <a:rPr sz="1600" b="1" i="0" lang="en-US">
                <a:solidFill>
                  <a:srgbClr val="0F7A3D"/>
                </a:solidFill>
                <a:latin typeface="Segoe UI"/>
              </a:rPr>
              <a:t>✔ My father has a new house.</a:t>
            </a:r>
          </a:p>
          <a:p>
            <a:pPr rtl="0" algn="l">
              <a:spcAft>
                <a:spcPts val="300"/>
              </a:spcAft>
            </a:pPr>
            <a:r>
              <a:rPr sz="1700" b="0" i="0" lang="en-US">
                <a:solidFill>
                  <a:srgbClr val="1C2333"/>
                </a:solidFill>
                <a:latin typeface="Segoe UI"/>
              </a:rPr>
              <a:t>4) We don't have books. (She)</a:t>
            </a:r>
          </a:p>
          <a:p>
            <a:pPr lvl="1" rtl="0" algn="l">
              <a:spcAft>
                <a:spcPts val="700"/>
              </a:spcAft>
            </a:pPr>
            <a:r>
              <a:rPr sz="1600" b="1" i="0" lang="en-US">
                <a:solidFill>
                  <a:srgbClr val="0F7A3D"/>
                </a:solidFill>
                <a:latin typeface="Segoe UI"/>
              </a:rPr>
              <a:t>✔ She doesn't have books.</a:t>
            </a:r>
          </a:p>
          <a:p>
            <a:pPr rtl="0" algn="l">
              <a:spcAft>
                <a:spcPts val="300"/>
              </a:spcAft>
            </a:pPr>
            <a:r>
              <a:rPr sz="1700" b="0" i="0" lang="en-US">
                <a:solidFill>
                  <a:srgbClr val="1C2333"/>
                </a:solidFill>
                <a:latin typeface="Segoe UI"/>
              </a:rPr>
              <a:t>5) Lions have strong teeth. (A lion)</a:t>
            </a:r>
          </a:p>
          <a:p>
            <a:pPr lvl="1" rtl="0" algn="l">
              <a:spcAft>
                <a:spcPts val="700"/>
              </a:spcAft>
            </a:pPr>
            <a:r>
              <a:rPr sz="1600" b="1" i="0" lang="en-US">
                <a:solidFill>
                  <a:srgbClr val="0F7A3D"/>
                </a:solidFill>
                <a:latin typeface="Segoe UI"/>
              </a:rPr>
              <a:t>✔ A lion has strong teeth.</a:t>
            </a:r>
          </a:p>
          <a:p>
            <a:pPr rtl="0" algn="l">
              <a:spcAft>
                <a:spcPts val="300"/>
              </a:spcAft>
            </a:pPr>
            <a:r>
              <a:rPr sz="1700" b="0" i="0" lang="en-US">
                <a:solidFill>
                  <a:srgbClr val="1C2333"/>
                </a:solidFill>
                <a:latin typeface="Segoe UI"/>
              </a:rPr>
              <a:t>6) I don't have a shirt. (He)</a:t>
            </a:r>
          </a:p>
          <a:p>
            <a:pPr lvl="1" rtl="0" algn="l">
              <a:spcAft>
                <a:spcPts val="700"/>
              </a:spcAft>
            </a:pPr>
            <a:r>
              <a:rPr sz="1600" b="1" i="0" lang="en-US">
                <a:solidFill>
                  <a:srgbClr val="0F7A3D"/>
                </a:solidFill>
                <a:latin typeface="Segoe UI"/>
              </a:rPr>
              <a:t>✔ He doesn't have a shirt.</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parents have glasses. (My mum)</a:t>
            </a:r>
          </a:p>
          <a:p>
            <a:pPr rtl="0" algn="l">
              <a:spcAft>
                <a:spcPts val="800"/>
              </a:spcAft>
            </a:pPr>
            <a:r>
              <a:rPr sz="1800" b="0" i="0" lang="en-US">
                <a:solidFill>
                  <a:srgbClr val="1C2333"/>
                </a:solidFill>
                <a:latin typeface="Segoe UI"/>
              </a:rPr>
              <a:t>8) Rody has a toy. (They)</a:t>
            </a:r>
          </a:p>
          <a:p>
            <a:pPr rtl="0" algn="l">
              <a:spcAft>
                <a:spcPts val="800"/>
              </a:spcAft>
            </a:pPr>
            <a:r>
              <a:rPr sz="1800" b="0" i="0" lang="en-US">
                <a:solidFill>
                  <a:srgbClr val="1C2333"/>
                </a:solidFill>
                <a:latin typeface="Segoe UI"/>
              </a:rPr>
              <a:t>9) My brother has a camera. (not)</a:t>
            </a:r>
          </a:p>
          <a:p>
            <a:pPr rtl="0" algn="l">
              <a:spcAft>
                <a:spcPts val="800"/>
              </a:spcAft>
            </a:pPr>
            <a:r>
              <a:rPr sz="1800" b="0" i="0" lang="en-US">
                <a:solidFill>
                  <a:srgbClr val="1C2333"/>
                </a:solidFill>
                <a:latin typeface="Segoe UI"/>
              </a:rPr>
              <a:t>10) Birds have two wings. (A bird)</a:t>
            </a:r>
          </a:p>
          <a:p>
            <a:pPr rtl="0" algn="l">
              <a:spcAft>
                <a:spcPts val="800"/>
              </a:spcAft>
            </a:pPr>
            <a:r>
              <a:rPr sz="1800" b="0" i="0" lang="en-US">
                <a:solidFill>
                  <a:srgbClr val="1C2333"/>
                </a:solidFill>
                <a:latin typeface="Segoe UI"/>
              </a:rPr>
              <a:t>11) I have blue eyes. (?)</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I) Rewrite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parents have glasses. (My mum)</a:t>
            </a:r>
          </a:p>
          <a:p>
            <a:pPr lvl="1" rtl="0" algn="l">
              <a:spcAft>
                <a:spcPts val="700"/>
              </a:spcAft>
            </a:pPr>
            <a:r>
              <a:rPr sz="1600" b="1" i="0" lang="en-US">
                <a:solidFill>
                  <a:srgbClr val="0F7A3D"/>
                </a:solidFill>
                <a:latin typeface="Segoe UI"/>
              </a:rPr>
              <a:t>✔ My mum has glasses.</a:t>
            </a:r>
          </a:p>
          <a:p>
            <a:pPr rtl="0" algn="l">
              <a:spcAft>
                <a:spcPts val="300"/>
              </a:spcAft>
            </a:pPr>
            <a:r>
              <a:rPr sz="1700" b="0" i="0" lang="en-US">
                <a:solidFill>
                  <a:srgbClr val="1C2333"/>
                </a:solidFill>
                <a:latin typeface="Segoe UI"/>
              </a:rPr>
              <a:t>8) Rody has a toy. (They)</a:t>
            </a:r>
          </a:p>
          <a:p>
            <a:pPr lvl="1" rtl="0" algn="l">
              <a:spcAft>
                <a:spcPts val="700"/>
              </a:spcAft>
            </a:pPr>
            <a:r>
              <a:rPr sz="1600" b="1" i="0" lang="en-US">
                <a:solidFill>
                  <a:srgbClr val="0F7A3D"/>
                </a:solidFill>
                <a:latin typeface="Segoe UI"/>
              </a:rPr>
              <a:t>✔ They have a toy.</a:t>
            </a:r>
          </a:p>
          <a:p>
            <a:pPr rtl="0" algn="l">
              <a:spcAft>
                <a:spcPts val="300"/>
              </a:spcAft>
            </a:pPr>
            <a:r>
              <a:rPr sz="1700" b="0" i="0" lang="en-US">
                <a:solidFill>
                  <a:srgbClr val="1C2333"/>
                </a:solidFill>
                <a:latin typeface="Segoe UI"/>
              </a:rPr>
              <a:t>9) My brother has a camera. (not)</a:t>
            </a:r>
          </a:p>
          <a:p>
            <a:pPr lvl="1" rtl="0" algn="l">
              <a:spcAft>
                <a:spcPts val="700"/>
              </a:spcAft>
            </a:pPr>
            <a:r>
              <a:rPr sz="1600" b="1" i="0" lang="en-US">
                <a:solidFill>
                  <a:srgbClr val="0F7A3D"/>
                </a:solidFill>
                <a:latin typeface="Segoe UI"/>
              </a:rPr>
              <a:t>✔ My brother doesn't have a camera.</a:t>
            </a:r>
          </a:p>
          <a:p>
            <a:pPr rtl="0" algn="l">
              <a:spcAft>
                <a:spcPts val="300"/>
              </a:spcAft>
            </a:pPr>
            <a:r>
              <a:rPr sz="1700" b="0" i="0" lang="en-US">
                <a:solidFill>
                  <a:srgbClr val="1C2333"/>
                </a:solidFill>
                <a:latin typeface="Segoe UI"/>
              </a:rPr>
              <a:t>10) Birds have two wings. (A bird)</a:t>
            </a:r>
          </a:p>
          <a:p>
            <a:pPr lvl="1" rtl="0" algn="l">
              <a:spcAft>
                <a:spcPts val="700"/>
              </a:spcAft>
            </a:pPr>
            <a:r>
              <a:rPr sz="1600" b="1" i="0" lang="en-US">
                <a:solidFill>
                  <a:srgbClr val="0F7A3D"/>
                </a:solidFill>
                <a:latin typeface="Segoe UI"/>
              </a:rPr>
              <a:t>✔ A bird has two wings.</a:t>
            </a:r>
          </a:p>
          <a:p>
            <a:pPr rtl="0" algn="l">
              <a:spcAft>
                <a:spcPts val="300"/>
              </a:spcAft>
            </a:pPr>
            <a:r>
              <a:rPr sz="1700" b="0" i="0" lang="en-US">
                <a:solidFill>
                  <a:srgbClr val="1C2333"/>
                </a:solidFill>
                <a:latin typeface="Segoe UI"/>
              </a:rPr>
              <a:t>11) I have blue eyes. (?)</a:t>
            </a:r>
          </a:p>
          <a:p>
            <a:pPr lvl="1" rtl="0" algn="l">
              <a:spcAft>
                <a:spcPts val="700"/>
              </a:spcAft>
            </a:pPr>
            <a:r>
              <a:rPr sz="1600" b="1" i="0" lang="en-US">
                <a:solidFill>
                  <a:srgbClr val="0F7A3D"/>
                </a:solidFill>
                <a:latin typeface="Segoe UI"/>
              </a:rPr>
              <a:t>✔ Do you have blue eyes?</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She …… a beautiful dress.   (have – has – is)</a:t>
            </a:r>
          </a:p>
          <a:p>
            <a:pPr rtl="0" algn="l">
              <a:spcAft>
                <a:spcPts val="800"/>
              </a:spcAft>
            </a:pPr>
            <a:r>
              <a:rPr sz="1800" b="0" i="0" lang="en-US">
                <a:solidFill>
                  <a:srgbClr val="1C2333"/>
                </a:solidFill>
                <a:latin typeface="Segoe UI"/>
              </a:rPr>
              <a:t>2) …… you got any question?   (Is – Do – Does)</a:t>
            </a:r>
          </a:p>
          <a:p>
            <a:pPr rtl="0" algn="l">
              <a:spcAft>
                <a:spcPts val="800"/>
              </a:spcAft>
            </a:pPr>
            <a:r>
              <a:rPr sz="1800" b="0" i="0" lang="en-US">
                <a:solidFill>
                  <a:srgbClr val="1C2333"/>
                </a:solidFill>
                <a:latin typeface="Segoe UI"/>
              </a:rPr>
              <a:t>3) I …… a big family.   (have – is – has)</a:t>
            </a:r>
          </a:p>
          <a:p>
            <a:pPr rtl="0" algn="l">
              <a:spcAft>
                <a:spcPts val="800"/>
              </a:spcAft>
            </a:pPr>
            <a:r>
              <a:rPr sz="1800" b="0" i="0" lang="en-US">
                <a:solidFill>
                  <a:srgbClr val="1C2333"/>
                </a:solidFill>
                <a:latin typeface="Segoe UI"/>
              </a:rPr>
              <a:t>4) He …… a bike.   (don't have – doesn't have – isn't have)</a:t>
            </a:r>
          </a:p>
          <a:p>
            <a:pPr rtl="0" algn="l">
              <a:spcAft>
                <a:spcPts val="800"/>
              </a:spcAft>
            </a:pPr>
            <a:r>
              <a:rPr sz="1800" b="0" i="0" lang="en-US">
                <a:solidFill>
                  <a:srgbClr val="1C2333"/>
                </a:solidFill>
                <a:latin typeface="Segoe UI"/>
              </a:rPr>
              <a:t>5) My parents …… a car.   (have – has – was)</a:t>
            </a:r>
          </a:p>
          <a:p>
            <a:pPr rtl="0" algn="l">
              <a:spcAft>
                <a:spcPts val="800"/>
              </a:spcAft>
            </a:pPr>
            <a:r>
              <a:rPr sz="1800" b="0" i="0" lang="en-US">
                <a:solidFill>
                  <a:srgbClr val="1C2333"/>
                </a:solidFill>
                <a:latin typeface="Segoe UI"/>
              </a:rPr>
              <a:t>6) …… he have a pen?   (Do – Is – Does)</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She …… a beautiful dress.   (have – has – is)</a:t>
            </a:r>
          </a:p>
          <a:p>
            <a:pPr lvl="1" rtl="0" algn="l">
              <a:spcAft>
                <a:spcPts val="700"/>
              </a:spcAft>
            </a:pPr>
            <a:r>
              <a:rPr sz="1600" b="1" i="0" lang="en-US">
                <a:solidFill>
                  <a:srgbClr val="0F7A3D"/>
                </a:solidFill>
                <a:latin typeface="Segoe UI"/>
              </a:rPr>
              <a:t>✔ has</a:t>
            </a:r>
          </a:p>
          <a:p>
            <a:pPr rtl="0" algn="l">
              <a:spcAft>
                <a:spcPts val="300"/>
              </a:spcAft>
            </a:pPr>
            <a:r>
              <a:rPr sz="1700" b="0" i="0" lang="en-US">
                <a:solidFill>
                  <a:srgbClr val="1C2333"/>
                </a:solidFill>
                <a:latin typeface="Segoe UI"/>
              </a:rPr>
              <a:t>2) …… you got any question?   (Is – Do – Does)</a:t>
            </a:r>
          </a:p>
          <a:p>
            <a:pPr lvl="1" rtl="0" algn="l">
              <a:spcAft>
                <a:spcPts val="700"/>
              </a:spcAft>
            </a:pPr>
            <a:r>
              <a:rPr sz="1600" b="1" i="0" lang="en-US">
                <a:solidFill>
                  <a:srgbClr val="0F7A3D"/>
                </a:solidFill>
                <a:latin typeface="Segoe UI"/>
              </a:rPr>
              <a:t>✔ Do</a:t>
            </a:r>
          </a:p>
          <a:p>
            <a:pPr rtl="0" algn="l">
              <a:spcAft>
                <a:spcPts val="300"/>
              </a:spcAft>
            </a:pPr>
            <a:r>
              <a:rPr sz="1700" b="0" i="0" lang="en-US">
                <a:solidFill>
                  <a:srgbClr val="1C2333"/>
                </a:solidFill>
                <a:latin typeface="Segoe UI"/>
              </a:rPr>
              <a:t>3) I …… a big family.   (have – is – has)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4) He …… a bike.   (don't have – doesn't have – isn't have)</a:t>
            </a:r>
          </a:p>
          <a:p>
            <a:pPr lvl="1" rtl="0" algn="l">
              <a:spcAft>
                <a:spcPts val="700"/>
              </a:spcAft>
            </a:pPr>
            <a:r>
              <a:rPr sz="1600" b="1" i="0" lang="en-US">
                <a:solidFill>
                  <a:srgbClr val="0F7A3D"/>
                </a:solidFill>
                <a:latin typeface="Segoe UI"/>
              </a:rPr>
              <a:t>✔ doesn't have</a:t>
            </a:r>
          </a:p>
          <a:p>
            <a:pPr rtl="0" algn="l">
              <a:spcAft>
                <a:spcPts val="300"/>
              </a:spcAft>
            </a:pPr>
            <a:r>
              <a:rPr sz="1700" b="0" i="0" lang="en-US">
                <a:solidFill>
                  <a:srgbClr val="1C2333"/>
                </a:solidFill>
                <a:latin typeface="Segoe UI"/>
              </a:rPr>
              <a:t>5) My parents …… a car.   (have – has – was)</a:t>
            </a:r>
          </a:p>
          <a:p>
            <a:pPr lvl="1" rtl="0" algn="l">
              <a:spcAft>
                <a:spcPts val="700"/>
              </a:spcAft>
            </a:pPr>
            <a:r>
              <a:rPr sz="1600" b="1" i="0" lang="en-US">
                <a:solidFill>
                  <a:srgbClr val="0F7A3D"/>
                </a:solidFill>
                <a:latin typeface="Segoe UI"/>
              </a:rPr>
              <a:t>✔ have</a:t>
            </a:r>
          </a:p>
          <a:p>
            <a:pPr rtl="0" algn="l">
              <a:spcAft>
                <a:spcPts val="300"/>
              </a:spcAft>
            </a:pPr>
            <a:r>
              <a:rPr sz="1700" b="0" i="0" lang="en-US">
                <a:solidFill>
                  <a:srgbClr val="1C2333"/>
                </a:solidFill>
                <a:latin typeface="Segoe UI"/>
              </a:rPr>
              <a:t>6) …… he have a pen?   (Do – Is – Does)</a:t>
            </a:r>
          </a:p>
          <a:p>
            <a:pPr lvl="1" rtl="0" algn="l">
              <a:spcAft>
                <a:spcPts val="700"/>
              </a:spcAft>
            </a:pPr>
            <a:r>
              <a:rPr sz="1600" b="1" i="0" lang="en-US">
                <a:solidFill>
                  <a:srgbClr val="0F7A3D"/>
                </a:solidFill>
                <a:latin typeface="Segoe UI"/>
              </a:rPr>
              <a:t>✔ Does</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We …… have any milk.   (doesn't – don't – weren't)</a:t>
            </a:r>
          </a:p>
          <a:p>
            <a:pPr rtl="0" algn="l">
              <a:spcAft>
                <a:spcPts val="800"/>
              </a:spcAft>
            </a:pPr>
            <a:r>
              <a:rPr sz="1800" b="0" i="0" lang="en-US">
                <a:solidFill>
                  <a:srgbClr val="1C2333"/>
                </a:solidFill>
                <a:latin typeface="Segoe UI"/>
              </a:rPr>
              <a:t>8) What …… you have for breakfast?   (do – does – is)</a:t>
            </a:r>
          </a:p>
          <a:p>
            <a:pPr rtl="0" algn="l">
              <a:spcAft>
                <a:spcPts val="800"/>
              </a:spcAft>
            </a:pPr>
            <a:r>
              <a:rPr sz="1800" b="0" i="0" lang="en-US">
                <a:solidFill>
                  <a:srgbClr val="1C2333"/>
                </a:solidFill>
                <a:latin typeface="Segoe UI"/>
              </a:rPr>
              <a:t>9) …… he have a bike?   (Does – Do – Is)</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J) Choose the correct answer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We …… have any milk.   (doesn't – don't – weren't)</a:t>
            </a:r>
          </a:p>
          <a:p>
            <a:pPr lvl="1" rtl="0" algn="l">
              <a:spcAft>
                <a:spcPts val="700"/>
              </a:spcAft>
            </a:pPr>
            <a:r>
              <a:rPr sz="1600" b="1" i="0" lang="en-US">
                <a:solidFill>
                  <a:srgbClr val="0F7A3D"/>
                </a:solidFill>
                <a:latin typeface="Segoe UI"/>
              </a:rPr>
              <a:t>✔ don't</a:t>
            </a:r>
          </a:p>
          <a:p>
            <a:pPr rtl="0" algn="l">
              <a:spcAft>
                <a:spcPts val="300"/>
              </a:spcAft>
            </a:pPr>
            <a:r>
              <a:rPr sz="1700" b="0" i="0" lang="en-US">
                <a:solidFill>
                  <a:srgbClr val="1C2333"/>
                </a:solidFill>
                <a:latin typeface="Segoe UI"/>
              </a:rPr>
              <a:t>8) What …… you have for breakfast?   (do – does – is)</a:t>
            </a:r>
          </a:p>
          <a:p>
            <a:pPr lvl="1" rtl="0" algn="l">
              <a:spcAft>
                <a:spcPts val="700"/>
              </a:spcAft>
            </a:pPr>
            <a:r>
              <a:rPr sz="1600" b="1" i="0" lang="en-US">
                <a:solidFill>
                  <a:srgbClr val="0F7A3D"/>
                </a:solidFill>
                <a:latin typeface="Segoe UI"/>
              </a:rPr>
              <a:t>✔ do</a:t>
            </a:r>
          </a:p>
          <a:p>
            <a:pPr rtl="0" algn="l">
              <a:spcAft>
                <a:spcPts val="300"/>
              </a:spcAft>
            </a:pPr>
            <a:r>
              <a:rPr sz="1700" b="0" i="0" lang="en-US">
                <a:solidFill>
                  <a:srgbClr val="1C2333"/>
                </a:solidFill>
                <a:latin typeface="Segoe UI"/>
              </a:rPr>
              <a:t>9) …… he have a bike?   (Does – Do – Is)</a:t>
            </a:r>
          </a:p>
          <a:p>
            <a:pPr lvl="1" rtl="0" algn="l">
              <a:spcAft>
                <a:spcPts val="700"/>
              </a:spcAft>
            </a:pPr>
            <a:r>
              <a:rPr sz="1600" b="1" i="0" lang="en-US">
                <a:solidFill>
                  <a:srgbClr val="0F7A3D"/>
                </a:solidFill>
                <a:latin typeface="Segoe UI"/>
              </a:rPr>
              <a:t>✔ Does</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Rody: What …… you have for breakfast?</a:t>
            </a:r>
          </a:p>
          <a:p>
            <a:pPr rtl="0" algn="l">
              <a:spcAft>
                <a:spcPts val="400"/>
              </a:spcAft>
            </a:pPr>
            <a:r>
              <a:rPr sz="1700" b="0" i="0" lang="en-US">
                <a:solidFill>
                  <a:srgbClr val="1C2333"/>
                </a:solidFill>
                <a:latin typeface="Segoe UI"/>
              </a:rPr>
              <a:t>Leen: I …… cheese and eggs.</a:t>
            </a:r>
          </a:p>
          <a:p>
            <a:pPr rtl="0" algn="l">
              <a:spcAft>
                <a:spcPts val="400"/>
              </a:spcAft>
            </a:pPr>
            <a:r>
              <a:rPr sz="1700" b="0" i="0" lang="en-US">
                <a:solidFill>
                  <a:srgbClr val="1C2333"/>
                </a:solidFill>
                <a:latin typeface="Segoe UI"/>
              </a:rPr>
              <a:t>Rody: Do you have coffee for breakfast?</a:t>
            </a:r>
          </a:p>
          <a:p>
            <a:pPr rtl="0" algn="l">
              <a:spcAft>
                <a:spcPts val="400"/>
              </a:spcAft>
            </a:pPr>
            <a:r>
              <a:rPr sz="1700" b="0" i="0" lang="en-US">
                <a:solidFill>
                  <a:srgbClr val="1C2333"/>
                </a:solidFill>
                <a:latin typeface="Segoe UI"/>
              </a:rPr>
              <a:t>Leen: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Rody: What do you have for breakfast?</a:t>
            </a:r>
          </a:p>
          <a:p>
            <a:pPr rtl="0" algn="l">
              <a:spcAft>
                <a:spcPts val="400"/>
              </a:spcAft>
            </a:pPr>
            <a:r>
              <a:rPr sz="1700" b="0" i="0" lang="en-US">
                <a:solidFill>
                  <a:srgbClr val="0F7A3D"/>
                </a:solidFill>
                <a:latin typeface="Segoe UI"/>
              </a:rPr>
              <a:t>Leen: I have cheese and eggs.</a:t>
            </a:r>
          </a:p>
          <a:p>
            <a:pPr rtl="0" algn="l">
              <a:spcAft>
                <a:spcPts val="400"/>
              </a:spcAft>
            </a:pPr>
            <a:r>
              <a:rPr sz="1700" b="0" i="0" lang="en-US">
                <a:solidFill>
                  <a:srgbClr val="0F7A3D"/>
                </a:solidFill>
                <a:latin typeface="Segoe UI"/>
              </a:rPr>
              <a:t>Rody: Do you have coffee for breakfast?</a:t>
            </a:r>
          </a:p>
          <a:p>
            <a:pPr rtl="0" algn="l">
              <a:spcAft>
                <a:spcPts val="400"/>
              </a:spcAft>
            </a:pPr>
            <a:r>
              <a:rPr sz="1700" b="0" i="0" lang="en-US">
                <a:solidFill>
                  <a:srgbClr val="0F7A3D"/>
                </a:solidFill>
                <a:latin typeface="Segoe UI"/>
              </a:rPr>
              <a:t>Leen: No, I don't. I have milk.</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2294"/>
                </a:solidFill>
                <a:latin typeface="Segoe UI"/>
              </a:rPr>
              <a:t>10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10 — Verb to have (have / has)</a:t>
            </a:r>
          </a:p>
          <a:p>
            <a:pPr rtl="0" algn="l"/>
            <a:r>
              <a:rPr sz="1400" b="0" i="0" lang="en-US">
                <a:solidFill>
                  <a:srgbClr val="DDE6F3"/>
                </a:solidFill>
                <a:latin typeface="Segoe UI"/>
              </a:rPr>
              <a:t>K)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Sara: How …… you?</a:t>
            </a:r>
          </a:p>
          <a:p>
            <a:pPr rtl="0" algn="l">
              <a:spcAft>
                <a:spcPts val="400"/>
              </a:spcAft>
            </a:pPr>
            <a:r>
              <a:rPr sz="1700" b="0" i="0" lang="en-US">
                <a:solidFill>
                  <a:srgbClr val="1C2333"/>
                </a:solidFill>
                <a:latin typeface="Segoe UI"/>
              </a:rPr>
              <a:t>Fatima: Fine, …… you.</a:t>
            </a:r>
          </a:p>
          <a:p>
            <a:pPr rtl="0" algn="l">
              <a:spcAft>
                <a:spcPts val="400"/>
              </a:spcAft>
            </a:pPr>
            <a:r>
              <a:rPr sz="1700" b="0" i="0" lang="en-US">
                <a:solidFill>
                  <a:srgbClr val="1C2333"/>
                </a:solidFill>
                <a:latin typeface="Segoe UI"/>
              </a:rPr>
              <a:t>Sara: …… you have a pen?</a:t>
            </a:r>
          </a:p>
          <a:p>
            <a:pPr rtl="0" algn="l">
              <a:spcAft>
                <a:spcPts val="400"/>
              </a:spcAft>
            </a:pPr>
            <a:r>
              <a:rPr sz="1700" b="0" i="0" lang="en-US">
                <a:solidFill>
                  <a:srgbClr val="1C2333"/>
                </a:solidFill>
                <a:latin typeface="Segoe UI"/>
              </a:rPr>
              <a:t>Fatima: Yes, I …… a pen.</a:t>
            </a:r>
          </a:p>
          <a:p>
            <a:pPr rtl="0" algn="l">
              <a:spcAft>
                <a:spcPts val="400"/>
              </a:spcAft>
            </a:pPr>
            <a:r>
              <a:rPr sz="1700" b="0" i="0" lang="en-US">
                <a:solidFill>
                  <a:srgbClr val="1C2333"/>
                </a:solidFill>
                <a:latin typeface="Segoe UI"/>
              </a:rPr>
              <a:t>Sara: How many pens do you …… ?</a:t>
            </a:r>
          </a:p>
          <a:p>
            <a:pPr rtl="0" algn="l">
              <a:spcAft>
                <a:spcPts val="400"/>
              </a:spcAft>
            </a:pPr>
            <a:r>
              <a:rPr sz="1700" b="0" i="0" lang="en-US">
                <a:solidFill>
                  <a:srgbClr val="1C2333"/>
                </a:solidFill>
                <a:latin typeface="Segoe UI"/>
              </a:rPr>
              <a:t>Fatima: I have 3 pens.</a:t>
            </a:r>
          </a:p>
          <a:p>
            <a:pPr rtl="0" algn="l">
              <a:spcAft>
                <a:spcPts val="400"/>
              </a:spcAft>
            </a:pPr>
            <a:r>
              <a:rPr sz="1700" b="0" i="0" lang="en-US">
                <a:solidFill>
                  <a:srgbClr val="1C2333"/>
                </a:solidFill>
                <a:latin typeface="Segoe UI"/>
              </a:rPr>
              <a:t>Sara: Thank you.</a:t>
            </a:r>
          </a:p>
          <a:p>
            <a:pPr rtl="0" algn="l">
              <a:spcAft>
                <a:spcPts val="400"/>
              </a:spcAft>
            </a:pPr>
            <a:r>
              <a:rPr sz="1700" b="0" i="0" lang="en-US">
                <a:solidFill>
                  <a:srgbClr val="1C2333"/>
                </a:solidFill>
                <a:latin typeface="Segoe UI"/>
              </a:rPr>
              <a:t>Fatima: You are welcome.</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Sara: How are you?</a:t>
            </a:r>
          </a:p>
          <a:p>
            <a:pPr rtl="0" algn="l">
              <a:spcAft>
                <a:spcPts val="400"/>
              </a:spcAft>
            </a:pPr>
            <a:r>
              <a:rPr sz="1700" b="0" i="0" lang="en-US">
                <a:solidFill>
                  <a:srgbClr val="0F7A3D"/>
                </a:solidFill>
                <a:latin typeface="Segoe UI"/>
              </a:rPr>
              <a:t>Fatima: Fine, thank you.</a:t>
            </a:r>
          </a:p>
          <a:p>
            <a:pPr rtl="0" algn="l">
              <a:spcAft>
                <a:spcPts val="400"/>
              </a:spcAft>
            </a:pPr>
            <a:r>
              <a:rPr sz="1700" b="0" i="0" lang="en-US">
                <a:solidFill>
                  <a:srgbClr val="0F7A3D"/>
                </a:solidFill>
                <a:latin typeface="Segoe UI"/>
              </a:rPr>
              <a:t>Sara: Do you have a pen?</a:t>
            </a:r>
          </a:p>
          <a:p>
            <a:pPr rtl="0" algn="l">
              <a:spcAft>
                <a:spcPts val="400"/>
              </a:spcAft>
            </a:pPr>
            <a:r>
              <a:rPr sz="1700" b="0" i="0" lang="en-US">
                <a:solidFill>
                  <a:srgbClr val="0F7A3D"/>
                </a:solidFill>
                <a:latin typeface="Segoe UI"/>
              </a:rPr>
              <a:t>Fatima: Yes, I have a pen.</a:t>
            </a:r>
          </a:p>
          <a:p>
            <a:pPr rtl="0" algn="l">
              <a:spcAft>
                <a:spcPts val="400"/>
              </a:spcAft>
            </a:pPr>
            <a:r>
              <a:rPr sz="1700" b="0" i="0" lang="en-US">
                <a:solidFill>
                  <a:srgbClr val="0F7A3D"/>
                </a:solidFill>
                <a:latin typeface="Segoe UI"/>
              </a:rPr>
              <a:t>Sara: How many pens do you have ?</a:t>
            </a:r>
          </a:p>
          <a:p>
            <a:pPr rtl="0" algn="l">
              <a:spcAft>
                <a:spcPts val="400"/>
              </a:spcAft>
            </a:pPr>
            <a:r>
              <a:rPr sz="1700" b="0" i="0" lang="en-US">
                <a:solidFill>
                  <a:srgbClr val="0F7A3D"/>
                </a:solidFill>
                <a:latin typeface="Segoe UI"/>
              </a:rPr>
              <a:t>Fatima: I have 3 pens.</a:t>
            </a:r>
          </a:p>
          <a:p>
            <a:pPr rtl="0" algn="l">
              <a:spcAft>
                <a:spcPts val="400"/>
              </a:spcAft>
            </a:pPr>
            <a:r>
              <a:rPr sz="1700" b="0" i="0" lang="en-US">
                <a:solidFill>
                  <a:srgbClr val="0F7A3D"/>
                </a:solidFill>
                <a:latin typeface="Segoe UI"/>
              </a:rPr>
              <a:t>Sara: Thank you.</a:t>
            </a:r>
          </a:p>
          <a:p>
            <a:pPr rtl="0" algn="l">
              <a:spcAft>
                <a:spcPts val="400"/>
              </a:spcAft>
            </a:pPr>
            <a:r>
              <a:rPr sz="1700" b="0" i="0" lang="en-US">
                <a:solidFill>
                  <a:srgbClr val="0F7A3D"/>
                </a:solidFill>
                <a:latin typeface="Segoe UI"/>
              </a:rPr>
              <a:t>Fatima: You are welcome.</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11</a:t>
            </a:r>
          </a:p>
          <a:p>
            <a:pPr algn="ctr" rtl="0"/>
            <a:r>
              <a:rPr sz="4600" b="1" i="0" lang="en-US">
                <a:solidFill>
                  <a:srgbClr val="FFFFFF"/>
                </a:solidFill>
                <a:latin typeface="Segoe UI"/>
              </a:rPr>
              <a:t>Pronouns</a:t>
            </a:r>
          </a:p>
          <a:p>
            <a:pPr algn="ctr" rtl="1"/>
            <a:r>
              <a:rPr sz="2900" b="0" i="0" lang="ar-EG" altLang="en-US">
                <a:solidFill>
                  <a:srgbClr val="FFFFFF"/>
                </a:solidFill>
                <a:latin typeface="Traditional Arabic"/>
              </a:rPr>
              <a:t>الضمائر</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Important notes — ملاحظات مهمة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800" b="0" i="0" lang="en-US">
                <a:solidFill>
                  <a:srgbClr val="1C2333"/>
                </a:solidFill>
                <a:latin typeface="Segoe UI"/>
              </a:rPr>
              <a:t>• Subject pronouns → first ضمائر الفاعل تأتي في أول الكلام. She likes him.</a:t>
            </a:r>
          </a:p>
          <a:p>
            <a:pPr rtl="0" algn="l">
              <a:spcAft>
                <a:spcPts val="600"/>
              </a:spcAft>
            </a:pPr>
            <a:r>
              <a:rPr sz="1800" b="0" i="0" lang="en-US">
                <a:solidFill>
                  <a:srgbClr val="1C2333"/>
                </a:solidFill>
                <a:latin typeface="Segoe UI"/>
              </a:rPr>
              <a:t>• Object pronouns → after the verb or a preposition ضمائر المفعول تأتي بعد الفعل الأساسي أو بعد حرف الجر. I saw them. – Look at me.</a:t>
            </a:r>
          </a:p>
          <a:p>
            <a:pPr rtl="0" algn="l">
              <a:spcAft>
                <a:spcPts val="600"/>
              </a:spcAft>
            </a:pPr>
            <a:r>
              <a:rPr sz="1800" b="0" i="0" lang="en-US">
                <a:solidFill>
                  <a:srgbClr val="1C2333"/>
                </a:solidFill>
                <a:latin typeface="Segoe UI"/>
              </a:rPr>
              <a:t>• Possessive adjectives + noun صفات الملكية تأتي قبل الاسم. This is my book.</a:t>
            </a:r>
          </a:p>
          <a:p>
            <a:pPr rtl="1" algn="r">
              <a:spcAft>
                <a:spcPts val="600"/>
              </a:spcAft>
            </a:pPr>
            <a:r>
              <a:rPr sz="2100" b="0" i="0" lang="ar-EG" altLang="en-US">
                <a:solidFill>
                  <a:srgbClr val="1C2333"/>
                </a:solidFill>
                <a:latin typeface="Traditional Arabic"/>
              </a:rPr>
              <a:t>• Possessive pronouns → at the end ضمائر الملكية تأتي في نهاية الجملة ولا يأتي بعدها اسم. This book is mine.</a:t>
            </a:r>
          </a:p>
          <a:p>
            <a:pPr rtl="1" algn="r">
              <a:spcAft>
                <a:spcPts val="600"/>
              </a:spcAft>
            </a:pPr>
            <a:r>
              <a:rPr sz="2100" b="0" i="0" lang="ar-EG" altLang="en-US">
                <a:solidFill>
                  <a:srgbClr val="1C2333"/>
                </a:solidFill>
                <a:latin typeface="Traditional Arabic"/>
              </a:rPr>
              <a:t>• Reflexive pronouns → at the end (by + myself) الضمائر المنعكسة تأتي في نهاية الجملة، وإذا بدأت الجملة بفعل في المصدر نستخدم yourself / yourselves، ومع الجمع غير العاقل نستخدم themselves. I do homework by myself.</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127248"/>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47472">
                <a:tc>
                  <a:txBody>
                    <a:bodyPr/>
                    <a:lstStyle/>
                    <a:p>
                      <a:pPr rtl="1" algn="r"/>
                      <a:r>
                        <a:rPr sz="1700" b="1" i="0" lang="ar-EG" altLang="en-US">
                          <a:solidFill>
                            <a:srgbClr val="FFFFFF"/>
                          </a:solidFill>
                          <a:latin typeface="Traditional Arabic"/>
                        </a:rPr>
                        <a:t>ضمائر الفاعل</a:t>
                      </a:r>
                    </a:p>
                  </a:txBody>
                  <a:tcPr>
                    <a:solidFill>
                      <a:srgbClr val="942294"/>
                    </a:solidFill>
                  </a:tcPr>
                </a:tc>
                <a:tc>
                  <a:txBody>
                    <a:bodyPr/>
                    <a:lstStyle/>
                    <a:p>
                      <a:pPr rtl="1" algn="r"/>
                      <a:r>
                        <a:rPr sz="1700" b="1" i="0" lang="ar-EG" altLang="en-US">
                          <a:solidFill>
                            <a:srgbClr val="FFFFFF"/>
                          </a:solidFill>
                          <a:latin typeface="Traditional Arabic"/>
                        </a:rPr>
                        <a:t>ضمائر المفعول</a:t>
                      </a:r>
                    </a:p>
                  </a:txBody>
                  <a:tcPr>
                    <a:solidFill>
                      <a:srgbClr val="942294"/>
                    </a:solidFill>
                  </a:tcPr>
                </a:tc>
                <a:tc>
                  <a:txBody>
                    <a:bodyPr/>
                    <a:lstStyle/>
                    <a:p>
                      <a:pPr rtl="1" algn="r"/>
                      <a:r>
                        <a:rPr sz="1700" b="1" i="0" lang="ar-EG" altLang="en-US">
                          <a:solidFill>
                            <a:srgbClr val="FFFFFF"/>
                          </a:solidFill>
                          <a:latin typeface="Traditional Arabic"/>
                        </a:rPr>
                        <a:t>صفات الملكية</a:t>
                      </a:r>
                    </a:p>
                  </a:txBody>
                  <a:tcPr>
                    <a:solidFill>
                      <a:srgbClr val="942294"/>
                    </a:solidFill>
                  </a:tcPr>
                </a:tc>
                <a:tc>
                  <a:txBody>
                    <a:bodyPr/>
                    <a:lstStyle/>
                    <a:p>
                      <a:pPr rtl="1" algn="r"/>
                      <a:r>
                        <a:rPr sz="1700" b="1" i="0" lang="ar-EG" altLang="en-US">
                          <a:solidFill>
                            <a:srgbClr val="FFFFFF"/>
                          </a:solidFill>
                          <a:latin typeface="Traditional Arabic"/>
                        </a:rPr>
                        <a:t>ضمائر الملكية</a:t>
                      </a:r>
                    </a:p>
                  </a:txBody>
                  <a:tcPr>
                    <a:solidFill>
                      <a:srgbClr val="942294"/>
                    </a:solidFill>
                  </a:tcPr>
                </a:tc>
                <a:tc>
                  <a:txBody>
                    <a:bodyPr/>
                    <a:lstStyle/>
                    <a:p>
                      <a:pPr rtl="1" algn="r"/>
                      <a:r>
                        <a:rPr sz="1700" b="1" i="0" lang="ar-EG" altLang="en-US">
                          <a:solidFill>
                            <a:srgbClr val="FFFFFF"/>
                          </a:solidFill>
                          <a:latin typeface="Traditional Arabic"/>
                        </a:rPr>
                        <a:t>الضمائر المنعكسة</a:t>
                      </a:r>
                    </a:p>
                  </a:txBody>
                  <a:tcPr>
                    <a:solidFill>
                      <a:srgbClr val="942294"/>
                    </a:solidFill>
                  </a:tcPr>
                </a:tc>
              </a:tr>
              <a:tr h="347472">
                <a:tc>
                  <a:txBody>
                    <a:bodyPr/>
                    <a:lstStyle/>
                    <a:p>
                      <a:pPr rtl="0" algn="l"/>
                      <a:r>
                        <a:rPr sz="1300" b="0" i="0" lang="en-US">
                          <a:solidFill>
                            <a:srgbClr val="1C2333"/>
                          </a:solidFill>
                          <a:latin typeface="Segoe UI"/>
                        </a:rPr>
                        <a:t>I</a:t>
                      </a:r>
                    </a:p>
                  </a:txBody>
                  <a:tcPr>
                    <a:solidFill>
                      <a:srgbClr val="FFFFFF"/>
                    </a:solidFill>
                  </a:tcPr>
                </a:tc>
                <a:tc>
                  <a:txBody>
                    <a:bodyPr/>
                    <a:lstStyle/>
                    <a:p>
                      <a:pPr rtl="0" algn="l"/>
                      <a:r>
                        <a:rPr sz="1300" b="0" i="0" lang="en-US">
                          <a:solidFill>
                            <a:srgbClr val="1C2333"/>
                          </a:solidFill>
                          <a:latin typeface="Segoe UI"/>
                        </a:rPr>
                        <a:t>me</a:t>
                      </a:r>
                    </a:p>
                  </a:txBody>
                  <a:tcPr>
                    <a:solidFill>
                      <a:srgbClr val="FFFFFF"/>
                    </a:solidFill>
                  </a:tcPr>
                </a:tc>
                <a:tc>
                  <a:txBody>
                    <a:bodyPr/>
                    <a:lstStyle/>
                    <a:p>
                      <a:pPr rtl="0" algn="l"/>
                      <a:r>
                        <a:rPr sz="1300" b="0" i="0" lang="en-US">
                          <a:solidFill>
                            <a:srgbClr val="1C2333"/>
                          </a:solidFill>
                          <a:latin typeface="Segoe UI"/>
                        </a:rPr>
                        <a:t>my</a:t>
                      </a:r>
                    </a:p>
                  </a:txBody>
                  <a:tcPr>
                    <a:solidFill>
                      <a:srgbClr val="FFFFFF"/>
                    </a:solidFill>
                  </a:tcPr>
                </a:tc>
                <a:tc>
                  <a:txBody>
                    <a:bodyPr/>
                    <a:lstStyle/>
                    <a:p>
                      <a:pPr rtl="0" algn="l"/>
                      <a:r>
                        <a:rPr sz="1300" b="0" i="0" lang="en-US">
                          <a:solidFill>
                            <a:srgbClr val="1C2333"/>
                          </a:solidFill>
                          <a:latin typeface="Segoe UI"/>
                        </a:rPr>
                        <a:t>mine</a:t>
                      </a:r>
                    </a:p>
                  </a:txBody>
                  <a:tcPr>
                    <a:solidFill>
                      <a:srgbClr val="FFFFFF"/>
                    </a:solidFill>
                  </a:tcPr>
                </a:tc>
                <a:tc>
                  <a:txBody>
                    <a:bodyPr/>
                    <a:lstStyle/>
                    <a:p>
                      <a:pPr rtl="0" algn="l"/>
                      <a:r>
                        <a:rPr sz="1300" b="0" i="0" lang="en-US">
                          <a:solidFill>
                            <a:srgbClr val="1C2333"/>
                          </a:solidFill>
                          <a:latin typeface="Segoe UI"/>
                        </a:rPr>
                        <a:t>myself</a:t>
                      </a:r>
                    </a:p>
                  </a:txBody>
                  <a:tcPr>
                    <a:solidFill>
                      <a:srgbClr val="FFFFFF"/>
                    </a:solidFill>
                  </a:tcPr>
                </a:tc>
              </a:tr>
              <a:tr h="347472">
                <a:tc>
                  <a:txBody>
                    <a:bodyPr/>
                    <a:lstStyle/>
                    <a:p>
                      <a:pPr rtl="0" algn="l"/>
                      <a:r>
                        <a:rPr sz="1300" b="0" i="0" lang="en-US">
                          <a:solidFill>
                            <a:srgbClr val="1C2333"/>
                          </a:solidFill>
                          <a:latin typeface="Segoe UI"/>
                        </a:rPr>
                        <a:t>He</a:t>
                      </a:r>
                    </a:p>
                  </a:txBody>
                  <a:tcPr>
                    <a:solidFill>
                      <a:srgbClr val="EEF3FA"/>
                    </a:solidFill>
                  </a:tcPr>
                </a:tc>
                <a:tc>
                  <a:txBody>
                    <a:bodyPr/>
                    <a:lstStyle/>
                    <a:p>
                      <a:pPr rtl="0" algn="l"/>
                      <a:r>
                        <a:rPr sz="1300" b="0" i="0" lang="en-US">
                          <a:solidFill>
                            <a:srgbClr val="1C2333"/>
                          </a:solidFill>
                          <a:latin typeface="Segoe UI"/>
                        </a:rPr>
                        <a:t>him</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his</a:t>
                      </a:r>
                    </a:p>
                  </a:txBody>
                  <a:tcPr>
                    <a:solidFill>
                      <a:srgbClr val="EEF3FA"/>
                    </a:solidFill>
                  </a:tcPr>
                </a:tc>
                <a:tc>
                  <a:txBody>
                    <a:bodyPr/>
                    <a:lstStyle/>
                    <a:p>
                      <a:pPr rtl="0" algn="l"/>
                      <a:r>
                        <a:rPr sz="1300" b="0" i="0" lang="en-US">
                          <a:solidFill>
                            <a:srgbClr val="1C2333"/>
                          </a:solidFill>
                          <a:latin typeface="Segoe UI"/>
                        </a:rPr>
                        <a:t>himself</a:t>
                      </a:r>
                    </a:p>
                  </a:txBody>
                  <a:tcPr>
                    <a:solidFill>
                      <a:srgbClr val="EEF3FA"/>
                    </a:solidFill>
                  </a:tcPr>
                </a:tc>
              </a:tr>
              <a:tr h="347472">
                <a:tc>
                  <a:txBody>
                    <a:bodyPr/>
                    <a:lstStyle/>
                    <a:p>
                      <a:pPr rtl="0" algn="l"/>
                      <a:r>
                        <a:rPr sz="1300" b="0" i="0" lang="en-US">
                          <a:solidFill>
                            <a:srgbClr val="1C2333"/>
                          </a:solidFill>
                          <a:latin typeface="Segoe UI"/>
                        </a:rPr>
                        <a:t>She</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a:t>
                      </a:r>
                    </a:p>
                  </a:txBody>
                  <a:tcPr>
                    <a:solidFill>
                      <a:srgbClr val="FFFFFF"/>
                    </a:solidFill>
                  </a:tcPr>
                </a:tc>
                <a:tc>
                  <a:txBody>
                    <a:bodyPr/>
                    <a:lstStyle/>
                    <a:p>
                      <a:pPr rtl="0" algn="l"/>
                      <a:r>
                        <a:rPr sz="1300" b="0" i="0" lang="en-US">
                          <a:solidFill>
                            <a:srgbClr val="1C2333"/>
                          </a:solidFill>
                          <a:latin typeface="Segoe UI"/>
                        </a:rPr>
                        <a:t>hers</a:t>
                      </a:r>
                    </a:p>
                  </a:txBody>
                  <a:tcPr>
                    <a:solidFill>
                      <a:srgbClr val="FFFFFF"/>
                    </a:solidFill>
                  </a:tcPr>
                </a:tc>
                <a:tc>
                  <a:txBody>
                    <a:bodyPr/>
                    <a:lstStyle/>
                    <a:p>
                      <a:pPr rtl="0" algn="l"/>
                      <a:r>
                        <a:rPr sz="1300" b="0" i="0" lang="en-US">
                          <a:solidFill>
                            <a:srgbClr val="1C2333"/>
                          </a:solidFill>
                          <a:latin typeface="Segoe UI"/>
                        </a:rPr>
                        <a:t>herself</a:t>
                      </a:r>
                    </a:p>
                  </a:txBody>
                  <a:tcPr>
                    <a:solidFill>
                      <a:srgbClr val="FFFFFF"/>
                    </a:solidFill>
                  </a:tcPr>
                </a:tc>
              </a:tr>
              <a:tr h="347472">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a:t>
                      </a:r>
                    </a:p>
                  </a:txBody>
                  <a:tcPr>
                    <a:solidFill>
                      <a:srgbClr val="EEF3FA"/>
                    </a:solidFill>
                  </a:tcPr>
                </a:tc>
                <a:tc>
                  <a:txBody>
                    <a:bodyPr/>
                    <a:lstStyle/>
                    <a:p>
                      <a:pPr rtl="0" algn="l"/>
                      <a:r>
                        <a:rPr sz="1300" b="0" i="0" lang="en-US">
                          <a:solidFill>
                            <a:srgbClr val="1C2333"/>
                          </a:solidFill>
                          <a:latin typeface="Segoe UI"/>
                        </a:rPr>
                        <a:t>itself</a:t>
                      </a:r>
                    </a:p>
                  </a:txBody>
                  <a:tcPr>
                    <a:solidFill>
                      <a:srgbClr val="EEF3FA"/>
                    </a:solidFill>
                  </a:tcPr>
                </a:tc>
              </a:tr>
              <a:tr h="347472">
                <a:tc>
                  <a:txBody>
                    <a:bodyPr/>
                    <a:lstStyle/>
                    <a:p>
                      <a:pPr rtl="0" algn="l"/>
                      <a:r>
                        <a:rPr sz="1300" b="0" i="0" lang="en-US">
                          <a:solidFill>
                            <a:srgbClr val="1C2333"/>
                          </a:solidFill>
                          <a:latin typeface="Segoe UI"/>
                        </a:rPr>
                        <a:t>They</a:t>
                      </a:r>
                    </a:p>
                  </a:txBody>
                  <a:tcPr>
                    <a:solidFill>
                      <a:srgbClr val="FFFFFF"/>
                    </a:solidFill>
                  </a:tcPr>
                </a:tc>
                <a:tc>
                  <a:txBody>
                    <a:bodyPr/>
                    <a:lstStyle/>
                    <a:p>
                      <a:pPr rtl="0" algn="l"/>
                      <a:r>
                        <a:rPr sz="1300" b="0" i="0" lang="en-US">
                          <a:solidFill>
                            <a:srgbClr val="1C2333"/>
                          </a:solidFill>
                          <a:latin typeface="Segoe UI"/>
                        </a:rPr>
                        <a:t>them</a:t>
                      </a:r>
                    </a:p>
                  </a:txBody>
                  <a:tcPr>
                    <a:solidFill>
                      <a:srgbClr val="FFFFFF"/>
                    </a:solidFill>
                  </a:tcPr>
                </a:tc>
                <a:tc>
                  <a:txBody>
                    <a:bodyPr/>
                    <a:lstStyle/>
                    <a:p>
                      <a:pPr rtl="0" algn="l"/>
                      <a:r>
                        <a:rPr sz="1300" b="0" i="0" lang="en-US">
                          <a:solidFill>
                            <a:srgbClr val="1C2333"/>
                          </a:solidFill>
                          <a:latin typeface="Segoe UI"/>
                        </a:rPr>
                        <a:t>their</a:t>
                      </a:r>
                    </a:p>
                  </a:txBody>
                  <a:tcPr>
                    <a:solidFill>
                      <a:srgbClr val="FFFFFF"/>
                    </a:solidFill>
                  </a:tcPr>
                </a:tc>
                <a:tc>
                  <a:txBody>
                    <a:bodyPr/>
                    <a:lstStyle/>
                    <a:p>
                      <a:pPr rtl="0" algn="l"/>
                      <a:r>
                        <a:rPr sz="1300" b="0" i="0" lang="en-US">
                          <a:solidFill>
                            <a:srgbClr val="1C2333"/>
                          </a:solidFill>
                          <a:latin typeface="Segoe UI"/>
                        </a:rPr>
                        <a:t>theirs</a:t>
                      </a:r>
                    </a:p>
                  </a:txBody>
                  <a:tcPr>
                    <a:solidFill>
                      <a:srgbClr val="FFFFFF"/>
                    </a:solidFill>
                  </a:tcPr>
                </a:tc>
                <a:tc>
                  <a:txBody>
                    <a:bodyPr/>
                    <a:lstStyle/>
                    <a:p>
                      <a:pPr rtl="0" algn="l"/>
                      <a:r>
                        <a:rPr sz="1300" b="0" i="0" lang="en-US">
                          <a:solidFill>
                            <a:srgbClr val="1C2333"/>
                          </a:solidFill>
                          <a:latin typeface="Segoe UI"/>
                        </a:rPr>
                        <a:t>themselves</a:t>
                      </a:r>
                    </a:p>
                  </a:txBody>
                  <a:tcPr>
                    <a:solidFill>
                      <a:srgbClr val="FFFFFF"/>
                    </a:solidFill>
                  </a:tcPr>
                </a:tc>
              </a:tr>
              <a:tr h="347472">
                <a:tc>
                  <a:txBody>
                    <a:bodyPr/>
                    <a:lstStyle/>
                    <a:p>
                      <a:pPr rtl="1" algn="r"/>
                      <a:r>
                        <a:rPr sz="1600" b="0" i="0" lang="ar-EG" altLang="en-US">
                          <a:solidFill>
                            <a:srgbClr val="1C2333"/>
                          </a:solidFill>
                          <a:latin typeface="Traditional Arabic"/>
                        </a:rPr>
                        <a:t>You (مفرد)</a:t>
                      </a:r>
                    </a:p>
                  </a:txBody>
                  <a:tcPr>
                    <a:solidFill>
                      <a:srgbClr val="EEF3FA"/>
                    </a:solidFill>
                  </a:tcPr>
                </a:tc>
                <a:tc>
                  <a:txBody>
                    <a:bodyPr/>
                    <a:lstStyle/>
                    <a:p>
                      <a:pPr rtl="0" algn="l"/>
                      <a:r>
                        <a:rPr sz="1300" b="0" i="0" lang="en-US">
                          <a:solidFill>
                            <a:srgbClr val="1C2333"/>
                          </a:solidFill>
                          <a:latin typeface="Segoe UI"/>
                        </a:rPr>
                        <a:t>you</a:t>
                      </a:r>
                    </a:p>
                  </a:txBody>
                  <a:tcPr>
                    <a:solidFill>
                      <a:srgbClr val="EEF3FA"/>
                    </a:solidFill>
                  </a:tcPr>
                </a:tc>
                <a:tc>
                  <a:txBody>
                    <a:bodyPr/>
                    <a:lstStyle/>
                    <a:p>
                      <a:pPr rtl="0" algn="l"/>
                      <a:r>
                        <a:rPr sz="1300" b="0" i="0" lang="en-US">
                          <a:solidFill>
                            <a:srgbClr val="1C2333"/>
                          </a:solidFill>
                          <a:latin typeface="Segoe UI"/>
                        </a:rPr>
                        <a:t>your</a:t>
                      </a:r>
                    </a:p>
                  </a:txBody>
                  <a:tcPr>
                    <a:solidFill>
                      <a:srgbClr val="EEF3FA"/>
                    </a:solidFill>
                  </a:tcPr>
                </a:tc>
                <a:tc>
                  <a:txBody>
                    <a:bodyPr/>
                    <a:lstStyle/>
                    <a:p>
                      <a:pPr rtl="0" algn="l"/>
                      <a:r>
                        <a:rPr sz="1300" b="0" i="0" lang="en-US">
                          <a:solidFill>
                            <a:srgbClr val="1C2333"/>
                          </a:solidFill>
                          <a:latin typeface="Segoe UI"/>
                        </a:rPr>
                        <a:t>yours</a:t>
                      </a:r>
                    </a:p>
                  </a:txBody>
                  <a:tcPr>
                    <a:solidFill>
                      <a:srgbClr val="EEF3FA"/>
                    </a:solidFill>
                  </a:tcPr>
                </a:tc>
                <a:tc>
                  <a:txBody>
                    <a:bodyPr/>
                    <a:lstStyle/>
                    <a:p>
                      <a:pPr rtl="0" algn="l"/>
                      <a:r>
                        <a:rPr sz="1300" b="0" i="0" lang="en-US">
                          <a:solidFill>
                            <a:srgbClr val="1C2333"/>
                          </a:solidFill>
                          <a:latin typeface="Segoe UI"/>
                        </a:rPr>
                        <a:t>yourself</a:t>
                      </a:r>
                    </a:p>
                  </a:txBody>
                  <a:tcPr>
                    <a:solidFill>
                      <a:srgbClr val="EEF3FA"/>
                    </a:solidFill>
                  </a:tcPr>
                </a:tc>
              </a:tr>
              <a:tr h="347472">
                <a:tc>
                  <a:txBody>
                    <a:bodyPr/>
                    <a:lstStyle/>
                    <a:p>
                      <a:pPr rtl="0" algn="l"/>
                      <a:r>
                        <a:rPr sz="1300" b="0" i="0" lang="en-US">
                          <a:solidFill>
                            <a:srgbClr val="1C2333"/>
                          </a:solidFill>
                          <a:latin typeface="Segoe UI"/>
                        </a:rPr>
                        <a:t>You (جمع)</a:t>
                      </a:r>
                    </a:p>
                  </a:txBody>
                  <a:tcPr>
                    <a:solidFill>
                      <a:srgbClr val="FFFFFF"/>
                    </a:solidFill>
                  </a:tcPr>
                </a:tc>
                <a:tc>
                  <a:txBody>
                    <a:bodyPr/>
                    <a:lstStyle/>
                    <a:p>
                      <a:pPr rtl="0" algn="l"/>
                      <a:r>
                        <a:rPr sz="1300" b="0" i="0" lang="en-US">
                          <a:solidFill>
                            <a:srgbClr val="1C2333"/>
                          </a:solidFill>
                          <a:latin typeface="Segoe UI"/>
                        </a:rPr>
                        <a:t>you</a:t>
                      </a:r>
                    </a:p>
                  </a:txBody>
                  <a:tcPr>
                    <a:solidFill>
                      <a:srgbClr val="FFFFFF"/>
                    </a:solidFill>
                  </a:tcPr>
                </a:tc>
                <a:tc>
                  <a:txBody>
                    <a:bodyPr/>
                    <a:lstStyle/>
                    <a:p>
                      <a:pPr rtl="0" algn="l"/>
                      <a:r>
                        <a:rPr sz="1300" b="0" i="0" lang="en-US">
                          <a:solidFill>
                            <a:srgbClr val="1C2333"/>
                          </a:solidFill>
                          <a:latin typeface="Segoe UI"/>
                        </a:rPr>
                        <a:t>your</a:t>
                      </a:r>
                    </a:p>
                  </a:txBody>
                  <a:tcPr>
                    <a:solidFill>
                      <a:srgbClr val="FFFFFF"/>
                    </a:solidFill>
                  </a:tcPr>
                </a:tc>
                <a:tc>
                  <a:txBody>
                    <a:bodyPr/>
                    <a:lstStyle/>
                    <a:p>
                      <a:pPr rtl="0" algn="l"/>
                      <a:r>
                        <a:rPr sz="1300" b="0" i="0" lang="en-US">
                          <a:solidFill>
                            <a:srgbClr val="1C2333"/>
                          </a:solidFill>
                          <a:latin typeface="Segoe UI"/>
                        </a:rPr>
                        <a:t>yours</a:t>
                      </a:r>
                    </a:p>
                  </a:txBody>
                  <a:tcPr>
                    <a:solidFill>
                      <a:srgbClr val="FFFFFF"/>
                    </a:solidFill>
                  </a:tcPr>
                </a:tc>
                <a:tc>
                  <a:txBody>
                    <a:bodyPr/>
                    <a:lstStyle/>
                    <a:p>
                      <a:pPr rtl="0" algn="l"/>
                      <a:r>
                        <a:rPr sz="1300" b="0" i="0" lang="en-US">
                          <a:solidFill>
                            <a:srgbClr val="1C2333"/>
                          </a:solidFill>
                          <a:latin typeface="Segoe UI"/>
                        </a:rPr>
                        <a:t>yourselves</a:t>
                      </a:r>
                    </a:p>
                  </a:txBody>
                  <a:tcPr>
                    <a:solidFill>
                      <a:srgbClr val="FFFFFF"/>
                    </a:solidFill>
                  </a:tcPr>
                </a:tc>
              </a:tr>
              <a:tr h="347472">
                <a:tc>
                  <a:txBody>
                    <a:bodyPr/>
                    <a:lstStyle/>
                    <a:p>
                      <a:pPr rtl="0" algn="l"/>
                      <a:r>
                        <a:rPr sz="1300" b="0" i="0" lang="en-US">
                          <a:solidFill>
                            <a:srgbClr val="1C2333"/>
                          </a:solidFill>
                          <a:latin typeface="Segoe UI"/>
                        </a:rPr>
                        <a:t>We</a:t>
                      </a:r>
                    </a:p>
                  </a:txBody>
                  <a:tcPr>
                    <a:solidFill>
                      <a:srgbClr val="EEF3FA"/>
                    </a:solidFill>
                  </a:tcPr>
                </a:tc>
                <a:tc>
                  <a:txBody>
                    <a:bodyPr/>
                    <a:lstStyle/>
                    <a:p>
                      <a:pPr rtl="0" algn="l"/>
                      <a:r>
                        <a:rPr sz="1300" b="0" i="0" lang="en-US">
                          <a:solidFill>
                            <a:srgbClr val="1C2333"/>
                          </a:solidFill>
                          <a:latin typeface="Segoe UI"/>
                        </a:rPr>
                        <a:t>us</a:t>
                      </a:r>
                    </a:p>
                  </a:txBody>
                  <a:tcPr>
                    <a:solidFill>
                      <a:srgbClr val="EEF3FA"/>
                    </a:solidFill>
                  </a:tcPr>
                </a:tc>
                <a:tc>
                  <a:txBody>
                    <a:bodyPr/>
                    <a:lstStyle/>
                    <a:p>
                      <a:pPr rtl="0" algn="l"/>
                      <a:r>
                        <a:rPr sz="1300" b="0" i="0" lang="en-US">
                          <a:solidFill>
                            <a:srgbClr val="1C2333"/>
                          </a:solidFill>
                          <a:latin typeface="Segoe UI"/>
                        </a:rPr>
                        <a:t>our</a:t>
                      </a:r>
                    </a:p>
                  </a:txBody>
                  <a:tcPr>
                    <a:solidFill>
                      <a:srgbClr val="EEF3FA"/>
                    </a:solidFill>
                  </a:tcPr>
                </a:tc>
                <a:tc>
                  <a:txBody>
                    <a:bodyPr/>
                    <a:lstStyle/>
                    <a:p>
                      <a:pPr rtl="0" algn="l"/>
                      <a:r>
                        <a:rPr sz="1300" b="0" i="0" lang="en-US">
                          <a:solidFill>
                            <a:srgbClr val="1C2333"/>
                          </a:solidFill>
                          <a:latin typeface="Segoe UI"/>
                        </a:rPr>
                        <a:t>ours</a:t>
                      </a:r>
                    </a:p>
                  </a:txBody>
                  <a:tcPr>
                    <a:solidFill>
                      <a:srgbClr val="EEF3FA"/>
                    </a:solidFill>
                  </a:tcPr>
                </a:tc>
                <a:tc>
                  <a:txBody>
                    <a:bodyPr/>
                    <a:lstStyle/>
                    <a:p>
                      <a:pPr rtl="0" algn="l"/>
                      <a:r>
                        <a:rPr sz="1300" b="0" i="0" lang="en-US">
                          <a:solidFill>
                            <a:srgbClr val="1C2333"/>
                          </a:solidFill>
                          <a:latin typeface="Segoe UI"/>
                        </a:rPr>
                        <a:t>ourselves</a:t>
                      </a:r>
                    </a:p>
                  </a:txBody>
                  <a:tcPr>
                    <a:solidFill>
                      <a:srgbClr val="EEF3FA"/>
                    </a:solidFill>
                  </a:tcPr>
                </a:tc>
              </a:tr>
            </a:tbl>
          </a:graphicData>
        </a:graphic>
      </p:graphicFrame>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 likes him a lot.   (She – her – him)</a:t>
            </a:r>
          </a:p>
          <a:p>
            <a:pPr rtl="0" algn="l">
              <a:spcAft>
                <a:spcPts val="800"/>
              </a:spcAft>
            </a:pPr>
            <a:r>
              <a:rPr sz="1800" b="0" i="0" lang="en-US">
                <a:solidFill>
                  <a:srgbClr val="1C2333"/>
                </a:solidFill>
                <a:latin typeface="Segoe UI"/>
              </a:rPr>
              <a:t>2) I saw …… at the mall.   (he – they – them)</a:t>
            </a:r>
          </a:p>
          <a:p>
            <a:pPr rtl="0" algn="l">
              <a:spcAft>
                <a:spcPts val="800"/>
              </a:spcAft>
            </a:pPr>
            <a:r>
              <a:rPr sz="1800" b="0" i="0" lang="en-US">
                <a:solidFill>
                  <a:srgbClr val="1C2333"/>
                </a:solidFill>
                <a:latin typeface="Segoe UI"/>
              </a:rPr>
              <a:t>3) Mona can help …… .   (your – you – he)</a:t>
            </a:r>
          </a:p>
          <a:p>
            <a:pPr rtl="0" algn="l">
              <a:spcAft>
                <a:spcPts val="800"/>
              </a:spcAft>
            </a:pPr>
            <a:r>
              <a:rPr sz="1800" b="0" i="0" lang="en-US">
                <a:solidFill>
                  <a:srgbClr val="1C2333"/>
                </a:solidFill>
                <a:latin typeface="Segoe UI"/>
              </a:rPr>
              <a:t>4) …… can jump high.   (Him – Its – It)</a:t>
            </a:r>
          </a:p>
          <a:p>
            <a:pPr rtl="0" algn="l">
              <a:spcAft>
                <a:spcPts val="800"/>
              </a:spcAft>
            </a:pPr>
            <a:r>
              <a:rPr sz="1800" b="0" i="0" lang="en-US">
                <a:solidFill>
                  <a:srgbClr val="1C2333"/>
                </a:solidFill>
                <a:latin typeface="Segoe UI"/>
              </a:rPr>
              <a:t>5) Let …… help you.   (my – me – they)</a:t>
            </a:r>
          </a:p>
          <a:p>
            <a:pPr rtl="0" algn="l">
              <a:spcAft>
                <a:spcPts val="800"/>
              </a:spcAft>
            </a:pPr>
            <a:r>
              <a:rPr sz="1800" b="0" i="0" lang="en-US">
                <a:solidFill>
                  <a:srgbClr val="1C2333"/>
                </a:solidFill>
                <a:latin typeface="Segoe UI"/>
              </a:rPr>
              <a:t>6) …… can run fast.   (Him – Her – He)</a:t>
            </a:r>
          </a:p>
          <a:p>
            <a:pPr rtl="0" algn="l">
              <a:spcAft>
                <a:spcPts val="800"/>
              </a:spcAft>
            </a:pPr>
            <a:r>
              <a:rPr sz="1800" b="0" i="0" lang="en-US">
                <a:solidFill>
                  <a:srgbClr val="1C2333"/>
                </a:solidFill>
                <a:latin typeface="Segoe UI"/>
              </a:rPr>
              <a:t>7) He met …… in the club.   (our – us – your)</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 likes him a lot.   (She – her – him)</a:t>
            </a:r>
          </a:p>
          <a:p>
            <a:pPr lvl="1" rtl="0" algn="l">
              <a:spcAft>
                <a:spcPts val="700"/>
              </a:spcAft>
            </a:pPr>
            <a:r>
              <a:rPr sz="1600" b="1" i="0" lang="en-US">
                <a:solidFill>
                  <a:srgbClr val="0F7A3D"/>
                </a:solidFill>
                <a:latin typeface="Segoe UI"/>
              </a:rPr>
              <a:t>✔ She</a:t>
            </a:r>
          </a:p>
          <a:p>
            <a:pPr rtl="0" algn="l">
              <a:spcAft>
                <a:spcPts val="300"/>
              </a:spcAft>
            </a:pPr>
            <a:r>
              <a:rPr sz="1700" b="0" i="0" lang="en-US">
                <a:solidFill>
                  <a:srgbClr val="1C2333"/>
                </a:solidFill>
                <a:latin typeface="Segoe UI"/>
              </a:rPr>
              <a:t>2) I saw …… at the mall.   (he – they – them)</a:t>
            </a:r>
          </a:p>
          <a:p>
            <a:pPr lvl="1" rtl="0" algn="l">
              <a:spcAft>
                <a:spcPts val="700"/>
              </a:spcAft>
            </a:pPr>
            <a:r>
              <a:rPr sz="1600" b="1" i="0" lang="en-US">
                <a:solidFill>
                  <a:srgbClr val="0F7A3D"/>
                </a:solidFill>
                <a:latin typeface="Segoe UI"/>
              </a:rPr>
              <a:t>✔ them</a:t>
            </a:r>
          </a:p>
          <a:p>
            <a:pPr rtl="0" algn="l">
              <a:spcAft>
                <a:spcPts val="300"/>
              </a:spcAft>
            </a:pPr>
            <a:r>
              <a:rPr sz="1700" b="0" i="0" lang="en-US">
                <a:solidFill>
                  <a:srgbClr val="1C2333"/>
                </a:solidFill>
                <a:latin typeface="Segoe UI"/>
              </a:rPr>
              <a:t>3) Mona can help …… .   (your – you – he)</a:t>
            </a:r>
          </a:p>
          <a:p>
            <a:pPr lvl="1" rtl="0" algn="l">
              <a:spcAft>
                <a:spcPts val="700"/>
              </a:spcAft>
            </a:pPr>
            <a:r>
              <a:rPr sz="1600" b="1" i="0" lang="en-US">
                <a:solidFill>
                  <a:srgbClr val="0F7A3D"/>
                </a:solidFill>
                <a:latin typeface="Segoe UI"/>
              </a:rPr>
              <a:t>✔ you</a:t>
            </a:r>
          </a:p>
          <a:p>
            <a:pPr rtl="0" algn="l">
              <a:spcAft>
                <a:spcPts val="300"/>
              </a:spcAft>
            </a:pPr>
            <a:r>
              <a:rPr sz="1700" b="0" i="0" lang="en-US">
                <a:solidFill>
                  <a:srgbClr val="1C2333"/>
                </a:solidFill>
                <a:latin typeface="Segoe UI"/>
              </a:rPr>
              <a:t>4) …… can jump high.   (Him – Its – It)</a:t>
            </a:r>
          </a:p>
          <a:p>
            <a:pPr lvl="1" rtl="0" algn="l">
              <a:spcAft>
                <a:spcPts val="700"/>
              </a:spcAft>
            </a:pPr>
            <a:r>
              <a:rPr sz="1600" b="1" i="0" lang="en-US">
                <a:solidFill>
                  <a:srgbClr val="0F7A3D"/>
                </a:solidFill>
                <a:latin typeface="Segoe UI"/>
              </a:rPr>
              <a:t>✔ It</a:t>
            </a:r>
          </a:p>
          <a:p>
            <a:pPr rtl="0" algn="l">
              <a:spcAft>
                <a:spcPts val="300"/>
              </a:spcAft>
            </a:pPr>
            <a:r>
              <a:rPr sz="1700" b="0" i="0" lang="en-US">
                <a:solidFill>
                  <a:srgbClr val="1C2333"/>
                </a:solidFill>
                <a:latin typeface="Segoe UI"/>
              </a:rPr>
              <a:t>5) Let …… help you.   (my – me – they)</a:t>
            </a:r>
          </a:p>
          <a:p>
            <a:pPr lvl="1" rtl="0" algn="l">
              <a:spcAft>
                <a:spcPts val="700"/>
              </a:spcAft>
            </a:pPr>
            <a:r>
              <a:rPr sz="1600" b="1" i="0" lang="en-US">
                <a:solidFill>
                  <a:srgbClr val="0F7A3D"/>
                </a:solidFill>
                <a:latin typeface="Segoe UI"/>
              </a:rPr>
              <a:t>✔ me</a:t>
            </a:r>
          </a:p>
          <a:p>
            <a:pPr rtl="0" algn="l">
              <a:spcAft>
                <a:spcPts val="300"/>
              </a:spcAft>
            </a:pPr>
            <a:r>
              <a:rPr sz="1700" b="0" i="0" lang="en-US">
                <a:solidFill>
                  <a:srgbClr val="1C2333"/>
                </a:solidFill>
                <a:latin typeface="Segoe UI"/>
              </a:rPr>
              <a:t>6) …… can run fast.   (Him – Her – He)</a:t>
            </a:r>
          </a:p>
          <a:p>
            <a:pPr lvl="1" rtl="0" algn="l">
              <a:spcAft>
                <a:spcPts val="700"/>
              </a:spcAft>
            </a:pPr>
            <a:r>
              <a:rPr sz="1600" b="1" i="0" lang="en-US">
                <a:solidFill>
                  <a:srgbClr val="0F7A3D"/>
                </a:solidFill>
                <a:latin typeface="Segoe UI"/>
              </a:rPr>
              <a:t>✔ He</a:t>
            </a:r>
          </a:p>
          <a:p>
            <a:pPr rtl="0" algn="l">
              <a:spcAft>
                <a:spcPts val="300"/>
              </a:spcAft>
            </a:pPr>
            <a:r>
              <a:rPr sz="1700" b="0" i="0" lang="en-US">
                <a:solidFill>
                  <a:srgbClr val="1C2333"/>
                </a:solidFill>
                <a:latin typeface="Segoe UI"/>
              </a:rPr>
              <a:t>7) He met …… in the club.   (our – us – your)</a:t>
            </a:r>
          </a:p>
          <a:p>
            <a:pPr lvl="1" rtl="0" algn="l">
              <a:spcAft>
                <a:spcPts val="700"/>
              </a:spcAft>
            </a:pPr>
            <a:r>
              <a:rPr sz="1600" b="1" i="0" lang="en-US">
                <a:solidFill>
                  <a:srgbClr val="0F7A3D"/>
                </a:solidFill>
                <a:latin typeface="Segoe UI"/>
              </a:rPr>
              <a:t>✔ us</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I read …… yesterday.   (its – it – they)</a:t>
            </a:r>
          </a:p>
          <a:p>
            <a:pPr rtl="0" algn="l">
              <a:spcAft>
                <a:spcPts val="800"/>
              </a:spcAft>
            </a:pPr>
            <a:r>
              <a:rPr sz="1800" b="0" i="0" lang="en-US">
                <a:solidFill>
                  <a:srgbClr val="1C2333"/>
                </a:solidFill>
                <a:latin typeface="Segoe UI"/>
              </a:rPr>
              <a:t>9) I give …… a story.   (he – she – him)</a:t>
            </a:r>
          </a:p>
          <a:p>
            <a:pPr rtl="0" algn="l">
              <a:spcAft>
                <a:spcPts val="800"/>
              </a:spcAft>
            </a:pPr>
            <a:r>
              <a:rPr sz="1800" b="0" i="0" lang="en-US">
                <a:solidFill>
                  <a:srgbClr val="1C2333"/>
                </a:solidFill>
                <a:latin typeface="Segoe UI"/>
              </a:rPr>
              <a:t>10) …… are swimming.   (Them – They – Her)</a:t>
            </a:r>
          </a:p>
          <a:p>
            <a:pPr rtl="0" algn="l">
              <a:spcAft>
                <a:spcPts val="800"/>
              </a:spcAft>
            </a:pPr>
            <a:r>
              <a:rPr sz="1800" b="0" i="0" lang="en-US">
                <a:solidFill>
                  <a:srgbClr val="1C2333"/>
                </a:solidFill>
                <a:latin typeface="Segoe UI"/>
              </a:rPr>
              <a:t>11) It makes …… happy.   (they – his – me)</a:t>
            </a:r>
          </a:p>
          <a:p>
            <a:pPr rtl="0" algn="l">
              <a:spcAft>
                <a:spcPts val="800"/>
              </a:spcAft>
            </a:pPr>
            <a:r>
              <a:rPr sz="1800" b="0" i="0" lang="en-US">
                <a:solidFill>
                  <a:srgbClr val="1C2333"/>
                </a:solidFill>
                <a:latin typeface="Segoe UI"/>
              </a:rPr>
              <a:t>12) I was talking to …… .   (he – I – her)</a:t>
            </a:r>
          </a:p>
          <a:p>
            <a:pPr rtl="0" algn="l">
              <a:spcAft>
                <a:spcPts val="800"/>
              </a:spcAft>
            </a:pPr>
            <a:r>
              <a:rPr sz="1800" b="0" i="0" lang="en-US">
                <a:solidFill>
                  <a:srgbClr val="1C2333"/>
                </a:solidFill>
                <a:latin typeface="Segoe UI"/>
              </a:rPr>
              <a:t>13) Let's do …… .   (it – They – It)</a:t>
            </a:r>
          </a:p>
          <a:p>
            <a:pPr rtl="0" algn="l">
              <a:spcAft>
                <a:spcPts val="800"/>
              </a:spcAft>
            </a:pPr>
            <a:r>
              <a:rPr sz="1800" b="0" i="0" lang="en-US">
                <a:solidFill>
                  <a:srgbClr val="1C2333"/>
                </a:solidFill>
                <a:latin typeface="Segoe UI"/>
              </a:rPr>
              <a:t>14) I played with …… .   (they – him – she)</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A) Choose the correct answer (subject / object pronouns)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I read …… yesterday.   (its – it – they)</a:t>
            </a:r>
          </a:p>
          <a:p>
            <a:pPr lvl="1" rtl="0" algn="l">
              <a:spcAft>
                <a:spcPts val="700"/>
              </a:spcAft>
            </a:pPr>
            <a:r>
              <a:rPr sz="1600" b="1" i="0" lang="en-US">
                <a:solidFill>
                  <a:srgbClr val="0F7A3D"/>
                </a:solidFill>
                <a:latin typeface="Segoe UI"/>
              </a:rPr>
              <a:t>✔ it</a:t>
            </a:r>
          </a:p>
          <a:p>
            <a:pPr rtl="0" algn="l">
              <a:spcAft>
                <a:spcPts val="300"/>
              </a:spcAft>
            </a:pPr>
            <a:r>
              <a:rPr sz="1700" b="0" i="0" lang="en-US">
                <a:solidFill>
                  <a:srgbClr val="1C2333"/>
                </a:solidFill>
                <a:latin typeface="Segoe UI"/>
              </a:rPr>
              <a:t>9) I give …… a story.   (he – she – him)</a:t>
            </a:r>
          </a:p>
          <a:p>
            <a:pPr lvl="1" rtl="0" algn="l">
              <a:spcAft>
                <a:spcPts val="700"/>
              </a:spcAft>
            </a:pPr>
            <a:r>
              <a:rPr sz="1600" b="1" i="0" lang="en-US">
                <a:solidFill>
                  <a:srgbClr val="0F7A3D"/>
                </a:solidFill>
                <a:latin typeface="Segoe UI"/>
              </a:rPr>
              <a:t>✔ him</a:t>
            </a:r>
          </a:p>
          <a:p>
            <a:pPr rtl="0" algn="l">
              <a:spcAft>
                <a:spcPts val="300"/>
              </a:spcAft>
            </a:pPr>
            <a:r>
              <a:rPr sz="1700" b="0" i="0" lang="en-US">
                <a:solidFill>
                  <a:srgbClr val="1C2333"/>
                </a:solidFill>
                <a:latin typeface="Segoe UI"/>
              </a:rPr>
              <a:t>10) …… are swimming.   (Them – They – Her)</a:t>
            </a:r>
          </a:p>
          <a:p>
            <a:pPr lvl="1" rtl="0" algn="l">
              <a:spcAft>
                <a:spcPts val="700"/>
              </a:spcAft>
            </a:pPr>
            <a:r>
              <a:rPr sz="1600" b="1" i="0" lang="en-US">
                <a:solidFill>
                  <a:srgbClr val="0F7A3D"/>
                </a:solidFill>
                <a:latin typeface="Segoe UI"/>
              </a:rPr>
              <a:t>✔ They</a:t>
            </a:r>
          </a:p>
          <a:p>
            <a:pPr rtl="0" algn="l">
              <a:spcAft>
                <a:spcPts val="300"/>
              </a:spcAft>
            </a:pPr>
            <a:r>
              <a:rPr sz="1700" b="0" i="0" lang="en-US">
                <a:solidFill>
                  <a:srgbClr val="1C2333"/>
                </a:solidFill>
                <a:latin typeface="Segoe UI"/>
              </a:rPr>
              <a:t>11) It makes …… happy.   (they – his – me)</a:t>
            </a:r>
          </a:p>
          <a:p>
            <a:pPr lvl="1" rtl="0" algn="l">
              <a:spcAft>
                <a:spcPts val="700"/>
              </a:spcAft>
            </a:pPr>
            <a:r>
              <a:rPr sz="1600" b="1" i="0" lang="en-US">
                <a:solidFill>
                  <a:srgbClr val="0F7A3D"/>
                </a:solidFill>
                <a:latin typeface="Segoe UI"/>
              </a:rPr>
              <a:t>✔ me</a:t>
            </a:r>
          </a:p>
          <a:p>
            <a:pPr rtl="0" algn="l">
              <a:spcAft>
                <a:spcPts val="300"/>
              </a:spcAft>
            </a:pPr>
            <a:r>
              <a:rPr sz="1700" b="0" i="0" lang="en-US">
                <a:solidFill>
                  <a:srgbClr val="1C2333"/>
                </a:solidFill>
                <a:latin typeface="Segoe UI"/>
              </a:rPr>
              <a:t>12) I was talking to …… .   (he – I – her)</a:t>
            </a:r>
          </a:p>
          <a:p>
            <a:pPr lvl="1" rtl="0" algn="l">
              <a:spcAft>
                <a:spcPts val="700"/>
              </a:spcAft>
            </a:pPr>
            <a:r>
              <a:rPr sz="1600" b="1" i="0" lang="en-US">
                <a:solidFill>
                  <a:srgbClr val="0F7A3D"/>
                </a:solidFill>
                <a:latin typeface="Segoe UI"/>
              </a:rPr>
              <a:t>✔ her</a:t>
            </a:r>
          </a:p>
          <a:p>
            <a:pPr rtl="0" algn="l">
              <a:spcAft>
                <a:spcPts val="300"/>
              </a:spcAft>
            </a:pPr>
            <a:r>
              <a:rPr sz="1700" b="0" i="0" lang="en-US">
                <a:solidFill>
                  <a:srgbClr val="1C2333"/>
                </a:solidFill>
                <a:latin typeface="Segoe UI"/>
              </a:rPr>
              <a:t>13) Let's do …… .   (it – They – It)</a:t>
            </a:r>
          </a:p>
          <a:p>
            <a:pPr lvl="1" rtl="0" algn="l">
              <a:spcAft>
                <a:spcPts val="700"/>
              </a:spcAft>
            </a:pPr>
            <a:r>
              <a:rPr sz="1600" b="1" i="0" lang="en-US">
                <a:solidFill>
                  <a:srgbClr val="0F7A3D"/>
                </a:solidFill>
                <a:latin typeface="Segoe UI"/>
              </a:rPr>
              <a:t>✔ it</a:t>
            </a:r>
          </a:p>
          <a:p>
            <a:pPr rtl="0" algn="l">
              <a:spcAft>
                <a:spcPts val="300"/>
              </a:spcAft>
            </a:pPr>
            <a:r>
              <a:rPr sz="1700" b="0" i="0" lang="en-US">
                <a:solidFill>
                  <a:srgbClr val="1C2333"/>
                </a:solidFill>
                <a:latin typeface="Segoe UI"/>
              </a:rPr>
              <a:t>14) I played with …… .   (they – him – she)</a:t>
            </a:r>
          </a:p>
          <a:p>
            <a:pPr lvl="1" rtl="0" algn="l">
              <a:spcAft>
                <a:spcPts val="700"/>
              </a:spcAft>
            </a:pPr>
            <a:r>
              <a:rPr sz="1600" b="1" i="0" lang="en-US">
                <a:solidFill>
                  <a:srgbClr val="0F7A3D"/>
                </a:solidFill>
                <a:latin typeface="Segoe UI"/>
              </a:rPr>
              <a:t>✔ him</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house is …… .   (her – ours – our)</a:t>
            </a:r>
          </a:p>
          <a:p>
            <a:pPr rtl="0" algn="l">
              <a:spcAft>
                <a:spcPts val="800"/>
              </a:spcAft>
            </a:pPr>
            <a:r>
              <a:rPr sz="1800" b="0" i="0" lang="en-US">
                <a:solidFill>
                  <a:srgbClr val="1C2333"/>
                </a:solidFill>
                <a:latin typeface="Segoe UI"/>
              </a:rPr>
              <a:t>2) That is …… shirt.   (mine – me – my)</a:t>
            </a:r>
          </a:p>
          <a:p>
            <a:pPr rtl="0" algn="l">
              <a:spcAft>
                <a:spcPts val="800"/>
              </a:spcAft>
            </a:pPr>
            <a:r>
              <a:rPr sz="1800" b="0" i="0" lang="en-US">
                <a:solidFill>
                  <a:srgbClr val="1C2333"/>
                </a:solidFill>
                <a:latin typeface="Segoe UI"/>
              </a:rPr>
              <a:t>3) The red car is …… .   (him – hers – them)</a:t>
            </a:r>
          </a:p>
          <a:p>
            <a:pPr rtl="0" algn="l">
              <a:spcAft>
                <a:spcPts val="800"/>
              </a:spcAft>
            </a:pPr>
            <a:r>
              <a:rPr sz="1800" b="0" i="0" lang="en-US">
                <a:solidFill>
                  <a:srgbClr val="1C2333"/>
                </a:solidFill>
                <a:latin typeface="Segoe UI"/>
              </a:rPr>
              <a:t>4) We like …… teacher.   (theirs – him – our)</a:t>
            </a:r>
          </a:p>
          <a:p>
            <a:pPr rtl="0" algn="l">
              <a:spcAft>
                <a:spcPts val="800"/>
              </a:spcAft>
            </a:pPr>
            <a:r>
              <a:rPr sz="1800" b="0" i="0" lang="en-US">
                <a:solidFill>
                  <a:srgbClr val="1C2333"/>
                </a:solidFill>
                <a:latin typeface="Segoe UI"/>
              </a:rPr>
              <a:t>5) The blue pen is …… .   (his – it – my)</a:t>
            </a:r>
          </a:p>
          <a:p>
            <a:pPr rtl="0" algn="l">
              <a:spcAft>
                <a:spcPts val="800"/>
              </a:spcAft>
            </a:pPr>
            <a:r>
              <a:rPr sz="1800" b="0" i="0" lang="en-US">
                <a:solidFill>
                  <a:srgbClr val="1C2333"/>
                </a:solidFill>
                <a:latin typeface="Segoe UI"/>
              </a:rPr>
              <a:t>6) These bags are …… .   (their – our – hers)</a:t>
            </a:r>
          </a:p>
          <a:p>
            <a:pPr rtl="0" algn="l">
              <a:spcAft>
                <a:spcPts val="800"/>
              </a:spcAft>
            </a:pPr>
            <a:r>
              <a:rPr sz="1800" b="0" i="0" lang="en-US">
                <a:solidFill>
                  <a:srgbClr val="1C2333"/>
                </a:solidFill>
                <a:latin typeface="Segoe UI"/>
              </a:rPr>
              <a:t>7) …… mother is a doctor.   (Me – My – Yours)</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house is …… .   (her – ours – our)</a:t>
            </a:r>
          </a:p>
          <a:p>
            <a:pPr lvl="1" rtl="0" algn="l">
              <a:spcAft>
                <a:spcPts val="700"/>
              </a:spcAft>
            </a:pPr>
            <a:r>
              <a:rPr sz="1600" b="1" i="0" lang="en-US">
                <a:solidFill>
                  <a:srgbClr val="0F7A3D"/>
                </a:solidFill>
                <a:latin typeface="Segoe UI"/>
              </a:rPr>
              <a:t>✔ ours</a:t>
            </a:r>
          </a:p>
          <a:p>
            <a:pPr rtl="0" algn="l">
              <a:spcAft>
                <a:spcPts val="300"/>
              </a:spcAft>
            </a:pPr>
            <a:r>
              <a:rPr sz="1700" b="0" i="0" lang="en-US">
                <a:solidFill>
                  <a:srgbClr val="1C2333"/>
                </a:solidFill>
                <a:latin typeface="Segoe UI"/>
              </a:rPr>
              <a:t>2) That is …… shirt.   (mine – me – my)</a:t>
            </a:r>
          </a:p>
          <a:p>
            <a:pPr lvl="1" rtl="0" algn="l">
              <a:spcAft>
                <a:spcPts val="700"/>
              </a:spcAft>
            </a:pPr>
            <a:r>
              <a:rPr sz="1600" b="1" i="0" lang="en-US">
                <a:solidFill>
                  <a:srgbClr val="0F7A3D"/>
                </a:solidFill>
                <a:latin typeface="Segoe UI"/>
              </a:rPr>
              <a:t>✔ my</a:t>
            </a:r>
          </a:p>
          <a:p>
            <a:pPr rtl="0" algn="l">
              <a:spcAft>
                <a:spcPts val="300"/>
              </a:spcAft>
            </a:pPr>
            <a:r>
              <a:rPr sz="1700" b="0" i="0" lang="en-US">
                <a:solidFill>
                  <a:srgbClr val="1C2333"/>
                </a:solidFill>
                <a:latin typeface="Segoe UI"/>
              </a:rPr>
              <a:t>3) The red car is …… .   (him – hers – them)</a:t>
            </a:r>
          </a:p>
          <a:p>
            <a:pPr lvl="1" rtl="0" algn="l">
              <a:spcAft>
                <a:spcPts val="700"/>
              </a:spcAft>
            </a:pPr>
            <a:r>
              <a:rPr sz="1600" b="1" i="0" lang="en-US">
                <a:solidFill>
                  <a:srgbClr val="0F7A3D"/>
                </a:solidFill>
                <a:latin typeface="Segoe UI"/>
              </a:rPr>
              <a:t>✔ hers</a:t>
            </a:r>
          </a:p>
          <a:p>
            <a:pPr rtl="0" algn="l">
              <a:spcAft>
                <a:spcPts val="300"/>
              </a:spcAft>
            </a:pPr>
            <a:r>
              <a:rPr sz="1700" b="0" i="0" lang="en-US">
                <a:solidFill>
                  <a:srgbClr val="1C2333"/>
                </a:solidFill>
                <a:latin typeface="Segoe UI"/>
              </a:rPr>
              <a:t>4) We like …… teacher.   (theirs – him – our)</a:t>
            </a:r>
          </a:p>
          <a:p>
            <a:pPr lvl="1" rtl="0" algn="l">
              <a:spcAft>
                <a:spcPts val="700"/>
              </a:spcAft>
            </a:pPr>
            <a:r>
              <a:rPr sz="1600" b="1" i="0" lang="en-US">
                <a:solidFill>
                  <a:srgbClr val="0F7A3D"/>
                </a:solidFill>
                <a:latin typeface="Segoe UI"/>
              </a:rPr>
              <a:t>✔ our</a:t>
            </a:r>
          </a:p>
          <a:p>
            <a:pPr rtl="0" algn="l">
              <a:spcAft>
                <a:spcPts val="300"/>
              </a:spcAft>
            </a:pPr>
            <a:r>
              <a:rPr sz="1700" b="0" i="0" lang="en-US">
                <a:solidFill>
                  <a:srgbClr val="1C2333"/>
                </a:solidFill>
                <a:latin typeface="Segoe UI"/>
              </a:rPr>
              <a:t>5) The blue pen is …… .   (his – it – my)</a:t>
            </a:r>
          </a:p>
          <a:p>
            <a:pPr lvl="1" rtl="0" algn="l">
              <a:spcAft>
                <a:spcPts val="700"/>
              </a:spcAft>
            </a:pPr>
            <a:r>
              <a:rPr sz="1600" b="1" i="0" lang="en-US">
                <a:solidFill>
                  <a:srgbClr val="0F7A3D"/>
                </a:solidFill>
                <a:latin typeface="Segoe UI"/>
              </a:rPr>
              <a:t>✔ his</a:t>
            </a:r>
          </a:p>
          <a:p>
            <a:pPr rtl="0" algn="l">
              <a:spcAft>
                <a:spcPts val="300"/>
              </a:spcAft>
            </a:pPr>
            <a:r>
              <a:rPr sz="1700" b="0" i="0" lang="en-US">
                <a:solidFill>
                  <a:srgbClr val="1C2333"/>
                </a:solidFill>
                <a:latin typeface="Segoe UI"/>
              </a:rPr>
              <a:t>6) These bags are …… .   (their – our – hers)</a:t>
            </a:r>
          </a:p>
          <a:p>
            <a:pPr lvl="1" rtl="0" algn="l">
              <a:spcAft>
                <a:spcPts val="700"/>
              </a:spcAft>
            </a:pPr>
            <a:r>
              <a:rPr sz="1600" b="1" i="0" lang="en-US">
                <a:solidFill>
                  <a:srgbClr val="0F7A3D"/>
                </a:solidFill>
                <a:latin typeface="Segoe UI"/>
              </a:rPr>
              <a:t>✔ hers</a:t>
            </a:r>
          </a:p>
          <a:p>
            <a:pPr rtl="0" algn="l">
              <a:spcAft>
                <a:spcPts val="300"/>
              </a:spcAft>
            </a:pPr>
            <a:r>
              <a:rPr sz="1700" b="0" i="0" lang="en-US">
                <a:solidFill>
                  <a:srgbClr val="1C2333"/>
                </a:solidFill>
                <a:latin typeface="Segoe UI"/>
              </a:rPr>
              <a:t>7) …… mother is a doctor.   (Me – My – Yours)</a:t>
            </a:r>
          </a:p>
          <a:p>
            <a:pPr lvl="1" rtl="0" algn="l">
              <a:spcAft>
                <a:spcPts val="700"/>
              </a:spcAft>
            </a:pPr>
            <a:r>
              <a:rPr sz="1600" b="1" i="0" lang="en-US">
                <a:solidFill>
                  <a:srgbClr val="0F7A3D"/>
                </a:solidFill>
                <a:latin typeface="Segoe UI"/>
              </a:rPr>
              <a:t>✔ My</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We visited …… yesterday.   (hers – him – your)</a:t>
            </a:r>
          </a:p>
          <a:p>
            <a:pPr rtl="0" algn="l">
              <a:spcAft>
                <a:spcPts val="800"/>
              </a:spcAft>
            </a:pPr>
            <a:r>
              <a:rPr sz="1800" b="0" i="0" lang="en-US">
                <a:solidFill>
                  <a:srgbClr val="1C2333"/>
                </a:solidFill>
                <a:latin typeface="Segoe UI"/>
              </a:rPr>
              <a:t>9) This car is …… .   (him – her – mine)</a:t>
            </a:r>
          </a:p>
          <a:p>
            <a:pPr rtl="0" algn="l">
              <a:spcAft>
                <a:spcPts val="800"/>
              </a:spcAft>
            </a:pPr>
            <a:r>
              <a:rPr sz="1800" b="0" i="0" lang="en-US">
                <a:solidFill>
                  <a:srgbClr val="1C2333"/>
                </a:solidFill>
                <a:latin typeface="Segoe UI"/>
              </a:rPr>
              <a:t>10) That is …… dog.   (him – theirs – his)</a:t>
            </a:r>
          </a:p>
          <a:p>
            <a:pPr rtl="0" algn="l">
              <a:spcAft>
                <a:spcPts val="800"/>
              </a:spcAft>
            </a:pPr>
            <a:r>
              <a:rPr sz="1800" b="0" i="0" lang="en-US">
                <a:solidFill>
                  <a:srgbClr val="1C2333"/>
                </a:solidFill>
                <a:latin typeface="Segoe UI"/>
              </a:rPr>
              <a:t>11) These are …… pens.   (yours – him – your)</a:t>
            </a:r>
          </a:p>
          <a:p>
            <a:pPr rtl="0" algn="l">
              <a:spcAft>
                <a:spcPts val="800"/>
              </a:spcAft>
            </a:pPr>
            <a:r>
              <a:rPr sz="1800" b="0" i="0" lang="en-US">
                <a:solidFill>
                  <a:srgbClr val="1C2333"/>
                </a:solidFill>
                <a:latin typeface="Segoe UI"/>
              </a:rPr>
              <a:t>12) …… ear is long.   (It – Its – Theirs)</a:t>
            </a:r>
          </a:p>
          <a:p>
            <a:pPr rtl="0" algn="l">
              <a:spcAft>
                <a:spcPts val="800"/>
              </a:spcAft>
            </a:pPr>
            <a:r>
              <a:rPr sz="1800" b="0" i="0" lang="en-US">
                <a:solidFill>
                  <a:srgbClr val="1C2333"/>
                </a:solidFill>
                <a:latin typeface="Segoe UI"/>
              </a:rPr>
              <a:t>13) She is …… sister.   (yours – ours – our)</a:t>
            </a:r>
          </a:p>
          <a:p>
            <a:pPr rtl="0" algn="l">
              <a:spcAft>
                <a:spcPts val="800"/>
              </a:spcAft>
            </a:pPr>
            <a:r>
              <a:rPr sz="1800" b="0" i="0" lang="en-US">
                <a:solidFill>
                  <a:srgbClr val="1C2333"/>
                </a:solidFill>
                <a:latin typeface="Segoe UI"/>
              </a:rPr>
              <a:t>14) This house is …… .   (our – their – yours)</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We visited …… yesterday.   (hers – him – your)</a:t>
            </a:r>
          </a:p>
          <a:p>
            <a:pPr lvl="1" rtl="0" algn="l">
              <a:spcAft>
                <a:spcPts val="700"/>
              </a:spcAft>
            </a:pPr>
            <a:r>
              <a:rPr sz="1600" b="1" i="0" lang="en-US">
                <a:solidFill>
                  <a:srgbClr val="0F7A3D"/>
                </a:solidFill>
                <a:latin typeface="Segoe UI"/>
              </a:rPr>
              <a:t>✔ him</a:t>
            </a:r>
          </a:p>
          <a:p>
            <a:pPr rtl="0" algn="l">
              <a:spcAft>
                <a:spcPts val="300"/>
              </a:spcAft>
            </a:pPr>
            <a:r>
              <a:rPr sz="1700" b="0" i="0" lang="en-US">
                <a:solidFill>
                  <a:srgbClr val="1C2333"/>
                </a:solidFill>
                <a:latin typeface="Segoe UI"/>
              </a:rPr>
              <a:t>9) This car is …… .   (him – her – mine)</a:t>
            </a:r>
          </a:p>
          <a:p>
            <a:pPr lvl="1" rtl="0" algn="l">
              <a:spcAft>
                <a:spcPts val="700"/>
              </a:spcAft>
            </a:pPr>
            <a:r>
              <a:rPr sz="1600" b="1" i="0" lang="en-US">
                <a:solidFill>
                  <a:srgbClr val="0F7A3D"/>
                </a:solidFill>
                <a:latin typeface="Segoe UI"/>
              </a:rPr>
              <a:t>✔ mine</a:t>
            </a:r>
          </a:p>
          <a:p>
            <a:pPr rtl="0" algn="l">
              <a:spcAft>
                <a:spcPts val="300"/>
              </a:spcAft>
            </a:pPr>
            <a:r>
              <a:rPr sz="1700" b="0" i="0" lang="en-US">
                <a:solidFill>
                  <a:srgbClr val="1C2333"/>
                </a:solidFill>
                <a:latin typeface="Segoe UI"/>
              </a:rPr>
              <a:t>10) That is …… dog.   (him – theirs – his)</a:t>
            </a:r>
          </a:p>
          <a:p>
            <a:pPr lvl="1" rtl="0" algn="l">
              <a:spcAft>
                <a:spcPts val="700"/>
              </a:spcAft>
            </a:pPr>
            <a:r>
              <a:rPr sz="1600" b="1" i="0" lang="en-US">
                <a:solidFill>
                  <a:srgbClr val="0F7A3D"/>
                </a:solidFill>
                <a:latin typeface="Segoe UI"/>
              </a:rPr>
              <a:t>✔ his</a:t>
            </a:r>
          </a:p>
          <a:p>
            <a:pPr rtl="0" algn="l">
              <a:spcAft>
                <a:spcPts val="300"/>
              </a:spcAft>
            </a:pPr>
            <a:r>
              <a:rPr sz="1700" b="0" i="0" lang="en-US">
                <a:solidFill>
                  <a:srgbClr val="1C2333"/>
                </a:solidFill>
                <a:latin typeface="Segoe UI"/>
              </a:rPr>
              <a:t>11) These are …… pens.   (yours – him – your)</a:t>
            </a:r>
          </a:p>
          <a:p>
            <a:pPr lvl="1" rtl="0" algn="l">
              <a:spcAft>
                <a:spcPts val="700"/>
              </a:spcAft>
            </a:pPr>
            <a:r>
              <a:rPr sz="1600" b="1" i="0" lang="en-US">
                <a:solidFill>
                  <a:srgbClr val="0F7A3D"/>
                </a:solidFill>
                <a:latin typeface="Segoe UI"/>
              </a:rPr>
              <a:t>✔ your</a:t>
            </a:r>
          </a:p>
          <a:p>
            <a:pPr rtl="0" algn="l">
              <a:spcAft>
                <a:spcPts val="300"/>
              </a:spcAft>
            </a:pPr>
            <a:r>
              <a:rPr sz="1700" b="0" i="0" lang="en-US">
                <a:solidFill>
                  <a:srgbClr val="1C2333"/>
                </a:solidFill>
                <a:latin typeface="Segoe UI"/>
              </a:rPr>
              <a:t>12) …… ear is long.   (It – Its – Theirs)</a:t>
            </a:r>
          </a:p>
          <a:p>
            <a:pPr lvl="1" rtl="0" algn="l">
              <a:spcAft>
                <a:spcPts val="700"/>
              </a:spcAft>
            </a:pPr>
            <a:r>
              <a:rPr sz="1600" b="1" i="0" lang="en-US">
                <a:solidFill>
                  <a:srgbClr val="0F7A3D"/>
                </a:solidFill>
                <a:latin typeface="Segoe UI"/>
              </a:rPr>
              <a:t>✔ Its</a:t>
            </a:r>
          </a:p>
          <a:p>
            <a:pPr rtl="0" algn="l">
              <a:spcAft>
                <a:spcPts val="300"/>
              </a:spcAft>
            </a:pPr>
            <a:r>
              <a:rPr sz="1700" b="0" i="0" lang="en-US">
                <a:solidFill>
                  <a:srgbClr val="1C2333"/>
                </a:solidFill>
                <a:latin typeface="Segoe UI"/>
              </a:rPr>
              <a:t>13) She is …… sister.   (yours – ours – our)</a:t>
            </a:r>
          </a:p>
          <a:p>
            <a:pPr lvl="1" rtl="0" algn="l">
              <a:spcAft>
                <a:spcPts val="700"/>
              </a:spcAft>
            </a:pPr>
            <a:r>
              <a:rPr sz="1600" b="1" i="0" lang="en-US">
                <a:solidFill>
                  <a:srgbClr val="0F7A3D"/>
                </a:solidFill>
                <a:latin typeface="Segoe UI"/>
              </a:rPr>
              <a:t>✔ our</a:t>
            </a:r>
          </a:p>
          <a:p>
            <a:pPr rtl="0" algn="l">
              <a:spcAft>
                <a:spcPts val="300"/>
              </a:spcAft>
            </a:pPr>
            <a:r>
              <a:rPr sz="1700" b="0" i="0" lang="en-US">
                <a:solidFill>
                  <a:srgbClr val="1C2333"/>
                </a:solidFill>
                <a:latin typeface="Segoe UI"/>
              </a:rPr>
              <a:t>14) This house is …… .   (our – their – yours)</a:t>
            </a:r>
          </a:p>
          <a:p>
            <a:pPr lvl="1" rtl="0" algn="l">
              <a:spcAft>
                <a:spcPts val="700"/>
              </a:spcAft>
            </a:pPr>
            <a:r>
              <a:rPr sz="1600" b="1" i="0" lang="en-US">
                <a:solidFill>
                  <a:srgbClr val="0F7A3D"/>
                </a:solidFill>
                <a:latin typeface="Segoe UI"/>
              </a:rPr>
              <a:t>✔ yours</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They are …… friends.   (yours – him – my)</a:t>
            </a:r>
          </a:p>
          <a:p>
            <a:pPr rtl="0" algn="l">
              <a:spcAft>
                <a:spcPts val="800"/>
              </a:spcAft>
            </a:pPr>
            <a:r>
              <a:rPr sz="1800" b="0" i="0" lang="en-US">
                <a:solidFill>
                  <a:srgbClr val="1C2333"/>
                </a:solidFill>
                <a:latin typeface="Segoe UI"/>
              </a:rPr>
              <a:t>16) …… name is Ali.   (Yours – His – Her)</a:t>
            </a:r>
          </a:p>
          <a:p>
            <a:pPr rtl="0" algn="l">
              <a:spcAft>
                <a:spcPts val="800"/>
              </a:spcAft>
            </a:pPr>
            <a:r>
              <a:rPr sz="1800" b="0" i="0" lang="en-US">
                <a:solidFill>
                  <a:srgbClr val="1C2333"/>
                </a:solidFill>
                <a:latin typeface="Segoe UI"/>
              </a:rPr>
              <a:t>17) …… name is Mona.   (Her – His – Their)</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B) Choose the correct answer (possessives)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They are …… friends.   (yours – him – my)</a:t>
            </a:r>
          </a:p>
          <a:p>
            <a:pPr lvl="1" rtl="0" algn="l">
              <a:spcAft>
                <a:spcPts val="700"/>
              </a:spcAft>
            </a:pPr>
            <a:r>
              <a:rPr sz="1600" b="1" i="0" lang="en-US">
                <a:solidFill>
                  <a:srgbClr val="0F7A3D"/>
                </a:solidFill>
                <a:latin typeface="Segoe UI"/>
              </a:rPr>
              <a:t>✔ my</a:t>
            </a:r>
          </a:p>
          <a:p>
            <a:pPr rtl="0" algn="l">
              <a:spcAft>
                <a:spcPts val="300"/>
              </a:spcAft>
            </a:pPr>
            <a:r>
              <a:rPr sz="1700" b="0" i="0" lang="en-US">
                <a:solidFill>
                  <a:srgbClr val="1C2333"/>
                </a:solidFill>
                <a:latin typeface="Segoe UI"/>
              </a:rPr>
              <a:t>16) …… name is Ali.   (Yours – His – Her)</a:t>
            </a:r>
          </a:p>
          <a:p>
            <a:pPr lvl="1" rtl="0" algn="l">
              <a:spcAft>
                <a:spcPts val="700"/>
              </a:spcAft>
            </a:pPr>
            <a:r>
              <a:rPr sz="1600" b="1" i="0" lang="en-US">
                <a:solidFill>
                  <a:srgbClr val="0F7A3D"/>
                </a:solidFill>
                <a:latin typeface="Segoe UI"/>
              </a:rPr>
              <a:t>✔ His</a:t>
            </a:r>
          </a:p>
          <a:p>
            <a:pPr rtl="0" algn="l">
              <a:spcAft>
                <a:spcPts val="300"/>
              </a:spcAft>
            </a:pPr>
            <a:r>
              <a:rPr sz="1700" b="0" i="0" lang="en-US">
                <a:solidFill>
                  <a:srgbClr val="1C2333"/>
                </a:solidFill>
                <a:latin typeface="Segoe UI"/>
              </a:rPr>
              <a:t>17) …… name is Mona.   (Her – His – Their)</a:t>
            </a:r>
          </a:p>
          <a:p>
            <a:pPr lvl="1" rtl="0" algn="l">
              <a:spcAft>
                <a:spcPts val="700"/>
              </a:spcAft>
            </a:pPr>
            <a:r>
              <a:rPr sz="1600" b="1" i="0" lang="en-US">
                <a:solidFill>
                  <a:srgbClr val="0F7A3D"/>
                </a:solidFill>
                <a:latin typeface="Segoe UI"/>
              </a:rPr>
              <a:t>✔ Her</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She gave …… a present.   (he – him – mine)</a:t>
            </a:r>
          </a:p>
          <a:p>
            <a:pPr rtl="0" algn="l">
              <a:spcAft>
                <a:spcPts val="800"/>
              </a:spcAft>
            </a:pPr>
            <a:r>
              <a:rPr sz="1800" b="0" i="0" lang="en-US">
                <a:solidFill>
                  <a:srgbClr val="1C2333"/>
                </a:solidFill>
                <a:latin typeface="Segoe UI"/>
              </a:rPr>
              <a:t>2) …… car is black.   (Them – hers – Our)</a:t>
            </a:r>
          </a:p>
          <a:p>
            <a:pPr rtl="0" algn="l">
              <a:spcAft>
                <a:spcPts val="800"/>
              </a:spcAft>
            </a:pPr>
            <a:r>
              <a:rPr sz="1800" b="0" i="0" lang="en-US">
                <a:solidFill>
                  <a:srgbClr val="1C2333"/>
                </a:solidFill>
                <a:latin typeface="Segoe UI"/>
              </a:rPr>
              <a:t>3) …… loves to read books.   (His – She – Them)</a:t>
            </a:r>
          </a:p>
          <a:p>
            <a:pPr rtl="0" algn="l">
              <a:spcAft>
                <a:spcPts val="800"/>
              </a:spcAft>
            </a:pPr>
            <a:r>
              <a:rPr sz="1800" b="0" i="0" lang="en-US">
                <a:solidFill>
                  <a:srgbClr val="1C2333"/>
                </a:solidFill>
                <a:latin typeface="Segoe UI"/>
              </a:rPr>
              <a:t>4) They cooked dinner by …… .   (themselves – her – they)</a:t>
            </a:r>
          </a:p>
          <a:p>
            <a:pPr rtl="0" algn="l">
              <a:spcAft>
                <a:spcPts val="800"/>
              </a:spcAft>
            </a:pPr>
            <a:r>
              <a:rPr sz="1800" b="0" i="0" lang="en-US">
                <a:solidFill>
                  <a:srgbClr val="1C2333"/>
                </a:solidFill>
                <a:latin typeface="Segoe UI"/>
              </a:rPr>
              <a:t>5) …… parents are doctors.   (Them – My – Him)</a:t>
            </a:r>
          </a:p>
          <a:p>
            <a:pPr rtl="0" algn="l">
              <a:spcAft>
                <a:spcPts val="800"/>
              </a:spcAft>
            </a:pPr>
            <a:r>
              <a:rPr sz="1800" b="0" i="0" lang="en-US">
                <a:solidFill>
                  <a:srgbClr val="1C2333"/>
                </a:solidFill>
                <a:latin typeface="Segoe UI"/>
              </a:rPr>
              <a:t>6) He fixed the car by …… .   (myself – herself – himself)</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She gave …… a present.   (he – him – mine)</a:t>
            </a:r>
          </a:p>
          <a:p>
            <a:pPr lvl="1" rtl="0" algn="l">
              <a:spcAft>
                <a:spcPts val="700"/>
              </a:spcAft>
            </a:pPr>
            <a:r>
              <a:rPr sz="1600" b="1" i="0" lang="en-US">
                <a:solidFill>
                  <a:srgbClr val="0F7A3D"/>
                </a:solidFill>
                <a:latin typeface="Segoe UI"/>
              </a:rPr>
              <a:t>✔ him</a:t>
            </a:r>
          </a:p>
          <a:p>
            <a:pPr rtl="0" algn="l">
              <a:spcAft>
                <a:spcPts val="300"/>
              </a:spcAft>
            </a:pPr>
            <a:r>
              <a:rPr sz="1700" b="0" i="0" lang="en-US">
                <a:solidFill>
                  <a:srgbClr val="1C2333"/>
                </a:solidFill>
                <a:latin typeface="Segoe UI"/>
              </a:rPr>
              <a:t>2) …… car is black.   (Them – hers – Our)</a:t>
            </a:r>
          </a:p>
          <a:p>
            <a:pPr lvl="1" rtl="0" algn="l">
              <a:spcAft>
                <a:spcPts val="700"/>
              </a:spcAft>
            </a:pPr>
            <a:r>
              <a:rPr sz="1600" b="1" i="0" lang="en-US">
                <a:solidFill>
                  <a:srgbClr val="0F7A3D"/>
                </a:solidFill>
                <a:latin typeface="Segoe UI"/>
              </a:rPr>
              <a:t>✔ Our</a:t>
            </a:r>
          </a:p>
          <a:p>
            <a:pPr rtl="0" algn="l">
              <a:spcAft>
                <a:spcPts val="300"/>
              </a:spcAft>
            </a:pPr>
            <a:r>
              <a:rPr sz="1700" b="0" i="0" lang="en-US">
                <a:solidFill>
                  <a:srgbClr val="1C2333"/>
                </a:solidFill>
                <a:latin typeface="Segoe UI"/>
              </a:rPr>
              <a:t>3) …… loves to read books.   (His – She – Them)</a:t>
            </a:r>
          </a:p>
          <a:p>
            <a:pPr lvl="1" rtl="0" algn="l">
              <a:spcAft>
                <a:spcPts val="700"/>
              </a:spcAft>
            </a:pPr>
            <a:r>
              <a:rPr sz="1600" b="1" i="0" lang="en-US">
                <a:solidFill>
                  <a:srgbClr val="0F7A3D"/>
                </a:solidFill>
                <a:latin typeface="Segoe UI"/>
              </a:rPr>
              <a:t>✔ She</a:t>
            </a:r>
          </a:p>
          <a:p>
            <a:pPr rtl="0" algn="l">
              <a:spcAft>
                <a:spcPts val="300"/>
              </a:spcAft>
            </a:pPr>
            <a:r>
              <a:rPr sz="1700" b="0" i="0" lang="en-US">
                <a:solidFill>
                  <a:srgbClr val="1C2333"/>
                </a:solidFill>
                <a:latin typeface="Segoe UI"/>
              </a:rPr>
              <a:t>4) They cooked dinner by …… .   (themselves – her – they)</a:t>
            </a:r>
          </a:p>
          <a:p>
            <a:pPr lvl="1" rtl="0" algn="l">
              <a:spcAft>
                <a:spcPts val="700"/>
              </a:spcAft>
            </a:pPr>
            <a:r>
              <a:rPr sz="1600" b="1" i="0" lang="en-US">
                <a:solidFill>
                  <a:srgbClr val="0F7A3D"/>
                </a:solidFill>
                <a:latin typeface="Segoe UI"/>
              </a:rPr>
              <a:t>✔ themselves</a:t>
            </a:r>
          </a:p>
          <a:p>
            <a:pPr rtl="0" algn="l">
              <a:spcAft>
                <a:spcPts val="300"/>
              </a:spcAft>
            </a:pPr>
            <a:r>
              <a:rPr sz="1700" b="0" i="0" lang="en-US">
                <a:solidFill>
                  <a:srgbClr val="1C2333"/>
                </a:solidFill>
                <a:latin typeface="Segoe UI"/>
              </a:rPr>
              <a:t>5) …… parents are doctors.   (Them – My – Him)</a:t>
            </a:r>
          </a:p>
          <a:p>
            <a:pPr lvl="1" rtl="0" algn="l">
              <a:spcAft>
                <a:spcPts val="700"/>
              </a:spcAft>
            </a:pPr>
            <a:r>
              <a:rPr sz="1600" b="1" i="0" lang="en-US">
                <a:solidFill>
                  <a:srgbClr val="0F7A3D"/>
                </a:solidFill>
                <a:latin typeface="Segoe UI"/>
              </a:rPr>
              <a:t>✔ My</a:t>
            </a:r>
          </a:p>
          <a:p>
            <a:pPr rtl="0" algn="l">
              <a:spcAft>
                <a:spcPts val="300"/>
              </a:spcAft>
            </a:pPr>
            <a:r>
              <a:rPr sz="1700" b="0" i="0" lang="en-US">
                <a:solidFill>
                  <a:srgbClr val="1C2333"/>
                </a:solidFill>
                <a:latin typeface="Segoe UI"/>
              </a:rPr>
              <a:t>6) He fixed the car by …… .   (myself – herself – himself)</a:t>
            </a:r>
          </a:p>
          <a:p>
            <a:pPr lvl="1" rtl="0" algn="l">
              <a:spcAft>
                <a:spcPts val="700"/>
              </a:spcAft>
            </a:pPr>
            <a:r>
              <a:rPr sz="1600" b="1" i="0" lang="en-US">
                <a:solidFill>
                  <a:srgbClr val="0F7A3D"/>
                </a:solidFill>
                <a:latin typeface="Segoe UI"/>
              </a:rPr>
              <a:t>✔ himself</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This car is …… .   (your – mine – them)</a:t>
            </a:r>
          </a:p>
          <a:p>
            <a:pPr rtl="0" algn="l">
              <a:spcAft>
                <a:spcPts val="800"/>
              </a:spcAft>
            </a:pPr>
            <a:r>
              <a:rPr sz="1800" b="0" i="0" lang="en-US">
                <a:solidFill>
                  <a:srgbClr val="1C2333"/>
                </a:solidFill>
                <a:latin typeface="Segoe UI"/>
              </a:rPr>
              <a:t>8) Those books are …… .   (your – them – ours)</a:t>
            </a:r>
          </a:p>
          <a:p>
            <a:pPr rtl="0" algn="l">
              <a:spcAft>
                <a:spcPts val="800"/>
              </a:spcAft>
            </a:pPr>
            <a:r>
              <a:rPr sz="1800" b="0" i="0" lang="en-US">
                <a:solidFill>
                  <a:srgbClr val="1C2333"/>
                </a:solidFill>
                <a:latin typeface="Segoe UI"/>
              </a:rPr>
              <a:t>9) …… team won the match.   (Them – Our – Yours)</a:t>
            </a:r>
          </a:p>
          <a:p>
            <a:pPr rtl="0" algn="l">
              <a:spcAft>
                <a:spcPts val="800"/>
              </a:spcAft>
            </a:pPr>
            <a:r>
              <a:rPr sz="1800" b="0" i="0" lang="en-US">
                <a:solidFill>
                  <a:srgbClr val="1C2333"/>
                </a:solidFill>
                <a:latin typeface="Segoe UI"/>
              </a:rPr>
              <a:t>10) This bag is …… .   (ours – my – yours)</a:t>
            </a:r>
          </a:p>
          <a:p>
            <a:pPr rtl="0" algn="l">
              <a:spcAft>
                <a:spcPts val="800"/>
              </a:spcAft>
            </a:pPr>
            <a:r>
              <a:rPr sz="1800" b="0" i="0" lang="en-US">
                <a:solidFill>
                  <a:srgbClr val="1C2333"/>
                </a:solidFill>
                <a:latin typeface="Segoe UI"/>
              </a:rPr>
              <a:t>11) I ride my bike by …… .   (himself – itself – myself)</a:t>
            </a:r>
          </a:p>
          <a:p>
            <a:pPr rtl="0" algn="l">
              <a:spcAft>
                <a:spcPts val="800"/>
              </a:spcAft>
            </a:pPr>
            <a:r>
              <a:rPr sz="1800" b="0" i="0" lang="en-US">
                <a:solidFill>
                  <a:srgbClr val="1C2333"/>
                </a:solidFill>
                <a:latin typeface="Segoe UI"/>
              </a:rPr>
              <a:t>12) …… listen to music.   (Them – I – our)</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This car is …… .   (your – mine – them)</a:t>
            </a:r>
          </a:p>
          <a:p>
            <a:pPr lvl="1" rtl="0" algn="l">
              <a:spcAft>
                <a:spcPts val="700"/>
              </a:spcAft>
            </a:pPr>
            <a:r>
              <a:rPr sz="1600" b="1" i="0" lang="en-US">
                <a:solidFill>
                  <a:srgbClr val="0F7A3D"/>
                </a:solidFill>
                <a:latin typeface="Segoe UI"/>
              </a:rPr>
              <a:t>✔ mine</a:t>
            </a:r>
          </a:p>
          <a:p>
            <a:pPr rtl="0" algn="l">
              <a:spcAft>
                <a:spcPts val="300"/>
              </a:spcAft>
            </a:pPr>
            <a:r>
              <a:rPr sz="1700" b="0" i="0" lang="en-US">
                <a:solidFill>
                  <a:srgbClr val="1C2333"/>
                </a:solidFill>
                <a:latin typeface="Segoe UI"/>
              </a:rPr>
              <a:t>8) Those books are …… .   (your – them – ours)</a:t>
            </a:r>
          </a:p>
          <a:p>
            <a:pPr lvl="1" rtl="0" algn="l">
              <a:spcAft>
                <a:spcPts val="700"/>
              </a:spcAft>
            </a:pPr>
            <a:r>
              <a:rPr sz="1600" b="1" i="0" lang="en-US">
                <a:solidFill>
                  <a:srgbClr val="0F7A3D"/>
                </a:solidFill>
                <a:latin typeface="Segoe UI"/>
              </a:rPr>
              <a:t>✔ ours</a:t>
            </a:r>
          </a:p>
          <a:p>
            <a:pPr rtl="0" algn="l">
              <a:spcAft>
                <a:spcPts val="300"/>
              </a:spcAft>
            </a:pPr>
            <a:r>
              <a:rPr sz="1700" b="0" i="0" lang="en-US">
                <a:solidFill>
                  <a:srgbClr val="1C2333"/>
                </a:solidFill>
                <a:latin typeface="Segoe UI"/>
              </a:rPr>
              <a:t>9) …… team won the match.   (Them – Our – Yours)</a:t>
            </a:r>
          </a:p>
          <a:p>
            <a:pPr lvl="1" rtl="0" algn="l">
              <a:spcAft>
                <a:spcPts val="700"/>
              </a:spcAft>
            </a:pPr>
            <a:r>
              <a:rPr sz="1600" b="1" i="0" lang="en-US">
                <a:solidFill>
                  <a:srgbClr val="0F7A3D"/>
                </a:solidFill>
                <a:latin typeface="Segoe UI"/>
              </a:rPr>
              <a:t>✔ Our</a:t>
            </a:r>
          </a:p>
          <a:p>
            <a:pPr rtl="0" algn="l">
              <a:spcAft>
                <a:spcPts val="300"/>
              </a:spcAft>
            </a:pPr>
            <a:r>
              <a:rPr sz="1700" b="0" i="0" lang="en-US">
                <a:solidFill>
                  <a:srgbClr val="1C2333"/>
                </a:solidFill>
                <a:latin typeface="Segoe UI"/>
              </a:rPr>
              <a:t>10) This bag is …… .   (ours – my – yours)</a:t>
            </a:r>
          </a:p>
          <a:p>
            <a:pPr lvl="1" rtl="0" algn="l">
              <a:spcAft>
                <a:spcPts val="700"/>
              </a:spcAft>
            </a:pPr>
            <a:r>
              <a:rPr sz="1600" b="1" i="0" lang="en-US">
                <a:solidFill>
                  <a:srgbClr val="0F7A3D"/>
                </a:solidFill>
                <a:latin typeface="Segoe UI"/>
              </a:rPr>
              <a:t>✔ ours</a:t>
            </a:r>
          </a:p>
          <a:p>
            <a:pPr rtl="0" algn="l">
              <a:spcAft>
                <a:spcPts val="300"/>
              </a:spcAft>
            </a:pPr>
            <a:r>
              <a:rPr sz="1700" b="0" i="0" lang="en-US">
                <a:solidFill>
                  <a:srgbClr val="1C2333"/>
                </a:solidFill>
                <a:latin typeface="Segoe UI"/>
              </a:rPr>
              <a:t>11) I ride my bike by …… .   (himself – itself – myself)</a:t>
            </a:r>
          </a:p>
          <a:p>
            <a:pPr lvl="1" rtl="0" algn="l">
              <a:spcAft>
                <a:spcPts val="700"/>
              </a:spcAft>
            </a:pPr>
            <a:r>
              <a:rPr sz="1600" b="1" i="0" lang="en-US">
                <a:solidFill>
                  <a:srgbClr val="0F7A3D"/>
                </a:solidFill>
                <a:latin typeface="Segoe UI"/>
              </a:rPr>
              <a:t>✔ myself</a:t>
            </a:r>
          </a:p>
          <a:p>
            <a:pPr rtl="0" algn="l">
              <a:spcAft>
                <a:spcPts val="300"/>
              </a:spcAft>
            </a:pPr>
            <a:r>
              <a:rPr sz="1700" b="0" i="0" lang="en-US">
                <a:solidFill>
                  <a:srgbClr val="1C2333"/>
                </a:solidFill>
                <a:latin typeface="Segoe UI"/>
              </a:rPr>
              <a:t>12) …… listen to music.   (Them – I – our)</a:t>
            </a:r>
          </a:p>
          <a:p>
            <a:pPr lvl="1" rtl="0" algn="l">
              <a:spcAft>
                <a:spcPts val="700"/>
              </a:spcAft>
            </a:pPr>
            <a:r>
              <a:rPr sz="1600" b="1" i="0" lang="en-US">
                <a:solidFill>
                  <a:srgbClr val="0F7A3D"/>
                </a:solidFill>
                <a:latin typeface="Segoe UI"/>
              </a:rPr>
              <a:t>✔ I</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Dogs drink milk by …… .   (itself – themselves – their)</a:t>
            </a:r>
          </a:p>
          <a:p>
            <a:pPr rtl="0" algn="l">
              <a:spcAft>
                <a:spcPts val="800"/>
              </a:spcAft>
            </a:pPr>
            <a:r>
              <a:rPr sz="1800" b="0" i="0" lang="en-US">
                <a:solidFill>
                  <a:srgbClr val="1C2333"/>
                </a:solidFill>
                <a:latin typeface="Segoe UI"/>
              </a:rPr>
              <a:t>14) Do the laundry by …… .   (myself – yourself – itself)</a:t>
            </a:r>
          </a:p>
          <a:p>
            <a:pPr rtl="0" algn="l">
              <a:spcAft>
                <a:spcPts val="800"/>
              </a:spcAft>
            </a:pPr>
            <a:r>
              <a:rPr sz="1800" b="0" i="0" lang="en-US">
                <a:solidFill>
                  <a:srgbClr val="1C2333"/>
                </a:solidFill>
                <a:latin typeface="Segoe UI"/>
              </a:rPr>
              <a:t>15) The house is …… .   (our – their – his)</a:t>
            </a:r>
          </a:p>
          <a:p>
            <a:pPr rtl="0" algn="l">
              <a:spcAft>
                <a:spcPts val="800"/>
              </a:spcAft>
            </a:pPr>
            <a:r>
              <a:rPr sz="1800" b="0" i="0" lang="en-US">
                <a:solidFill>
                  <a:srgbClr val="1C2333"/>
                </a:solidFill>
                <a:latin typeface="Segoe UI"/>
              </a:rPr>
              <a:t>16) These are …… pens.   (him – your – ours)</a:t>
            </a:r>
          </a:p>
          <a:p>
            <a:pPr rtl="0" algn="l">
              <a:spcAft>
                <a:spcPts val="800"/>
              </a:spcAft>
            </a:pPr>
            <a:r>
              <a:rPr sz="1800" b="0" i="0" lang="en-US">
                <a:solidFill>
                  <a:srgbClr val="1C2333"/>
                </a:solidFill>
                <a:latin typeface="Segoe UI"/>
              </a:rPr>
              <a:t>17) …… make my bed.   (They – He – I)</a:t>
            </a:r>
          </a:p>
          <a:p>
            <a:pPr rtl="0" algn="l">
              <a:spcAft>
                <a:spcPts val="800"/>
              </a:spcAft>
            </a:pPr>
            <a:r>
              <a:rPr sz="1800" b="0" i="0" lang="en-US">
                <a:solidFill>
                  <a:srgbClr val="1C2333"/>
                </a:solidFill>
                <a:latin typeface="Segoe UI"/>
              </a:rPr>
              <a:t>18) This dog is …… .   (him – her – his)</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Dogs drink milk by …… .   (itself – themselves – their)</a:t>
            </a:r>
          </a:p>
          <a:p>
            <a:pPr lvl="1" rtl="0" algn="l">
              <a:spcAft>
                <a:spcPts val="700"/>
              </a:spcAft>
            </a:pPr>
            <a:r>
              <a:rPr sz="1600" b="1" i="0" lang="en-US">
                <a:solidFill>
                  <a:srgbClr val="0F7A3D"/>
                </a:solidFill>
                <a:latin typeface="Segoe UI"/>
              </a:rPr>
              <a:t>✔ themselves</a:t>
            </a:r>
          </a:p>
          <a:p>
            <a:pPr rtl="0" algn="l">
              <a:spcAft>
                <a:spcPts val="300"/>
              </a:spcAft>
            </a:pPr>
            <a:r>
              <a:rPr sz="1700" b="0" i="0" lang="en-US">
                <a:solidFill>
                  <a:srgbClr val="1C2333"/>
                </a:solidFill>
                <a:latin typeface="Segoe UI"/>
              </a:rPr>
              <a:t>14) Do the laundry by …… .   (myself – yourself – itself)</a:t>
            </a:r>
          </a:p>
          <a:p>
            <a:pPr lvl="1" rtl="0" algn="l">
              <a:spcAft>
                <a:spcPts val="700"/>
              </a:spcAft>
            </a:pPr>
            <a:r>
              <a:rPr sz="1600" b="1" i="0" lang="en-US">
                <a:solidFill>
                  <a:srgbClr val="0F7A3D"/>
                </a:solidFill>
                <a:latin typeface="Segoe UI"/>
              </a:rPr>
              <a:t>✔ yourself</a:t>
            </a:r>
          </a:p>
          <a:p>
            <a:pPr rtl="0" algn="l">
              <a:spcAft>
                <a:spcPts val="300"/>
              </a:spcAft>
            </a:pPr>
            <a:r>
              <a:rPr sz="1700" b="0" i="0" lang="en-US">
                <a:solidFill>
                  <a:srgbClr val="1C2333"/>
                </a:solidFill>
                <a:latin typeface="Segoe UI"/>
              </a:rPr>
              <a:t>15) The house is …… .   (our – their – his)</a:t>
            </a:r>
          </a:p>
          <a:p>
            <a:pPr lvl="1" rtl="0" algn="l">
              <a:spcAft>
                <a:spcPts val="700"/>
              </a:spcAft>
            </a:pPr>
            <a:r>
              <a:rPr sz="1600" b="1" i="0" lang="en-US">
                <a:solidFill>
                  <a:srgbClr val="0F7A3D"/>
                </a:solidFill>
                <a:latin typeface="Segoe UI"/>
              </a:rPr>
              <a:t>✔ his</a:t>
            </a:r>
          </a:p>
          <a:p>
            <a:pPr rtl="0" algn="l">
              <a:spcAft>
                <a:spcPts val="300"/>
              </a:spcAft>
            </a:pPr>
            <a:r>
              <a:rPr sz="1700" b="0" i="0" lang="en-US">
                <a:solidFill>
                  <a:srgbClr val="1C2333"/>
                </a:solidFill>
                <a:latin typeface="Segoe UI"/>
              </a:rPr>
              <a:t>16) These are …… pens.   (him – your – ours)</a:t>
            </a:r>
          </a:p>
          <a:p>
            <a:pPr lvl="1" rtl="0" algn="l">
              <a:spcAft>
                <a:spcPts val="700"/>
              </a:spcAft>
            </a:pPr>
            <a:r>
              <a:rPr sz="1600" b="1" i="0" lang="en-US">
                <a:solidFill>
                  <a:srgbClr val="0F7A3D"/>
                </a:solidFill>
                <a:latin typeface="Segoe UI"/>
              </a:rPr>
              <a:t>✔ your</a:t>
            </a:r>
          </a:p>
          <a:p>
            <a:pPr rtl="0" algn="l">
              <a:spcAft>
                <a:spcPts val="300"/>
              </a:spcAft>
            </a:pPr>
            <a:r>
              <a:rPr sz="1700" b="0" i="0" lang="en-US">
                <a:solidFill>
                  <a:srgbClr val="1C2333"/>
                </a:solidFill>
                <a:latin typeface="Segoe UI"/>
              </a:rPr>
              <a:t>17) …… make my bed.   (They – He – I)</a:t>
            </a:r>
          </a:p>
          <a:p>
            <a:pPr lvl="1" rtl="0" algn="l">
              <a:spcAft>
                <a:spcPts val="700"/>
              </a:spcAft>
            </a:pPr>
            <a:r>
              <a:rPr sz="1600" b="1" i="0" lang="en-US">
                <a:solidFill>
                  <a:srgbClr val="0F7A3D"/>
                </a:solidFill>
                <a:latin typeface="Segoe UI"/>
              </a:rPr>
              <a:t>✔ I</a:t>
            </a:r>
          </a:p>
          <a:p>
            <a:pPr rtl="0" algn="l">
              <a:spcAft>
                <a:spcPts val="300"/>
              </a:spcAft>
            </a:pPr>
            <a:r>
              <a:rPr sz="1700" b="0" i="0" lang="en-US">
                <a:solidFill>
                  <a:srgbClr val="1C2333"/>
                </a:solidFill>
                <a:latin typeface="Segoe UI"/>
              </a:rPr>
              <a:t>18) This dog is …… .   (him – her – his)</a:t>
            </a:r>
          </a:p>
          <a:p>
            <a:pPr lvl="1" rtl="0" algn="l">
              <a:spcAft>
                <a:spcPts val="700"/>
              </a:spcAft>
            </a:pPr>
            <a:r>
              <a:rPr sz="1600" b="1" i="0" lang="en-US">
                <a:solidFill>
                  <a:srgbClr val="0F7A3D"/>
                </a:solidFill>
                <a:latin typeface="Segoe UI"/>
              </a:rPr>
              <a:t>✔ his</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Make the bed by …… .   (myself – yourself – himself)</a:t>
            </a:r>
          </a:p>
          <a:p>
            <a:pPr rtl="0" algn="l">
              <a:spcAft>
                <a:spcPts val="800"/>
              </a:spcAft>
            </a:pPr>
            <a:r>
              <a:rPr sz="1800" b="0" i="0" lang="en-US">
                <a:solidFill>
                  <a:srgbClr val="1C2333"/>
                </a:solidFill>
                <a:latin typeface="Segoe UI"/>
              </a:rPr>
              <a:t>20) …… listen to music every day.   (His – They – Her)</a:t>
            </a:r>
          </a:p>
          <a:p>
            <a:pPr rtl="0" algn="l">
              <a:spcAft>
                <a:spcPts val="800"/>
              </a:spcAft>
            </a:pPr>
            <a:r>
              <a:rPr sz="1800" b="0" i="0" lang="en-US">
                <a:solidFill>
                  <a:srgbClr val="1C2333"/>
                </a:solidFill>
                <a:latin typeface="Segoe UI"/>
              </a:rPr>
              <a:t>21) The cat cleaned its tail by …… .   (myself – itself – hers)</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C) Choose the correct answer (mixed)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Make the bed by …… .   (myself – yourself – himself)</a:t>
            </a:r>
          </a:p>
          <a:p>
            <a:pPr lvl="1" rtl="0" algn="l">
              <a:spcAft>
                <a:spcPts val="700"/>
              </a:spcAft>
            </a:pPr>
            <a:r>
              <a:rPr sz="1600" b="1" i="0" lang="en-US">
                <a:solidFill>
                  <a:srgbClr val="0F7A3D"/>
                </a:solidFill>
                <a:latin typeface="Segoe UI"/>
              </a:rPr>
              <a:t>✔ yourself</a:t>
            </a:r>
          </a:p>
          <a:p>
            <a:pPr rtl="0" algn="l">
              <a:spcAft>
                <a:spcPts val="300"/>
              </a:spcAft>
            </a:pPr>
            <a:r>
              <a:rPr sz="1700" b="0" i="0" lang="en-US">
                <a:solidFill>
                  <a:srgbClr val="1C2333"/>
                </a:solidFill>
                <a:latin typeface="Segoe UI"/>
              </a:rPr>
              <a:t>20) …… listen to music every day.   (His – They – Her)</a:t>
            </a:r>
          </a:p>
          <a:p>
            <a:pPr lvl="1" rtl="0" algn="l">
              <a:spcAft>
                <a:spcPts val="700"/>
              </a:spcAft>
            </a:pPr>
            <a:r>
              <a:rPr sz="1600" b="1" i="0" lang="en-US">
                <a:solidFill>
                  <a:srgbClr val="0F7A3D"/>
                </a:solidFill>
                <a:latin typeface="Segoe UI"/>
              </a:rPr>
              <a:t>✔ They</a:t>
            </a:r>
          </a:p>
          <a:p>
            <a:pPr rtl="0" algn="l">
              <a:spcAft>
                <a:spcPts val="300"/>
              </a:spcAft>
            </a:pPr>
            <a:r>
              <a:rPr sz="1700" b="0" i="0" lang="en-US">
                <a:solidFill>
                  <a:srgbClr val="1C2333"/>
                </a:solidFill>
                <a:latin typeface="Segoe UI"/>
              </a:rPr>
              <a:t>21) The cat cleaned its tail by …… .   (myself – itself – hers)</a:t>
            </a:r>
          </a:p>
          <a:p>
            <a:pPr lvl="1" rtl="0" algn="l">
              <a:spcAft>
                <a:spcPts val="700"/>
              </a:spcAft>
            </a:pPr>
            <a:r>
              <a:rPr sz="1600" b="1" i="0" lang="en-US">
                <a:solidFill>
                  <a:srgbClr val="0F7A3D"/>
                </a:solidFill>
                <a:latin typeface="Segoe UI"/>
              </a:rPr>
              <a:t>✔ itself</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Him is very happy.</a:t>
            </a:r>
          </a:p>
          <a:p>
            <a:pPr rtl="0" algn="l">
              <a:spcAft>
                <a:spcPts val="800"/>
              </a:spcAft>
            </a:pPr>
            <a:r>
              <a:rPr sz="1800" b="0" i="0" lang="en-US">
                <a:solidFill>
                  <a:srgbClr val="1C2333"/>
                </a:solidFill>
                <a:latin typeface="Segoe UI"/>
              </a:rPr>
              <a:t>2) We go to school by myself .</a:t>
            </a:r>
          </a:p>
          <a:p>
            <a:pPr rtl="0" algn="l">
              <a:spcAft>
                <a:spcPts val="800"/>
              </a:spcAft>
            </a:pPr>
            <a:r>
              <a:rPr sz="1800" b="0" i="0" lang="en-US">
                <a:solidFill>
                  <a:srgbClr val="1C2333"/>
                </a:solidFill>
                <a:latin typeface="Segoe UI"/>
              </a:rPr>
              <a:t>3) He is my friend. Her name is Ali.</a:t>
            </a:r>
          </a:p>
          <a:p>
            <a:pPr rtl="0" algn="l">
              <a:spcAft>
                <a:spcPts val="800"/>
              </a:spcAft>
            </a:pPr>
            <a:r>
              <a:rPr sz="1800" b="0" i="0" lang="en-US">
                <a:solidFill>
                  <a:srgbClr val="1C2333"/>
                </a:solidFill>
                <a:latin typeface="Segoe UI"/>
              </a:rPr>
              <a:t>4) It's hers birthday.</a:t>
            </a:r>
          </a:p>
          <a:p>
            <a:pPr rtl="0" algn="l">
              <a:spcAft>
                <a:spcPts val="800"/>
              </a:spcAft>
            </a:pPr>
            <a:r>
              <a:rPr sz="1800" b="0" i="0" lang="en-US">
                <a:solidFill>
                  <a:srgbClr val="1C2333"/>
                </a:solidFill>
                <a:latin typeface="Segoe UI"/>
              </a:rPr>
              <a:t>5) They are my parents. Them car is red.</a:t>
            </a:r>
          </a:p>
          <a:p>
            <a:pPr rtl="0" algn="l">
              <a:spcAft>
                <a:spcPts val="800"/>
              </a:spcAft>
            </a:pPr>
            <a:r>
              <a:rPr sz="1800" b="0" i="0" lang="en-US">
                <a:solidFill>
                  <a:srgbClr val="1C2333"/>
                </a:solidFill>
                <a:latin typeface="Segoe UI"/>
              </a:rPr>
              <a:t>6) He did the laundry by herself .</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Him is very happy.</a:t>
            </a:r>
          </a:p>
          <a:p>
            <a:pPr lvl="1" rtl="0" algn="l">
              <a:spcAft>
                <a:spcPts val="700"/>
              </a:spcAft>
            </a:pPr>
            <a:r>
              <a:rPr sz="1600" b="1" i="0" lang="en-US">
                <a:solidFill>
                  <a:srgbClr val="0F7A3D"/>
                </a:solidFill>
                <a:latin typeface="Segoe UI"/>
              </a:rPr>
              <a:t>✔ He is very happy.</a:t>
            </a:r>
          </a:p>
          <a:p>
            <a:pPr rtl="0" algn="l">
              <a:spcAft>
                <a:spcPts val="300"/>
              </a:spcAft>
            </a:pPr>
            <a:r>
              <a:rPr sz="1700" b="0" i="0" lang="en-US">
                <a:solidFill>
                  <a:srgbClr val="1C2333"/>
                </a:solidFill>
                <a:latin typeface="Segoe UI"/>
              </a:rPr>
              <a:t>2) We go to school by myself .</a:t>
            </a:r>
          </a:p>
          <a:p>
            <a:pPr lvl="1" rtl="0" algn="l">
              <a:spcAft>
                <a:spcPts val="700"/>
              </a:spcAft>
            </a:pPr>
            <a:r>
              <a:rPr sz="1600" b="1" i="0" lang="en-US">
                <a:solidFill>
                  <a:srgbClr val="0F7A3D"/>
                </a:solidFill>
                <a:latin typeface="Segoe UI"/>
              </a:rPr>
              <a:t>✔ We go to school by ourselves .</a:t>
            </a:r>
          </a:p>
          <a:p>
            <a:pPr rtl="0" algn="l">
              <a:spcAft>
                <a:spcPts val="300"/>
              </a:spcAft>
            </a:pPr>
            <a:r>
              <a:rPr sz="1700" b="0" i="0" lang="en-US">
                <a:solidFill>
                  <a:srgbClr val="1C2333"/>
                </a:solidFill>
                <a:latin typeface="Segoe UI"/>
              </a:rPr>
              <a:t>3) He is my friend. Her name is Ali.</a:t>
            </a:r>
          </a:p>
          <a:p>
            <a:pPr lvl="1" rtl="0" algn="l">
              <a:spcAft>
                <a:spcPts val="700"/>
              </a:spcAft>
            </a:pPr>
            <a:r>
              <a:rPr sz="1600" b="1" i="0" lang="en-US">
                <a:solidFill>
                  <a:srgbClr val="0F7A3D"/>
                </a:solidFill>
                <a:latin typeface="Segoe UI"/>
              </a:rPr>
              <a:t>✔ He is my friend. His name is Ali.</a:t>
            </a:r>
          </a:p>
          <a:p>
            <a:pPr rtl="0" algn="l">
              <a:spcAft>
                <a:spcPts val="300"/>
              </a:spcAft>
            </a:pPr>
            <a:r>
              <a:rPr sz="1700" b="0" i="0" lang="en-US">
                <a:solidFill>
                  <a:srgbClr val="1C2333"/>
                </a:solidFill>
                <a:latin typeface="Segoe UI"/>
              </a:rPr>
              <a:t>4) It's hers birthday.</a:t>
            </a:r>
          </a:p>
          <a:p>
            <a:pPr lvl="1" rtl="0" algn="l">
              <a:spcAft>
                <a:spcPts val="700"/>
              </a:spcAft>
            </a:pPr>
            <a:r>
              <a:rPr sz="1600" b="1" i="0" lang="en-US">
                <a:solidFill>
                  <a:srgbClr val="0F7A3D"/>
                </a:solidFill>
                <a:latin typeface="Segoe UI"/>
              </a:rPr>
              <a:t>✔ It's her birthday.</a:t>
            </a:r>
          </a:p>
          <a:p>
            <a:pPr rtl="0" algn="l">
              <a:spcAft>
                <a:spcPts val="300"/>
              </a:spcAft>
            </a:pPr>
            <a:r>
              <a:rPr sz="1700" b="0" i="0" lang="en-US">
                <a:solidFill>
                  <a:srgbClr val="1C2333"/>
                </a:solidFill>
                <a:latin typeface="Segoe UI"/>
              </a:rPr>
              <a:t>5) They are my parents. Them car is red.</a:t>
            </a:r>
          </a:p>
          <a:p>
            <a:pPr lvl="1" rtl="0" algn="l">
              <a:spcAft>
                <a:spcPts val="700"/>
              </a:spcAft>
            </a:pPr>
            <a:r>
              <a:rPr sz="1600" b="1" i="0" lang="en-US">
                <a:solidFill>
                  <a:srgbClr val="0F7A3D"/>
                </a:solidFill>
                <a:latin typeface="Segoe UI"/>
              </a:rPr>
              <a:t>✔ They are my parents. Their car is red.</a:t>
            </a:r>
          </a:p>
          <a:p>
            <a:pPr rtl="0" algn="l">
              <a:spcAft>
                <a:spcPts val="300"/>
              </a:spcAft>
            </a:pPr>
            <a:r>
              <a:rPr sz="1700" b="0" i="0" lang="en-US">
                <a:solidFill>
                  <a:srgbClr val="1C2333"/>
                </a:solidFill>
                <a:latin typeface="Segoe UI"/>
              </a:rPr>
              <a:t>6) He did the laundry by herself .</a:t>
            </a:r>
          </a:p>
          <a:p>
            <a:pPr lvl="1" rtl="0" algn="l">
              <a:spcAft>
                <a:spcPts val="700"/>
              </a:spcAft>
            </a:pPr>
            <a:r>
              <a:rPr sz="1600" b="1" i="0" lang="en-US">
                <a:solidFill>
                  <a:srgbClr val="0F7A3D"/>
                </a:solidFill>
                <a:latin typeface="Segoe UI"/>
              </a:rPr>
              <a:t>✔ He did the laundry by himself .</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Me shoes are black.</a:t>
            </a:r>
          </a:p>
          <a:p>
            <a:pPr rtl="0" algn="l">
              <a:spcAft>
                <a:spcPts val="800"/>
              </a:spcAft>
            </a:pPr>
            <a:r>
              <a:rPr sz="1800" b="0" i="0" lang="en-US">
                <a:solidFill>
                  <a:srgbClr val="1C2333"/>
                </a:solidFill>
                <a:latin typeface="Segoe UI"/>
              </a:rPr>
              <a:t>8) What is yours birthday?</a:t>
            </a:r>
          </a:p>
          <a:p>
            <a:pPr rtl="0" algn="l">
              <a:spcAft>
                <a:spcPts val="800"/>
              </a:spcAft>
            </a:pPr>
            <a:r>
              <a:rPr sz="1800" b="0" i="0" lang="en-US">
                <a:solidFill>
                  <a:srgbClr val="1C2333"/>
                </a:solidFill>
                <a:latin typeface="Segoe UI"/>
              </a:rPr>
              <a:t>9) That is my friend. His name is Mona.</a:t>
            </a:r>
          </a:p>
          <a:p>
            <a:pPr rtl="0" algn="l">
              <a:spcAft>
                <a:spcPts val="800"/>
              </a:spcAft>
            </a:pPr>
            <a:r>
              <a:rPr sz="1800" b="0" i="0" lang="en-US">
                <a:solidFill>
                  <a:srgbClr val="1C2333"/>
                </a:solidFill>
                <a:latin typeface="Segoe UI"/>
              </a:rPr>
              <a:t>10) She did it by myself .</a:t>
            </a:r>
          </a:p>
          <a:p>
            <a:pPr rtl="0" algn="l">
              <a:spcAft>
                <a:spcPts val="800"/>
              </a:spcAft>
            </a:pPr>
            <a:r>
              <a:rPr sz="1800" b="0" i="0" lang="en-US">
                <a:solidFill>
                  <a:srgbClr val="1C2333"/>
                </a:solidFill>
                <a:latin typeface="Segoe UI"/>
              </a:rPr>
              <a:t>11) We enjoyed myself .</a:t>
            </a:r>
          </a:p>
          <a:p>
            <a:pPr rtl="0" algn="l">
              <a:spcAft>
                <a:spcPts val="800"/>
              </a:spcAft>
            </a:pPr>
            <a:r>
              <a:rPr sz="1800" b="0" i="0" lang="en-US">
                <a:solidFill>
                  <a:srgbClr val="1C2333"/>
                </a:solidFill>
                <a:latin typeface="Segoe UI"/>
              </a:rPr>
              <a:t>12) That is ours house.</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Me shoes are black.</a:t>
            </a:r>
          </a:p>
          <a:p>
            <a:pPr lvl="1" rtl="0" algn="l">
              <a:spcAft>
                <a:spcPts val="700"/>
              </a:spcAft>
            </a:pPr>
            <a:r>
              <a:rPr sz="1600" b="1" i="0" lang="en-US">
                <a:solidFill>
                  <a:srgbClr val="0F7A3D"/>
                </a:solidFill>
                <a:latin typeface="Segoe UI"/>
              </a:rPr>
              <a:t>✔ My shoes are black.</a:t>
            </a:r>
          </a:p>
          <a:p>
            <a:pPr rtl="0" algn="l">
              <a:spcAft>
                <a:spcPts val="300"/>
              </a:spcAft>
            </a:pPr>
            <a:r>
              <a:rPr sz="1700" b="0" i="0" lang="en-US">
                <a:solidFill>
                  <a:srgbClr val="1C2333"/>
                </a:solidFill>
                <a:latin typeface="Segoe UI"/>
              </a:rPr>
              <a:t>8) What is yours birthday?</a:t>
            </a:r>
          </a:p>
          <a:p>
            <a:pPr lvl="1" rtl="0" algn="l">
              <a:spcAft>
                <a:spcPts val="700"/>
              </a:spcAft>
            </a:pPr>
            <a:r>
              <a:rPr sz="1600" b="1" i="0" lang="en-US">
                <a:solidFill>
                  <a:srgbClr val="0F7A3D"/>
                </a:solidFill>
                <a:latin typeface="Segoe UI"/>
              </a:rPr>
              <a:t>✔ When is your birthday?</a:t>
            </a:r>
          </a:p>
          <a:p>
            <a:pPr rtl="0" algn="l">
              <a:spcAft>
                <a:spcPts val="300"/>
              </a:spcAft>
            </a:pPr>
            <a:r>
              <a:rPr sz="1700" b="0" i="0" lang="en-US">
                <a:solidFill>
                  <a:srgbClr val="1C2333"/>
                </a:solidFill>
                <a:latin typeface="Segoe UI"/>
              </a:rPr>
              <a:t>9) That is my friend. His name is Mona.</a:t>
            </a:r>
          </a:p>
          <a:p>
            <a:pPr lvl="1" rtl="0" algn="l">
              <a:spcAft>
                <a:spcPts val="700"/>
              </a:spcAft>
            </a:pPr>
            <a:r>
              <a:rPr sz="1600" b="1" i="0" lang="en-US">
                <a:solidFill>
                  <a:srgbClr val="0F7A3D"/>
                </a:solidFill>
                <a:latin typeface="Segoe UI"/>
              </a:rPr>
              <a:t>✔ That is my friend. Her name is Mona.</a:t>
            </a:r>
          </a:p>
          <a:p>
            <a:pPr rtl="0" algn="l">
              <a:spcAft>
                <a:spcPts val="300"/>
              </a:spcAft>
            </a:pPr>
            <a:r>
              <a:rPr sz="1700" b="0" i="0" lang="en-US">
                <a:solidFill>
                  <a:srgbClr val="1C2333"/>
                </a:solidFill>
                <a:latin typeface="Segoe UI"/>
              </a:rPr>
              <a:t>10) She did it by myself .</a:t>
            </a:r>
          </a:p>
          <a:p>
            <a:pPr lvl="1" rtl="0" algn="l">
              <a:spcAft>
                <a:spcPts val="700"/>
              </a:spcAft>
            </a:pPr>
            <a:r>
              <a:rPr sz="1600" b="1" i="0" lang="en-US">
                <a:solidFill>
                  <a:srgbClr val="0F7A3D"/>
                </a:solidFill>
                <a:latin typeface="Segoe UI"/>
              </a:rPr>
              <a:t>✔ She did it by herself .</a:t>
            </a:r>
          </a:p>
          <a:p>
            <a:pPr rtl="0" algn="l">
              <a:spcAft>
                <a:spcPts val="300"/>
              </a:spcAft>
            </a:pPr>
            <a:r>
              <a:rPr sz="1700" b="0" i="0" lang="en-US">
                <a:solidFill>
                  <a:srgbClr val="1C2333"/>
                </a:solidFill>
                <a:latin typeface="Segoe UI"/>
              </a:rPr>
              <a:t>11) We enjoyed myself .</a:t>
            </a:r>
          </a:p>
          <a:p>
            <a:pPr lvl="1" rtl="0" algn="l">
              <a:spcAft>
                <a:spcPts val="700"/>
              </a:spcAft>
            </a:pPr>
            <a:r>
              <a:rPr sz="1600" b="1" i="0" lang="en-US">
                <a:solidFill>
                  <a:srgbClr val="0F7A3D"/>
                </a:solidFill>
                <a:latin typeface="Segoe UI"/>
              </a:rPr>
              <a:t>✔ We enjoyed ourselves .</a:t>
            </a:r>
          </a:p>
          <a:p>
            <a:pPr rtl="0" algn="l">
              <a:spcAft>
                <a:spcPts val="300"/>
              </a:spcAft>
            </a:pPr>
            <a:r>
              <a:rPr sz="1700" b="0" i="0" lang="en-US">
                <a:solidFill>
                  <a:srgbClr val="1C2333"/>
                </a:solidFill>
                <a:latin typeface="Segoe UI"/>
              </a:rPr>
              <a:t>12) That is ours house.</a:t>
            </a:r>
          </a:p>
          <a:p>
            <a:pPr lvl="1" rtl="0" algn="l">
              <a:spcAft>
                <a:spcPts val="700"/>
              </a:spcAft>
            </a:pPr>
            <a:r>
              <a:rPr sz="1600" b="1" i="0" lang="en-US">
                <a:solidFill>
                  <a:srgbClr val="0F7A3D"/>
                </a:solidFill>
                <a:latin typeface="Segoe UI"/>
              </a:rPr>
              <a:t>✔ That is our house.</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Tidy the room by myself .</a:t>
            </a:r>
          </a:p>
          <a:p>
            <a:pPr rtl="0" algn="l">
              <a:spcAft>
                <a:spcPts val="800"/>
              </a:spcAft>
            </a:pPr>
            <a:r>
              <a:rPr sz="1800" b="0" i="0" lang="en-US">
                <a:solidFill>
                  <a:srgbClr val="1C2333"/>
                </a:solidFill>
                <a:latin typeface="Segoe UI"/>
              </a:rPr>
              <a:t>14) My parents painted them house.</a:t>
            </a:r>
          </a:p>
          <a:p>
            <a:pPr rtl="0" algn="l">
              <a:spcAft>
                <a:spcPts val="800"/>
              </a:spcAft>
            </a:pPr>
            <a:r>
              <a:rPr sz="1800" b="0" i="0" lang="en-US">
                <a:solidFill>
                  <a:srgbClr val="1C2333"/>
                </a:solidFill>
                <a:latin typeface="Segoe UI"/>
              </a:rPr>
              <a:t>15) Him name is Ahmed.</a:t>
            </a:r>
          </a:p>
          <a:p>
            <a:pPr rtl="0" algn="l">
              <a:spcAft>
                <a:spcPts val="800"/>
              </a:spcAft>
            </a:pPr>
            <a:r>
              <a:rPr sz="1800" b="0" i="0" lang="en-US">
                <a:solidFill>
                  <a:srgbClr val="1C2333"/>
                </a:solidFill>
                <a:latin typeface="Segoe UI"/>
              </a:rPr>
              <a:t>16) Cats clean theirselves .</a:t>
            </a:r>
          </a:p>
          <a:p>
            <a:pPr rtl="0" algn="l">
              <a:spcAft>
                <a:spcPts val="800"/>
              </a:spcAft>
            </a:pPr>
            <a:r>
              <a:rPr sz="1800" b="0" i="0" lang="en-US">
                <a:solidFill>
                  <a:srgbClr val="1C2333"/>
                </a:solidFill>
                <a:latin typeface="Segoe UI"/>
              </a:rPr>
              <a:t>17) I go to school with myself.</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D)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Tidy the room by myself .</a:t>
            </a:r>
          </a:p>
          <a:p>
            <a:pPr lvl="1" rtl="0" algn="l">
              <a:spcAft>
                <a:spcPts val="700"/>
              </a:spcAft>
            </a:pPr>
            <a:r>
              <a:rPr sz="1600" b="1" i="0" lang="en-US">
                <a:solidFill>
                  <a:srgbClr val="0F7A3D"/>
                </a:solidFill>
                <a:latin typeface="Segoe UI"/>
              </a:rPr>
              <a:t>✔ Tidy the room by yourself .</a:t>
            </a:r>
          </a:p>
          <a:p>
            <a:pPr rtl="0" algn="l">
              <a:spcAft>
                <a:spcPts val="300"/>
              </a:spcAft>
            </a:pPr>
            <a:r>
              <a:rPr sz="1700" b="0" i="0" lang="en-US">
                <a:solidFill>
                  <a:srgbClr val="1C2333"/>
                </a:solidFill>
                <a:latin typeface="Segoe UI"/>
              </a:rPr>
              <a:t>14) My parents painted them house.</a:t>
            </a:r>
          </a:p>
          <a:p>
            <a:pPr lvl="1" rtl="0" algn="l">
              <a:spcAft>
                <a:spcPts val="700"/>
              </a:spcAft>
            </a:pPr>
            <a:r>
              <a:rPr sz="1600" b="1" i="0" lang="en-US">
                <a:solidFill>
                  <a:srgbClr val="0F7A3D"/>
                </a:solidFill>
                <a:latin typeface="Segoe UI"/>
              </a:rPr>
              <a:t>✔ My parents painted their house.</a:t>
            </a:r>
          </a:p>
          <a:p>
            <a:pPr rtl="0" algn="l">
              <a:spcAft>
                <a:spcPts val="300"/>
              </a:spcAft>
            </a:pPr>
            <a:r>
              <a:rPr sz="1700" b="0" i="0" lang="en-US">
                <a:solidFill>
                  <a:srgbClr val="1C2333"/>
                </a:solidFill>
                <a:latin typeface="Segoe UI"/>
              </a:rPr>
              <a:t>15) Him name is Ahmed.</a:t>
            </a:r>
          </a:p>
          <a:p>
            <a:pPr lvl="1" rtl="0" algn="l">
              <a:spcAft>
                <a:spcPts val="700"/>
              </a:spcAft>
            </a:pPr>
            <a:r>
              <a:rPr sz="1600" b="1" i="0" lang="en-US">
                <a:solidFill>
                  <a:srgbClr val="0F7A3D"/>
                </a:solidFill>
                <a:latin typeface="Segoe UI"/>
              </a:rPr>
              <a:t>✔ His name is Ahmed.</a:t>
            </a:r>
          </a:p>
          <a:p>
            <a:pPr rtl="0" algn="l">
              <a:spcAft>
                <a:spcPts val="300"/>
              </a:spcAft>
            </a:pPr>
            <a:r>
              <a:rPr sz="1700" b="0" i="0" lang="en-US">
                <a:solidFill>
                  <a:srgbClr val="1C2333"/>
                </a:solidFill>
                <a:latin typeface="Segoe UI"/>
              </a:rPr>
              <a:t>16) Cats clean theirselves .</a:t>
            </a:r>
          </a:p>
          <a:p>
            <a:pPr lvl="1" rtl="0" algn="l">
              <a:spcAft>
                <a:spcPts val="700"/>
              </a:spcAft>
            </a:pPr>
            <a:r>
              <a:rPr sz="1600" b="1" i="0" lang="en-US">
                <a:solidFill>
                  <a:srgbClr val="0F7A3D"/>
                </a:solidFill>
                <a:latin typeface="Segoe UI"/>
              </a:rPr>
              <a:t>✔ Cats clean themselves .</a:t>
            </a:r>
          </a:p>
          <a:p>
            <a:pPr rtl="0" algn="l">
              <a:spcAft>
                <a:spcPts val="300"/>
              </a:spcAft>
            </a:pPr>
            <a:r>
              <a:rPr sz="1700" b="0" i="0" lang="en-US">
                <a:solidFill>
                  <a:srgbClr val="1C2333"/>
                </a:solidFill>
                <a:latin typeface="Segoe UI"/>
              </a:rPr>
              <a:t>17) I go to school with myself.</a:t>
            </a:r>
          </a:p>
          <a:p>
            <a:pPr lvl="1" rtl="0" algn="l">
              <a:spcAft>
                <a:spcPts val="700"/>
              </a:spcAft>
            </a:pPr>
            <a:r>
              <a:rPr sz="1600" b="1" i="0" lang="en-US">
                <a:solidFill>
                  <a:srgbClr val="0F7A3D"/>
                </a:solidFill>
                <a:latin typeface="Segoe UI"/>
              </a:rPr>
              <a:t>✔ I go to school by myself.</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name – What – your – is?</a:t>
            </a:r>
          </a:p>
          <a:p>
            <a:pPr rtl="0" algn="l">
              <a:spcAft>
                <a:spcPts val="800"/>
              </a:spcAft>
            </a:pPr>
            <a:r>
              <a:rPr sz="1800" b="0" i="0" lang="en-US">
                <a:solidFill>
                  <a:srgbClr val="1C2333"/>
                </a:solidFill>
                <a:latin typeface="Segoe UI"/>
              </a:rPr>
              <a:t>2) are – They – friends – my.</a:t>
            </a:r>
          </a:p>
          <a:p>
            <a:pPr rtl="0" algn="l">
              <a:spcAft>
                <a:spcPts val="800"/>
              </a:spcAft>
            </a:pPr>
            <a:r>
              <a:rPr sz="1800" b="0" i="0" lang="en-US">
                <a:solidFill>
                  <a:srgbClr val="1C2333"/>
                </a:solidFill>
                <a:latin typeface="Segoe UI"/>
              </a:rPr>
              <a:t>3) by – the – myself – I – birds – feed.</a:t>
            </a:r>
          </a:p>
          <a:p>
            <a:pPr rtl="0" algn="l">
              <a:spcAft>
                <a:spcPts val="800"/>
              </a:spcAft>
            </a:pPr>
            <a:r>
              <a:rPr sz="1800" b="0" i="0" lang="en-US">
                <a:solidFill>
                  <a:srgbClr val="1C2333"/>
                </a:solidFill>
                <a:latin typeface="Segoe UI"/>
              </a:rPr>
              <a:t>4) is – That – book – your.</a:t>
            </a:r>
          </a:p>
          <a:p>
            <a:pPr rtl="0" algn="l">
              <a:spcAft>
                <a:spcPts val="800"/>
              </a:spcAft>
            </a:pPr>
            <a:r>
              <a:rPr sz="1800" b="0" i="0" lang="en-US">
                <a:solidFill>
                  <a:srgbClr val="1C2333"/>
                </a:solidFill>
                <a:latin typeface="Segoe UI"/>
              </a:rPr>
              <a:t>5) book – This – yours – is.</a:t>
            </a:r>
          </a:p>
          <a:p>
            <a:pPr rtl="0" algn="l">
              <a:spcAft>
                <a:spcPts val="800"/>
              </a:spcAft>
            </a:pPr>
            <a:r>
              <a:rPr sz="1800" b="0" i="0" lang="en-US">
                <a:solidFill>
                  <a:srgbClr val="1C2333"/>
                </a:solidFill>
                <a:latin typeface="Segoe UI"/>
              </a:rPr>
              <a:t>6) are – My – teachers – parents.</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name – What – your – is?</a:t>
            </a:r>
          </a:p>
          <a:p>
            <a:pPr lvl="1" rtl="0" algn="l">
              <a:spcAft>
                <a:spcPts val="700"/>
              </a:spcAft>
            </a:pPr>
            <a:r>
              <a:rPr sz="1600" b="1" i="0" lang="en-US">
                <a:solidFill>
                  <a:srgbClr val="0F7A3D"/>
                </a:solidFill>
                <a:latin typeface="Segoe UI"/>
              </a:rPr>
              <a:t>✔ What is your name?</a:t>
            </a:r>
          </a:p>
          <a:p>
            <a:pPr rtl="0" algn="l">
              <a:spcAft>
                <a:spcPts val="300"/>
              </a:spcAft>
            </a:pPr>
            <a:r>
              <a:rPr sz="1700" b="0" i="0" lang="en-US">
                <a:solidFill>
                  <a:srgbClr val="1C2333"/>
                </a:solidFill>
                <a:latin typeface="Segoe UI"/>
              </a:rPr>
              <a:t>2) are – They – friends – my.</a:t>
            </a:r>
          </a:p>
          <a:p>
            <a:pPr lvl="1" rtl="0" algn="l">
              <a:spcAft>
                <a:spcPts val="700"/>
              </a:spcAft>
            </a:pPr>
            <a:r>
              <a:rPr sz="1600" b="1" i="0" lang="en-US">
                <a:solidFill>
                  <a:srgbClr val="0F7A3D"/>
                </a:solidFill>
                <a:latin typeface="Segoe UI"/>
              </a:rPr>
              <a:t>✔ They are my friends.</a:t>
            </a:r>
          </a:p>
          <a:p>
            <a:pPr rtl="0" algn="l">
              <a:spcAft>
                <a:spcPts val="300"/>
              </a:spcAft>
            </a:pPr>
            <a:r>
              <a:rPr sz="1700" b="0" i="0" lang="en-US">
                <a:solidFill>
                  <a:srgbClr val="1C2333"/>
                </a:solidFill>
                <a:latin typeface="Segoe UI"/>
              </a:rPr>
              <a:t>3) by – the – myself – I – birds – feed.</a:t>
            </a:r>
          </a:p>
          <a:p>
            <a:pPr lvl="1" rtl="0" algn="l">
              <a:spcAft>
                <a:spcPts val="700"/>
              </a:spcAft>
            </a:pPr>
            <a:r>
              <a:rPr sz="1600" b="1" i="0" lang="en-US">
                <a:solidFill>
                  <a:srgbClr val="0F7A3D"/>
                </a:solidFill>
                <a:latin typeface="Segoe UI"/>
              </a:rPr>
              <a:t>✔ I feed the birds by myself.</a:t>
            </a:r>
          </a:p>
          <a:p>
            <a:pPr rtl="0" algn="l">
              <a:spcAft>
                <a:spcPts val="300"/>
              </a:spcAft>
            </a:pPr>
            <a:r>
              <a:rPr sz="1700" b="0" i="0" lang="en-US">
                <a:solidFill>
                  <a:srgbClr val="1C2333"/>
                </a:solidFill>
                <a:latin typeface="Segoe UI"/>
              </a:rPr>
              <a:t>4) is – That – book – your.</a:t>
            </a:r>
          </a:p>
          <a:p>
            <a:pPr lvl="1" rtl="0" algn="l">
              <a:spcAft>
                <a:spcPts val="700"/>
              </a:spcAft>
            </a:pPr>
            <a:r>
              <a:rPr sz="1600" b="1" i="0" lang="en-US">
                <a:solidFill>
                  <a:srgbClr val="0F7A3D"/>
                </a:solidFill>
                <a:latin typeface="Segoe UI"/>
              </a:rPr>
              <a:t>✔ That is your book.</a:t>
            </a:r>
          </a:p>
          <a:p>
            <a:pPr rtl="0" algn="l">
              <a:spcAft>
                <a:spcPts val="300"/>
              </a:spcAft>
            </a:pPr>
            <a:r>
              <a:rPr sz="1700" b="0" i="0" lang="en-US">
                <a:solidFill>
                  <a:srgbClr val="1C2333"/>
                </a:solidFill>
                <a:latin typeface="Segoe UI"/>
              </a:rPr>
              <a:t>5) book – This – yours – is.</a:t>
            </a:r>
          </a:p>
          <a:p>
            <a:pPr lvl="1" rtl="0" algn="l">
              <a:spcAft>
                <a:spcPts val="700"/>
              </a:spcAft>
            </a:pPr>
            <a:r>
              <a:rPr sz="1600" b="1" i="0" lang="en-US">
                <a:solidFill>
                  <a:srgbClr val="0F7A3D"/>
                </a:solidFill>
                <a:latin typeface="Segoe UI"/>
              </a:rPr>
              <a:t>✔ This book is yours.</a:t>
            </a:r>
          </a:p>
          <a:p>
            <a:pPr rtl="0" algn="l">
              <a:spcAft>
                <a:spcPts val="300"/>
              </a:spcAft>
            </a:pPr>
            <a:r>
              <a:rPr sz="1700" b="0" i="0" lang="en-US">
                <a:solidFill>
                  <a:srgbClr val="1C2333"/>
                </a:solidFill>
                <a:latin typeface="Segoe UI"/>
              </a:rPr>
              <a:t>6) are – My – teachers – parents.</a:t>
            </a:r>
          </a:p>
          <a:p>
            <a:pPr lvl="1" rtl="0" algn="l">
              <a:spcAft>
                <a:spcPts val="700"/>
              </a:spcAft>
            </a:pPr>
            <a:r>
              <a:rPr sz="1600" b="1" i="0" lang="en-US">
                <a:solidFill>
                  <a:srgbClr val="0F7A3D"/>
                </a:solidFill>
                <a:latin typeface="Segoe UI"/>
              </a:rPr>
              <a:t>✔ My parents are teachers.</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is – birthday – When – your?</a:t>
            </a:r>
          </a:p>
          <a:p>
            <a:pPr rtl="0" algn="l">
              <a:spcAft>
                <a:spcPts val="800"/>
              </a:spcAft>
            </a:pPr>
            <a:r>
              <a:rPr sz="1800" b="0" i="0" lang="en-US">
                <a:solidFill>
                  <a:srgbClr val="1C2333"/>
                </a:solidFill>
                <a:latin typeface="Segoe UI"/>
              </a:rPr>
              <a:t>8) did – She – homework – herself – by.</a:t>
            </a:r>
          </a:p>
          <a:p>
            <a:pPr rtl="0" algn="l">
              <a:spcAft>
                <a:spcPts val="800"/>
              </a:spcAft>
            </a:pPr>
            <a:r>
              <a:rPr sz="1800" b="0" i="0" lang="en-US">
                <a:solidFill>
                  <a:srgbClr val="1C2333"/>
                </a:solidFill>
                <a:latin typeface="Segoe UI"/>
              </a:rPr>
              <a:t>9) nurse – is – My – mother.</a:t>
            </a:r>
          </a:p>
          <a:p>
            <a:pPr rtl="0" algn="l">
              <a:spcAft>
                <a:spcPts val="800"/>
              </a:spcAft>
            </a:pPr>
            <a:r>
              <a:rPr sz="1800" b="0" i="0" lang="en-US">
                <a:solidFill>
                  <a:srgbClr val="1C2333"/>
                </a:solidFill>
                <a:latin typeface="Segoe UI"/>
              </a:rPr>
              <a:t>10) are – The – yours – pens.</a:t>
            </a:r>
          </a:p>
          <a:p>
            <a:pPr rtl="0" algn="l">
              <a:spcAft>
                <a:spcPts val="800"/>
              </a:spcAft>
            </a:pPr>
            <a:r>
              <a:rPr sz="1800" b="0" i="0" lang="en-US">
                <a:solidFill>
                  <a:srgbClr val="1C2333"/>
                </a:solidFill>
                <a:latin typeface="Segoe UI"/>
              </a:rPr>
              <a:t>11) your – is – How – family?</a:t>
            </a:r>
          </a:p>
          <a:p>
            <a:pPr rtl="0" algn="l">
              <a:spcAft>
                <a:spcPts val="800"/>
              </a:spcAft>
            </a:pPr>
            <a:r>
              <a:rPr sz="1800" b="0" i="0" lang="en-US">
                <a:solidFill>
                  <a:srgbClr val="1C2333"/>
                </a:solidFill>
                <a:latin typeface="Segoe UI"/>
              </a:rPr>
              <a:t>12) by – go – myself – I – school – to.</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94"/>
                </a:solidFill>
                <a:latin typeface="Segoe UI"/>
              </a:rPr>
              <a:t>11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11 — Pronouns</a:t>
            </a:r>
          </a:p>
          <a:p>
            <a:pPr rtl="0" algn="l"/>
            <a:r>
              <a:rPr sz="1400" b="0" i="0" lang="en-US">
                <a:solidFill>
                  <a:srgbClr val="DDE6F3"/>
                </a:solidFill>
                <a:latin typeface="Segoe UI"/>
              </a:rPr>
              <a:t>E) Rearrange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is – birthday – When – your?</a:t>
            </a:r>
          </a:p>
          <a:p>
            <a:pPr lvl="1" rtl="0" algn="l">
              <a:spcAft>
                <a:spcPts val="700"/>
              </a:spcAft>
            </a:pPr>
            <a:r>
              <a:rPr sz="1600" b="1" i="0" lang="en-US">
                <a:solidFill>
                  <a:srgbClr val="0F7A3D"/>
                </a:solidFill>
                <a:latin typeface="Segoe UI"/>
              </a:rPr>
              <a:t>✔ When is your birthday?</a:t>
            </a:r>
          </a:p>
          <a:p>
            <a:pPr rtl="0" algn="l">
              <a:spcAft>
                <a:spcPts val="300"/>
              </a:spcAft>
            </a:pPr>
            <a:r>
              <a:rPr sz="1700" b="0" i="0" lang="en-US">
                <a:solidFill>
                  <a:srgbClr val="1C2333"/>
                </a:solidFill>
                <a:latin typeface="Segoe UI"/>
              </a:rPr>
              <a:t>8) did – She – homework – herself – by.</a:t>
            </a:r>
          </a:p>
          <a:p>
            <a:pPr lvl="1" rtl="0" algn="l">
              <a:spcAft>
                <a:spcPts val="700"/>
              </a:spcAft>
            </a:pPr>
            <a:r>
              <a:rPr sz="1600" b="1" i="0" lang="en-US">
                <a:solidFill>
                  <a:srgbClr val="0F7A3D"/>
                </a:solidFill>
                <a:latin typeface="Segoe UI"/>
              </a:rPr>
              <a:t>✔ She did homework by herself.</a:t>
            </a:r>
          </a:p>
          <a:p>
            <a:pPr rtl="0" algn="l">
              <a:spcAft>
                <a:spcPts val="300"/>
              </a:spcAft>
            </a:pPr>
            <a:r>
              <a:rPr sz="1700" b="0" i="0" lang="en-US">
                <a:solidFill>
                  <a:srgbClr val="1C2333"/>
                </a:solidFill>
                <a:latin typeface="Segoe UI"/>
              </a:rPr>
              <a:t>9) nurse – is – My – mother.</a:t>
            </a:r>
          </a:p>
          <a:p>
            <a:pPr lvl="1" rtl="0" algn="l">
              <a:spcAft>
                <a:spcPts val="700"/>
              </a:spcAft>
            </a:pPr>
            <a:r>
              <a:rPr sz="1600" b="1" i="0" lang="en-US">
                <a:solidFill>
                  <a:srgbClr val="0F7A3D"/>
                </a:solidFill>
                <a:latin typeface="Segoe UI"/>
              </a:rPr>
              <a:t>✔ My mother is a nurse.</a:t>
            </a:r>
          </a:p>
          <a:p>
            <a:pPr rtl="0" algn="l">
              <a:spcAft>
                <a:spcPts val="300"/>
              </a:spcAft>
            </a:pPr>
            <a:r>
              <a:rPr sz="1700" b="0" i="0" lang="en-US">
                <a:solidFill>
                  <a:srgbClr val="1C2333"/>
                </a:solidFill>
                <a:latin typeface="Segoe UI"/>
              </a:rPr>
              <a:t>10) are – The – yours – pens.</a:t>
            </a:r>
          </a:p>
          <a:p>
            <a:pPr lvl="1" rtl="0" algn="l">
              <a:spcAft>
                <a:spcPts val="700"/>
              </a:spcAft>
            </a:pPr>
            <a:r>
              <a:rPr sz="1600" b="1" i="0" lang="en-US">
                <a:solidFill>
                  <a:srgbClr val="0F7A3D"/>
                </a:solidFill>
                <a:latin typeface="Segoe UI"/>
              </a:rPr>
              <a:t>✔ The pens are yours.</a:t>
            </a:r>
          </a:p>
          <a:p>
            <a:pPr rtl="0" algn="l">
              <a:spcAft>
                <a:spcPts val="300"/>
              </a:spcAft>
            </a:pPr>
            <a:r>
              <a:rPr sz="1700" b="0" i="0" lang="en-US">
                <a:solidFill>
                  <a:srgbClr val="1C2333"/>
                </a:solidFill>
                <a:latin typeface="Segoe UI"/>
              </a:rPr>
              <a:t>11) your – is – How – family?</a:t>
            </a:r>
          </a:p>
          <a:p>
            <a:pPr lvl="1" rtl="0" algn="l">
              <a:spcAft>
                <a:spcPts val="700"/>
              </a:spcAft>
            </a:pPr>
            <a:r>
              <a:rPr sz="1600" b="1" i="0" lang="en-US">
                <a:solidFill>
                  <a:srgbClr val="0F7A3D"/>
                </a:solidFill>
                <a:latin typeface="Segoe UI"/>
              </a:rPr>
              <a:t>✔ How is your family?</a:t>
            </a:r>
          </a:p>
          <a:p>
            <a:pPr rtl="0" algn="l">
              <a:spcAft>
                <a:spcPts val="300"/>
              </a:spcAft>
            </a:pPr>
            <a:r>
              <a:rPr sz="1700" b="0" i="0" lang="en-US">
                <a:solidFill>
                  <a:srgbClr val="1C2333"/>
                </a:solidFill>
                <a:latin typeface="Segoe UI"/>
              </a:rPr>
              <a:t>12) by – go – myself – I – school – to.</a:t>
            </a:r>
          </a:p>
          <a:p>
            <a:pPr lvl="1" rtl="0" algn="l">
              <a:spcAft>
                <a:spcPts val="700"/>
              </a:spcAft>
            </a:pPr>
            <a:r>
              <a:rPr sz="1600" b="1" i="0" lang="en-US">
                <a:solidFill>
                  <a:srgbClr val="0F7A3D"/>
                </a:solidFill>
                <a:latin typeface="Segoe UI"/>
              </a:rPr>
              <a:t>✔ I go to school by myself.</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12</a:t>
            </a:r>
          </a:p>
          <a:p>
            <a:pPr algn="ctr" rtl="0"/>
            <a:r>
              <a:rPr sz="4600" b="1" i="0" lang="en-US">
                <a:solidFill>
                  <a:srgbClr val="FFFFFF"/>
                </a:solidFill>
                <a:latin typeface="Segoe UI"/>
              </a:rPr>
              <a:t>Like + v-ing / to + inf.</a:t>
            </a:r>
          </a:p>
          <a:p>
            <a:pPr algn="ctr" rtl="1"/>
            <a:r>
              <a:rPr sz="2900" b="0" i="0" lang="ar-EG" altLang="en-US">
                <a:solidFill>
                  <a:srgbClr val="FFFFFF"/>
                </a:solidFill>
                <a:latin typeface="Traditional Arabic"/>
              </a:rPr>
              <a:t>فعل الإعجاب</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الاسم المفرد + likes</a:t>
            </a:r>
          </a:p>
          <a:p>
            <a:pPr rtl="1" algn="r">
              <a:spcAft>
                <a:spcPts val="600"/>
              </a:spcAft>
            </a:pPr>
            <a:r>
              <a:rPr sz="2100" b="0" i="0" lang="ar-EG" altLang="en-US">
                <a:solidFill>
                  <a:srgbClr val="1C2333"/>
                </a:solidFill>
                <a:latin typeface="Traditional Arabic"/>
              </a:rPr>
              <a:t>    نستخدم (likes) مع المفرد.</a:t>
            </a:r>
          </a:p>
          <a:p>
            <a:pPr rtl="0" algn="l">
              <a:spcAft>
                <a:spcPts val="600"/>
              </a:spcAft>
            </a:pPr>
            <a:r>
              <a:rPr sz="2000" b="1" i="0" lang="en-US">
                <a:solidFill>
                  <a:srgbClr val="94225B"/>
                </a:solidFill>
                <a:latin typeface="Segoe UI"/>
              </a:rPr>
              <a:t>▶ I – They – You – We + like</a:t>
            </a:r>
          </a:p>
          <a:p>
            <a:pPr rtl="1" algn="r">
              <a:spcAft>
                <a:spcPts val="600"/>
              </a:spcAft>
            </a:pPr>
            <a:r>
              <a:rPr sz="2100" b="0" i="0" lang="ar-EG" altLang="en-US">
                <a:solidFill>
                  <a:srgbClr val="1C2333"/>
                </a:solidFill>
                <a:latin typeface="Traditional Arabic"/>
              </a:rPr>
              <a:t>    نستخدم (like) مع الجمع و I.</a:t>
            </a:r>
          </a:p>
          <a:p>
            <a:pPr rtl="0" algn="l">
              <a:spcAft>
                <a:spcPts val="600"/>
              </a:spcAft>
            </a:pPr>
            <a:r>
              <a:rPr sz="2000" b="1" i="0" lang="en-US">
                <a:solidFill>
                  <a:srgbClr val="94225B"/>
                </a:solidFill>
                <a:latin typeface="Segoe UI"/>
              </a:rPr>
              <a:t>▶ like + v-ing / like + to + inf.</a:t>
            </a:r>
          </a:p>
          <a:p>
            <a:pPr rtl="1" algn="r">
              <a:spcAft>
                <a:spcPts val="600"/>
              </a:spcAft>
            </a:pPr>
            <a:r>
              <a:rPr sz="2100" b="0" i="0" lang="ar-EG" altLang="en-US">
                <a:solidFill>
                  <a:srgbClr val="1C2333"/>
                </a:solidFill>
                <a:latin typeface="Traditional Arabic"/>
              </a:rPr>
              <a:t>    يأتي بعد like الفعل مضافاً إليه ing أو المصدر مسبوقاً بـ to.</a:t>
            </a:r>
          </a:p>
          <a:p>
            <a:pPr rtl="0" algn="l">
              <a:spcAft>
                <a:spcPts val="600"/>
              </a:spcAft>
            </a:pPr>
            <a:r>
              <a:rPr sz="1700" b="0" i="1" lang="en-US">
                <a:solidFill>
                  <a:srgbClr val="5B6478"/>
                </a:solidFill>
                <a:latin typeface="Segoe UI"/>
              </a:rPr>
              <a:t>   e.g. She likes reading. – I like to study English.</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5B"/>
                </a:solidFill>
                <a:latin typeface="Segoe UI"/>
              </a:rPr>
              <a:t>▶ He / She / It + doesn't like +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94225B"/>
                </a:solidFill>
                <a:latin typeface="Segoe UI"/>
              </a:rPr>
              <a:t>▶ I / They / You / We + don't like +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94225B"/>
                </a:solidFill>
                <a:latin typeface="Segoe UI"/>
              </a:rPr>
              <a:t>▶ Does + he / she / it + like … ? | Do + I / they / you / we + like … ?</a:t>
            </a:r>
          </a:p>
          <a:p>
            <a:pPr rtl="1" algn="r">
              <a:spcAft>
                <a:spcPts val="600"/>
              </a:spcAft>
            </a:pPr>
            <a:r>
              <a:rPr sz="2100" b="0" i="0" lang="ar-EG" altLang="en-US">
                <a:solidFill>
                  <a:srgbClr val="1C2333"/>
                </a:solidFill>
                <a:latin typeface="Traditional Arabic"/>
              </a:rPr>
              <a:t>    السؤال بـ Does للمفرد و Do للجمع.</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She …… reading.   (like – likes)</a:t>
            </a:r>
          </a:p>
          <a:p>
            <a:pPr rtl="0" algn="l">
              <a:spcAft>
                <a:spcPts val="800"/>
              </a:spcAft>
            </a:pPr>
            <a:r>
              <a:rPr sz="1800" b="0" i="0" lang="en-US">
                <a:solidFill>
                  <a:srgbClr val="1C2333"/>
                </a:solidFill>
                <a:latin typeface="Segoe UI"/>
              </a:rPr>
              <a:t>2) I …… to study English.   (like – likes)</a:t>
            </a:r>
          </a:p>
          <a:p>
            <a:pPr rtl="0" algn="l">
              <a:spcAft>
                <a:spcPts val="800"/>
              </a:spcAft>
            </a:pPr>
            <a:r>
              <a:rPr sz="1800" b="0" i="0" lang="en-US">
                <a:solidFill>
                  <a:srgbClr val="1C2333"/>
                </a:solidFill>
                <a:latin typeface="Segoe UI"/>
              </a:rPr>
              <a:t>3) My mother …… chocolate.   (like – likes)</a:t>
            </a:r>
          </a:p>
          <a:p>
            <a:pPr rtl="0" algn="l">
              <a:spcAft>
                <a:spcPts val="800"/>
              </a:spcAft>
            </a:pPr>
            <a:r>
              <a:rPr sz="1800" b="0" i="0" lang="en-US">
                <a:solidFill>
                  <a:srgbClr val="1C2333"/>
                </a:solidFill>
                <a:latin typeface="Segoe UI"/>
              </a:rPr>
              <a:t>4) Lions …… to eat meat.   (like – likes)</a:t>
            </a:r>
          </a:p>
          <a:p>
            <a:pPr rtl="0" algn="l">
              <a:spcAft>
                <a:spcPts val="800"/>
              </a:spcAft>
            </a:pPr>
            <a:r>
              <a:rPr sz="1800" b="0" i="0" lang="en-US">
                <a:solidFill>
                  <a:srgbClr val="1C2333"/>
                </a:solidFill>
                <a:latin typeface="Segoe UI"/>
              </a:rPr>
              <a:t>5) They …… swimming.   (like – likes)</a:t>
            </a:r>
          </a:p>
          <a:p>
            <a:pPr rtl="0" algn="l">
              <a:spcAft>
                <a:spcPts val="800"/>
              </a:spcAft>
            </a:pPr>
            <a:r>
              <a:rPr sz="1800" b="0" i="0" lang="en-US">
                <a:solidFill>
                  <a:srgbClr val="1C2333"/>
                </a:solidFill>
                <a:latin typeface="Segoe UI"/>
              </a:rPr>
              <a:t>6) It …… drinking milk.   (like – likes)</a:t>
            </a:r>
          </a:p>
          <a:p>
            <a:pPr rtl="0" algn="l">
              <a:spcAft>
                <a:spcPts val="800"/>
              </a:spcAft>
            </a:pPr>
            <a:r>
              <a:rPr sz="1800" b="0" i="0" lang="en-US">
                <a:solidFill>
                  <a:srgbClr val="1C2333"/>
                </a:solidFill>
                <a:latin typeface="Segoe UI"/>
              </a:rPr>
              <a:t>7) He …… mangoes.   (like – likes)</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She …… reading.   (like – likes)</a:t>
            </a:r>
          </a:p>
          <a:p>
            <a:pPr lvl="1" rtl="0" algn="l">
              <a:spcAft>
                <a:spcPts val="700"/>
              </a:spcAft>
            </a:pPr>
            <a:r>
              <a:rPr sz="1600" b="1" i="0" lang="en-US">
                <a:solidFill>
                  <a:srgbClr val="0F7A3D"/>
                </a:solidFill>
                <a:latin typeface="Segoe UI"/>
              </a:rPr>
              <a:t>✔ likes</a:t>
            </a:r>
          </a:p>
          <a:p>
            <a:pPr rtl="0" algn="l">
              <a:spcAft>
                <a:spcPts val="300"/>
              </a:spcAft>
            </a:pPr>
            <a:r>
              <a:rPr sz="1700" b="0" i="0" lang="en-US">
                <a:solidFill>
                  <a:srgbClr val="1C2333"/>
                </a:solidFill>
                <a:latin typeface="Segoe UI"/>
              </a:rPr>
              <a:t>2) I …… to study English.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3) My mother …… chocolate.   (like – likes)</a:t>
            </a:r>
          </a:p>
          <a:p>
            <a:pPr lvl="1" rtl="0" algn="l">
              <a:spcAft>
                <a:spcPts val="700"/>
              </a:spcAft>
            </a:pPr>
            <a:r>
              <a:rPr sz="1600" b="1" i="0" lang="en-US">
                <a:solidFill>
                  <a:srgbClr val="0F7A3D"/>
                </a:solidFill>
                <a:latin typeface="Segoe UI"/>
              </a:rPr>
              <a:t>✔ likes</a:t>
            </a:r>
          </a:p>
          <a:p>
            <a:pPr rtl="0" algn="l">
              <a:spcAft>
                <a:spcPts val="300"/>
              </a:spcAft>
            </a:pPr>
            <a:r>
              <a:rPr sz="1700" b="0" i="0" lang="en-US">
                <a:solidFill>
                  <a:srgbClr val="1C2333"/>
                </a:solidFill>
                <a:latin typeface="Segoe UI"/>
              </a:rPr>
              <a:t>4) Lions …… to eat meat.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5) They …… swimming.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6) It …… drinking milk.   (like – likes)</a:t>
            </a:r>
          </a:p>
          <a:p>
            <a:pPr lvl="1" rtl="0" algn="l">
              <a:spcAft>
                <a:spcPts val="700"/>
              </a:spcAft>
            </a:pPr>
            <a:r>
              <a:rPr sz="1600" b="1" i="0" lang="en-US">
                <a:solidFill>
                  <a:srgbClr val="0F7A3D"/>
                </a:solidFill>
                <a:latin typeface="Segoe UI"/>
              </a:rPr>
              <a:t>✔ likes</a:t>
            </a:r>
          </a:p>
          <a:p>
            <a:pPr rtl="0" algn="l">
              <a:spcAft>
                <a:spcPts val="300"/>
              </a:spcAft>
            </a:pPr>
            <a:r>
              <a:rPr sz="1700" b="0" i="0" lang="en-US">
                <a:solidFill>
                  <a:srgbClr val="1C2333"/>
                </a:solidFill>
                <a:latin typeface="Segoe UI"/>
              </a:rPr>
              <a:t>7) He …… mangoes.   (like – likes)</a:t>
            </a:r>
          </a:p>
          <a:p>
            <a:pPr lvl="1" rtl="0" algn="l">
              <a:spcAft>
                <a:spcPts val="700"/>
              </a:spcAft>
            </a:pPr>
            <a:r>
              <a:rPr sz="1600" b="1" i="0" lang="en-US">
                <a:solidFill>
                  <a:srgbClr val="0F7A3D"/>
                </a:solidFill>
                <a:latin typeface="Segoe UI"/>
              </a:rPr>
              <a:t>✔ likes</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We …… reading stories.   (like – likes)</a:t>
            </a:r>
          </a:p>
          <a:p>
            <a:pPr rtl="0" algn="l">
              <a:spcAft>
                <a:spcPts val="800"/>
              </a:spcAft>
            </a:pPr>
            <a:r>
              <a:rPr sz="1800" b="0" i="0" lang="en-US">
                <a:solidFill>
                  <a:srgbClr val="1C2333"/>
                </a:solidFill>
                <a:latin typeface="Segoe UI"/>
              </a:rPr>
              <a:t>9) You …… watching TV.   (like – likes)</a:t>
            </a:r>
          </a:p>
          <a:p>
            <a:pPr rtl="0" algn="l">
              <a:spcAft>
                <a:spcPts val="800"/>
              </a:spcAft>
            </a:pPr>
            <a:r>
              <a:rPr sz="1800" b="0" i="0" lang="en-US">
                <a:solidFill>
                  <a:srgbClr val="1C2333"/>
                </a:solidFill>
                <a:latin typeface="Segoe UI"/>
              </a:rPr>
              <a:t>10) My parents …… running.   (like – likes)</a:t>
            </a:r>
          </a:p>
          <a:p>
            <a:pPr rtl="0" algn="l">
              <a:spcAft>
                <a:spcPts val="800"/>
              </a:spcAft>
            </a:pPr>
            <a:r>
              <a:rPr sz="1800" b="0" i="0" lang="en-US">
                <a:solidFill>
                  <a:srgbClr val="1C2333"/>
                </a:solidFill>
                <a:latin typeface="Segoe UI"/>
              </a:rPr>
              <a:t>11) My sister …… chips.   (like – likes)</a:t>
            </a:r>
          </a:p>
          <a:p>
            <a:pPr rtl="0" algn="l">
              <a:spcAft>
                <a:spcPts val="800"/>
              </a:spcAft>
            </a:pPr>
            <a:r>
              <a:rPr sz="1800" b="0" i="0" lang="en-US">
                <a:solidFill>
                  <a:srgbClr val="1C2333"/>
                </a:solidFill>
                <a:latin typeface="Segoe UI"/>
              </a:rPr>
              <a:t>12) You …… listening to music.   (like – likes)</a:t>
            </a:r>
          </a:p>
          <a:p>
            <a:pPr rtl="0" algn="l">
              <a:spcAft>
                <a:spcPts val="800"/>
              </a:spcAft>
            </a:pPr>
            <a:r>
              <a:rPr sz="1800" b="0" i="0" lang="en-US">
                <a:solidFill>
                  <a:srgbClr val="1C2333"/>
                </a:solidFill>
                <a:latin typeface="Segoe UI"/>
              </a:rPr>
              <a:t>13) It …… climbing mountains.   (like – likes)</a:t>
            </a:r>
          </a:p>
          <a:p>
            <a:pPr rtl="0" algn="l">
              <a:spcAft>
                <a:spcPts val="800"/>
              </a:spcAft>
            </a:pPr>
            <a:r>
              <a:rPr sz="1800" b="0" i="0" lang="en-US">
                <a:solidFill>
                  <a:srgbClr val="1C2333"/>
                </a:solidFill>
                <a:latin typeface="Segoe UI"/>
              </a:rPr>
              <a:t>14) I …… to study English.   (like – likes)</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A) Put (like – likes)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We …… reading stories.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9) You …… watching TV.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10) My parents …… running.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11) My sister …… chips.   (like – likes)</a:t>
            </a:r>
          </a:p>
          <a:p>
            <a:pPr lvl="1" rtl="0" algn="l">
              <a:spcAft>
                <a:spcPts val="700"/>
              </a:spcAft>
            </a:pPr>
            <a:r>
              <a:rPr sz="1600" b="1" i="0" lang="en-US">
                <a:solidFill>
                  <a:srgbClr val="0F7A3D"/>
                </a:solidFill>
                <a:latin typeface="Segoe UI"/>
              </a:rPr>
              <a:t>✔ likes</a:t>
            </a:r>
          </a:p>
          <a:p>
            <a:pPr rtl="0" algn="l">
              <a:spcAft>
                <a:spcPts val="300"/>
              </a:spcAft>
            </a:pPr>
            <a:r>
              <a:rPr sz="1700" b="0" i="0" lang="en-US">
                <a:solidFill>
                  <a:srgbClr val="1C2333"/>
                </a:solidFill>
                <a:latin typeface="Segoe UI"/>
              </a:rPr>
              <a:t>12) You …… listening to music.   (like – likes)</a:t>
            </a:r>
          </a:p>
          <a:p>
            <a:pPr lvl="1" rtl="0" algn="l">
              <a:spcAft>
                <a:spcPts val="700"/>
              </a:spcAft>
            </a:pPr>
            <a:r>
              <a:rPr sz="1600" b="1" i="0" lang="en-US">
                <a:solidFill>
                  <a:srgbClr val="0F7A3D"/>
                </a:solidFill>
                <a:latin typeface="Segoe UI"/>
              </a:rPr>
              <a:t>✔ like</a:t>
            </a:r>
          </a:p>
          <a:p>
            <a:pPr rtl="0" algn="l">
              <a:spcAft>
                <a:spcPts val="300"/>
              </a:spcAft>
            </a:pPr>
            <a:r>
              <a:rPr sz="1700" b="0" i="0" lang="en-US">
                <a:solidFill>
                  <a:srgbClr val="1C2333"/>
                </a:solidFill>
                <a:latin typeface="Segoe UI"/>
              </a:rPr>
              <a:t>13) It …… climbing mountains.   (like – likes)</a:t>
            </a:r>
          </a:p>
          <a:p>
            <a:pPr lvl="1" rtl="0" algn="l">
              <a:spcAft>
                <a:spcPts val="700"/>
              </a:spcAft>
            </a:pPr>
            <a:r>
              <a:rPr sz="1600" b="1" i="0" lang="en-US">
                <a:solidFill>
                  <a:srgbClr val="0F7A3D"/>
                </a:solidFill>
                <a:latin typeface="Segoe UI"/>
              </a:rPr>
              <a:t>✔ likes</a:t>
            </a:r>
          </a:p>
          <a:p>
            <a:pPr rtl="0" algn="l">
              <a:spcAft>
                <a:spcPts val="300"/>
              </a:spcAft>
            </a:pPr>
            <a:r>
              <a:rPr sz="1700" b="0" i="0" lang="en-US">
                <a:solidFill>
                  <a:srgbClr val="1C2333"/>
                </a:solidFill>
                <a:latin typeface="Segoe UI"/>
              </a:rPr>
              <a:t>14) I …… to study English.   (like – likes)</a:t>
            </a:r>
          </a:p>
          <a:p>
            <a:pPr lvl="1" rtl="0" algn="l">
              <a:spcAft>
                <a:spcPts val="700"/>
              </a:spcAft>
            </a:pPr>
            <a:r>
              <a:rPr sz="1600" b="1" i="0" lang="en-US">
                <a:solidFill>
                  <a:srgbClr val="0F7A3D"/>
                </a:solidFill>
                <a:latin typeface="Segoe UI"/>
              </a:rPr>
              <a:t>✔ like</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like reading.</a:t>
            </a:r>
          </a:p>
          <a:p>
            <a:pPr rtl="0" algn="l">
              <a:spcAft>
                <a:spcPts val="800"/>
              </a:spcAft>
            </a:pPr>
            <a:r>
              <a:rPr sz="1800" b="0" i="0" lang="en-US">
                <a:solidFill>
                  <a:srgbClr val="1C2333"/>
                </a:solidFill>
                <a:latin typeface="Segoe UI"/>
              </a:rPr>
              <a:t>2) She likes to study English.</a:t>
            </a:r>
          </a:p>
          <a:p>
            <a:pPr rtl="0" algn="l">
              <a:spcAft>
                <a:spcPts val="800"/>
              </a:spcAft>
            </a:pPr>
            <a:r>
              <a:rPr sz="1800" b="0" i="0" lang="en-US">
                <a:solidFill>
                  <a:srgbClr val="1C2333"/>
                </a:solidFill>
                <a:latin typeface="Segoe UI"/>
              </a:rPr>
              <a:t>3) Lions like eating grass.</a:t>
            </a:r>
          </a:p>
          <a:p>
            <a:pPr rtl="0" algn="l">
              <a:spcAft>
                <a:spcPts val="800"/>
              </a:spcAft>
            </a:pPr>
            <a:r>
              <a:rPr sz="1800" b="0" i="0" lang="en-US">
                <a:solidFill>
                  <a:srgbClr val="1C2333"/>
                </a:solidFill>
                <a:latin typeface="Segoe UI"/>
              </a:rPr>
              <a:t>4) My mum likes reading English.</a:t>
            </a:r>
          </a:p>
          <a:p>
            <a:pPr rtl="0" algn="l">
              <a:spcAft>
                <a:spcPts val="800"/>
              </a:spcAft>
            </a:pPr>
            <a:r>
              <a:rPr sz="1800" b="0" i="0" lang="en-US">
                <a:solidFill>
                  <a:srgbClr val="1C2333"/>
                </a:solidFill>
                <a:latin typeface="Segoe UI"/>
              </a:rPr>
              <a:t>5) She likes running.</a:t>
            </a:r>
          </a:p>
          <a:p>
            <a:pPr rtl="0" algn="l">
              <a:spcAft>
                <a:spcPts val="800"/>
              </a:spcAft>
            </a:pPr>
            <a:r>
              <a:rPr sz="1800" b="0" i="0" lang="en-US">
                <a:solidFill>
                  <a:srgbClr val="1C2333"/>
                </a:solidFill>
                <a:latin typeface="Segoe UI"/>
              </a:rPr>
              <a:t>6) They like to play football.</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like reading.</a:t>
            </a:r>
          </a:p>
          <a:p>
            <a:pPr lvl="1" rtl="0" algn="l">
              <a:spcAft>
                <a:spcPts val="700"/>
              </a:spcAft>
            </a:pPr>
            <a:r>
              <a:rPr sz="1600" b="1" i="0" lang="en-US">
                <a:solidFill>
                  <a:srgbClr val="0F7A3D"/>
                </a:solidFill>
                <a:latin typeface="Segoe UI"/>
              </a:rPr>
              <a:t>✔ I don't like reading.</a:t>
            </a:r>
          </a:p>
          <a:p>
            <a:pPr rtl="0" algn="l">
              <a:spcAft>
                <a:spcPts val="300"/>
              </a:spcAft>
            </a:pPr>
            <a:r>
              <a:rPr sz="1700" b="0" i="0" lang="en-US">
                <a:solidFill>
                  <a:srgbClr val="1C2333"/>
                </a:solidFill>
                <a:latin typeface="Segoe UI"/>
              </a:rPr>
              <a:t>2) She likes to study English.</a:t>
            </a:r>
          </a:p>
          <a:p>
            <a:pPr lvl="1" rtl="0" algn="l">
              <a:spcAft>
                <a:spcPts val="700"/>
              </a:spcAft>
            </a:pPr>
            <a:r>
              <a:rPr sz="1600" b="1" i="0" lang="en-US">
                <a:solidFill>
                  <a:srgbClr val="0F7A3D"/>
                </a:solidFill>
                <a:latin typeface="Segoe UI"/>
              </a:rPr>
              <a:t>✔ She doesn't like to study English.</a:t>
            </a:r>
          </a:p>
          <a:p>
            <a:pPr rtl="0" algn="l">
              <a:spcAft>
                <a:spcPts val="300"/>
              </a:spcAft>
            </a:pPr>
            <a:r>
              <a:rPr sz="1700" b="0" i="0" lang="en-US">
                <a:solidFill>
                  <a:srgbClr val="1C2333"/>
                </a:solidFill>
                <a:latin typeface="Segoe UI"/>
              </a:rPr>
              <a:t>3) Lions like eating grass.</a:t>
            </a:r>
          </a:p>
          <a:p>
            <a:pPr lvl="1" rtl="0" algn="l">
              <a:spcAft>
                <a:spcPts val="700"/>
              </a:spcAft>
            </a:pPr>
            <a:r>
              <a:rPr sz="1600" b="1" i="0" lang="en-US">
                <a:solidFill>
                  <a:srgbClr val="0F7A3D"/>
                </a:solidFill>
                <a:latin typeface="Segoe UI"/>
              </a:rPr>
              <a:t>✔ Lions don't like eating grass.</a:t>
            </a:r>
          </a:p>
          <a:p>
            <a:pPr rtl="0" algn="l">
              <a:spcAft>
                <a:spcPts val="300"/>
              </a:spcAft>
            </a:pPr>
            <a:r>
              <a:rPr sz="1700" b="0" i="0" lang="en-US">
                <a:solidFill>
                  <a:srgbClr val="1C2333"/>
                </a:solidFill>
                <a:latin typeface="Segoe UI"/>
              </a:rPr>
              <a:t>4) My mum likes reading English.</a:t>
            </a:r>
          </a:p>
          <a:p>
            <a:pPr lvl="1" rtl="0" algn="l">
              <a:spcAft>
                <a:spcPts val="700"/>
              </a:spcAft>
            </a:pPr>
            <a:r>
              <a:rPr sz="1600" b="1" i="0" lang="en-US">
                <a:solidFill>
                  <a:srgbClr val="0F7A3D"/>
                </a:solidFill>
                <a:latin typeface="Segoe UI"/>
              </a:rPr>
              <a:t>✔ My mum doesn't like reading English.</a:t>
            </a:r>
          </a:p>
          <a:p>
            <a:pPr rtl="0" algn="l">
              <a:spcAft>
                <a:spcPts val="300"/>
              </a:spcAft>
            </a:pPr>
            <a:r>
              <a:rPr sz="1700" b="0" i="0" lang="en-US">
                <a:solidFill>
                  <a:srgbClr val="1C2333"/>
                </a:solidFill>
                <a:latin typeface="Segoe UI"/>
              </a:rPr>
              <a:t>5) She likes running.</a:t>
            </a:r>
          </a:p>
          <a:p>
            <a:pPr lvl="1" rtl="0" algn="l">
              <a:spcAft>
                <a:spcPts val="700"/>
              </a:spcAft>
            </a:pPr>
            <a:r>
              <a:rPr sz="1600" b="1" i="0" lang="en-US">
                <a:solidFill>
                  <a:srgbClr val="0F7A3D"/>
                </a:solidFill>
                <a:latin typeface="Segoe UI"/>
              </a:rPr>
              <a:t>✔ She doesn't like running.</a:t>
            </a:r>
          </a:p>
          <a:p>
            <a:pPr rtl="0" algn="l">
              <a:spcAft>
                <a:spcPts val="300"/>
              </a:spcAft>
            </a:pPr>
            <a:r>
              <a:rPr sz="1700" b="0" i="0" lang="en-US">
                <a:solidFill>
                  <a:srgbClr val="1C2333"/>
                </a:solidFill>
                <a:latin typeface="Segoe UI"/>
              </a:rPr>
              <a:t>6) They like to play football.</a:t>
            </a:r>
          </a:p>
          <a:p>
            <a:pPr lvl="1" rtl="0" algn="l">
              <a:spcAft>
                <a:spcPts val="700"/>
              </a:spcAft>
            </a:pPr>
            <a:r>
              <a:rPr sz="1600" b="1" i="0" lang="en-US">
                <a:solidFill>
                  <a:srgbClr val="0F7A3D"/>
                </a:solidFill>
                <a:latin typeface="Segoe UI"/>
              </a:rPr>
              <a:t>✔ They don't like to play football.</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sister likes chips.</a:t>
            </a:r>
          </a:p>
          <a:p>
            <a:pPr rtl="0" algn="l">
              <a:spcAft>
                <a:spcPts val="800"/>
              </a:spcAft>
            </a:pPr>
            <a:r>
              <a:rPr sz="1800" b="0" i="0" lang="en-US">
                <a:solidFill>
                  <a:srgbClr val="1C2333"/>
                </a:solidFill>
                <a:latin typeface="Segoe UI"/>
              </a:rPr>
              <a:t>8) We like drinking coffee.</a:t>
            </a:r>
          </a:p>
          <a:p>
            <a:pPr rtl="0" algn="l">
              <a:spcAft>
                <a:spcPts val="800"/>
              </a:spcAft>
            </a:pPr>
            <a:r>
              <a:rPr sz="1800" b="0" i="0" lang="en-US">
                <a:solidFill>
                  <a:srgbClr val="1C2333"/>
                </a:solidFill>
                <a:latin typeface="Segoe UI"/>
              </a:rPr>
              <a:t>9) It likes to drink milk.</a:t>
            </a:r>
          </a:p>
          <a:p>
            <a:pPr rtl="0" algn="l">
              <a:spcAft>
                <a:spcPts val="800"/>
              </a:spcAft>
            </a:pPr>
            <a:r>
              <a:rPr sz="1800" b="0" i="0" lang="en-US">
                <a:solidFill>
                  <a:srgbClr val="1C2333"/>
                </a:solidFill>
                <a:latin typeface="Segoe UI"/>
              </a:rPr>
              <a:t>10) Birds like to fly high in the sky.</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sister likes chips.</a:t>
            </a:r>
          </a:p>
          <a:p>
            <a:pPr lvl="1" rtl="0" algn="l">
              <a:spcAft>
                <a:spcPts val="700"/>
              </a:spcAft>
            </a:pPr>
            <a:r>
              <a:rPr sz="1600" b="1" i="0" lang="en-US">
                <a:solidFill>
                  <a:srgbClr val="0F7A3D"/>
                </a:solidFill>
                <a:latin typeface="Segoe UI"/>
              </a:rPr>
              <a:t>✔ My sister doesn't like chips.</a:t>
            </a:r>
          </a:p>
          <a:p>
            <a:pPr rtl="0" algn="l">
              <a:spcAft>
                <a:spcPts val="300"/>
              </a:spcAft>
            </a:pPr>
            <a:r>
              <a:rPr sz="1700" b="0" i="0" lang="en-US">
                <a:solidFill>
                  <a:srgbClr val="1C2333"/>
                </a:solidFill>
                <a:latin typeface="Segoe UI"/>
              </a:rPr>
              <a:t>8) We like drinking coffee.</a:t>
            </a:r>
          </a:p>
          <a:p>
            <a:pPr lvl="1" rtl="0" algn="l">
              <a:spcAft>
                <a:spcPts val="700"/>
              </a:spcAft>
            </a:pPr>
            <a:r>
              <a:rPr sz="1600" b="1" i="0" lang="en-US">
                <a:solidFill>
                  <a:srgbClr val="0F7A3D"/>
                </a:solidFill>
                <a:latin typeface="Segoe UI"/>
              </a:rPr>
              <a:t>✔ We don't like drinking coffee.</a:t>
            </a:r>
          </a:p>
          <a:p>
            <a:pPr rtl="0" algn="l">
              <a:spcAft>
                <a:spcPts val="300"/>
              </a:spcAft>
            </a:pPr>
            <a:r>
              <a:rPr sz="1700" b="0" i="0" lang="en-US">
                <a:solidFill>
                  <a:srgbClr val="1C2333"/>
                </a:solidFill>
                <a:latin typeface="Segoe UI"/>
              </a:rPr>
              <a:t>9) It likes to drink milk.</a:t>
            </a:r>
          </a:p>
          <a:p>
            <a:pPr lvl="1" rtl="0" algn="l">
              <a:spcAft>
                <a:spcPts val="700"/>
              </a:spcAft>
            </a:pPr>
            <a:r>
              <a:rPr sz="1600" b="1" i="0" lang="en-US">
                <a:solidFill>
                  <a:srgbClr val="0F7A3D"/>
                </a:solidFill>
                <a:latin typeface="Segoe UI"/>
              </a:rPr>
              <a:t>✔ It doesn't like to drink milk.</a:t>
            </a:r>
          </a:p>
          <a:p>
            <a:pPr rtl="0" algn="l">
              <a:spcAft>
                <a:spcPts val="300"/>
              </a:spcAft>
            </a:pPr>
            <a:r>
              <a:rPr sz="1700" b="0" i="0" lang="en-US">
                <a:solidFill>
                  <a:srgbClr val="1C2333"/>
                </a:solidFill>
                <a:latin typeface="Segoe UI"/>
              </a:rPr>
              <a:t>10) Birds like to fly high in the sky.</a:t>
            </a:r>
          </a:p>
          <a:p>
            <a:pPr lvl="1" rtl="0" algn="l">
              <a:spcAft>
                <a:spcPts val="700"/>
              </a:spcAft>
            </a:pPr>
            <a:r>
              <a:rPr sz="1600" b="1" i="0" lang="en-US">
                <a:solidFill>
                  <a:srgbClr val="0F7A3D"/>
                </a:solidFill>
                <a:latin typeface="Segoe UI"/>
              </a:rPr>
              <a:t>✔ Birds don't like to fly high in the sky.</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like playing football.</a:t>
            </a:r>
          </a:p>
          <a:p>
            <a:pPr rtl="0" algn="l">
              <a:spcAft>
                <a:spcPts val="800"/>
              </a:spcAft>
            </a:pPr>
            <a:r>
              <a:rPr sz="1800" b="0" i="0" lang="en-US">
                <a:solidFill>
                  <a:srgbClr val="1C2333"/>
                </a:solidFill>
                <a:latin typeface="Segoe UI"/>
              </a:rPr>
              <a:t>2) It likes to eat meat.</a:t>
            </a:r>
          </a:p>
          <a:p>
            <a:pPr rtl="0" algn="l">
              <a:spcAft>
                <a:spcPts val="800"/>
              </a:spcAft>
            </a:pPr>
            <a:r>
              <a:rPr sz="1800" b="0" i="0" lang="en-US">
                <a:solidFill>
                  <a:srgbClr val="1C2333"/>
                </a:solidFill>
                <a:latin typeface="Segoe UI"/>
              </a:rPr>
              <a:t>3) I like studying English.</a:t>
            </a:r>
          </a:p>
          <a:p>
            <a:pPr rtl="0" algn="l">
              <a:spcAft>
                <a:spcPts val="800"/>
              </a:spcAft>
            </a:pPr>
            <a:r>
              <a:rPr sz="1800" b="0" i="0" lang="en-US">
                <a:solidFill>
                  <a:srgbClr val="1C2333"/>
                </a:solidFill>
                <a:latin typeface="Segoe UI"/>
              </a:rPr>
              <a:t>4) Sara likes mangoes.</a:t>
            </a:r>
          </a:p>
          <a:p>
            <a:pPr rtl="0" algn="l">
              <a:spcAft>
                <a:spcPts val="800"/>
              </a:spcAft>
            </a:pPr>
            <a:r>
              <a:rPr sz="1800" b="0" i="0" lang="en-US">
                <a:solidFill>
                  <a:srgbClr val="1C2333"/>
                </a:solidFill>
                <a:latin typeface="Segoe UI"/>
              </a:rPr>
              <a:t>5) Dogs like drinking milk.</a:t>
            </a:r>
          </a:p>
          <a:p>
            <a:pPr rtl="0" algn="l">
              <a:spcAft>
                <a:spcPts val="800"/>
              </a:spcAft>
            </a:pPr>
            <a:r>
              <a:rPr sz="1800" b="0" i="0" lang="en-US">
                <a:solidFill>
                  <a:srgbClr val="1C2333"/>
                </a:solidFill>
                <a:latin typeface="Segoe UI"/>
              </a:rPr>
              <a:t>6) My parents like reading.</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like playing football.</a:t>
            </a:r>
          </a:p>
          <a:p>
            <a:pPr lvl="1" rtl="0" algn="l">
              <a:spcAft>
                <a:spcPts val="700"/>
              </a:spcAft>
            </a:pPr>
            <a:r>
              <a:rPr sz="1600" b="1" i="0" lang="en-US">
                <a:solidFill>
                  <a:srgbClr val="0F7A3D"/>
                </a:solidFill>
                <a:latin typeface="Segoe UI"/>
              </a:rPr>
              <a:t>✔ Do they like playing football?</a:t>
            </a:r>
          </a:p>
          <a:p>
            <a:pPr rtl="0" algn="l">
              <a:spcAft>
                <a:spcPts val="300"/>
              </a:spcAft>
            </a:pPr>
            <a:r>
              <a:rPr sz="1700" b="0" i="0" lang="en-US">
                <a:solidFill>
                  <a:srgbClr val="1C2333"/>
                </a:solidFill>
                <a:latin typeface="Segoe UI"/>
              </a:rPr>
              <a:t>2) It likes to eat meat.</a:t>
            </a:r>
          </a:p>
          <a:p>
            <a:pPr lvl="1" rtl="0" algn="l">
              <a:spcAft>
                <a:spcPts val="700"/>
              </a:spcAft>
            </a:pPr>
            <a:r>
              <a:rPr sz="1600" b="1" i="0" lang="en-US">
                <a:solidFill>
                  <a:srgbClr val="0F7A3D"/>
                </a:solidFill>
                <a:latin typeface="Segoe UI"/>
              </a:rPr>
              <a:t>✔ Does it like to eat meat?</a:t>
            </a:r>
          </a:p>
          <a:p>
            <a:pPr rtl="0" algn="l">
              <a:spcAft>
                <a:spcPts val="300"/>
              </a:spcAft>
            </a:pPr>
            <a:r>
              <a:rPr sz="1700" b="0" i="0" lang="en-US">
                <a:solidFill>
                  <a:srgbClr val="1C2333"/>
                </a:solidFill>
                <a:latin typeface="Segoe UI"/>
              </a:rPr>
              <a:t>3) I like studying English.</a:t>
            </a:r>
          </a:p>
          <a:p>
            <a:pPr lvl="1" rtl="0" algn="l">
              <a:spcAft>
                <a:spcPts val="700"/>
              </a:spcAft>
            </a:pPr>
            <a:r>
              <a:rPr sz="1600" b="1" i="0" lang="en-US">
                <a:solidFill>
                  <a:srgbClr val="0F7A3D"/>
                </a:solidFill>
                <a:latin typeface="Segoe UI"/>
              </a:rPr>
              <a:t>✔ Do you like studying English?</a:t>
            </a:r>
          </a:p>
          <a:p>
            <a:pPr rtl="0" algn="l">
              <a:spcAft>
                <a:spcPts val="300"/>
              </a:spcAft>
            </a:pPr>
            <a:r>
              <a:rPr sz="1700" b="0" i="0" lang="en-US">
                <a:solidFill>
                  <a:srgbClr val="1C2333"/>
                </a:solidFill>
                <a:latin typeface="Segoe UI"/>
              </a:rPr>
              <a:t>4) Sara likes mangoes.</a:t>
            </a:r>
          </a:p>
          <a:p>
            <a:pPr lvl="1" rtl="0" algn="l">
              <a:spcAft>
                <a:spcPts val="700"/>
              </a:spcAft>
            </a:pPr>
            <a:r>
              <a:rPr sz="1600" b="1" i="0" lang="en-US">
                <a:solidFill>
                  <a:srgbClr val="0F7A3D"/>
                </a:solidFill>
                <a:latin typeface="Segoe UI"/>
              </a:rPr>
              <a:t>✔ Does Sara like mangoes?</a:t>
            </a:r>
          </a:p>
          <a:p>
            <a:pPr rtl="0" algn="l">
              <a:spcAft>
                <a:spcPts val="300"/>
              </a:spcAft>
            </a:pPr>
            <a:r>
              <a:rPr sz="1700" b="0" i="0" lang="en-US">
                <a:solidFill>
                  <a:srgbClr val="1C2333"/>
                </a:solidFill>
                <a:latin typeface="Segoe UI"/>
              </a:rPr>
              <a:t>5) Dogs like drinking milk.</a:t>
            </a:r>
          </a:p>
          <a:p>
            <a:pPr lvl="1" rtl="0" algn="l">
              <a:spcAft>
                <a:spcPts val="700"/>
              </a:spcAft>
            </a:pPr>
            <a:r>
              <a:rPr sz="1600" b="1" i="0" lang="en-US">
                <a:solidFill>
                  <a:srgbClr val="0F7A3D"/>
                </a:solidFill>
                <a:latin typeface="Segoe UI"/>
              </a:rPr>
              <a:t>✔ Do dogs like drinking milk?</a:t>
            </a:r>
          </a:p>
          <a:p>
            <a:pPr rtl="0" algn="l">
              <a:spcAft>
                <a:spcPts val="300"/>
              </a:spcAft>
            </a:pPr>
            <a:r>
              <a:rPr sz="1700" b="0" i="0" lang="en-US">
                <a:solidFill>
                  <a:srgbClr val="1C2333"/>
                </a:solidFill>
                <a:latin typeface="Segoe UI"/>
              </a:rPr>
              <a:t>6) My parents like reading.</a:t>
            </a:r>
          </a:p>
          <a:p>
            <a:pPr lvl="1" rtl="0" algn="l">
              <a:spcAft>
                <a:spcPts val="700"/>
              </a:spcAft>
            </a:pPr>
            <a:r>
              <a:rPr sz="1600" b="1" i="0" lang="en-US">
                <a:solidFill>
                  <a:srgbClr val="0F7A3D"/>
                </a:solidFill>
                <a:latin typeface="Segoe UI"/>
              </a:rPr>
              <a:t>✔ Do your parents like reading?</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He likes to get up early.</a:t>
            </a:r>
          </a:p>
          <a:p>
            <a:pPr rtl="0" algn="l">
              <a:spcAft>
                <a:spcPts val="800"/>
              </a:spcAft>
            </a:pPr>
            <a:r>
              <a:rPr sz="1800" b="0" i="0" lang="en-US">
                <a:solidFill>
                  <a:srgbClr val="1C2333"/>
                </a:solidFill>
                <a:latin typeface="Segoe UI"/>
              </a:rPr>
              <a:t>8) She likes listening to music.</a:t>
            </a:r>
          </a:p>
          <a:p>
            <a:pPr rtl="0" algn="l">
              <a:spcAft>
                <a:spcPts val="800"/>
              </a:spcAft>
            </a:pPr>
            <a:r>
              <a:rPr sz="1800" b="0" i="0" lang="en-US">
                <a:solidFill>
                  <a:srgbClr val="1C2333"/>
                </a:solidFill>
                <a:latin typeface="Segoe UI"/>
              </a:rPr>
              <a:t>9) You like climbing trees.</a:t>
            </a:r>
          </a:p>
          <a:p>
            <a:pPr rtl="0" algn="l">
              <a:spcAft>
                <a:spcPts val="800"/>
              </a:spcAft>
            </a:pPr>
            <a:r>
              <a:rPr sz="1800" b="0" i="0" lang="en-US">
                <a:solidFill>
                  <a:srgbClr val="1C2333"/>
                </a:solidFill>
                <a:latin typeface="Segoe UI"/>
              </a:rPr>
              <a:t>10) I like to help my father.</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He likes to get up early.</a:t>
            </a:r>
          </a:p>
          <a:p>
            <a:pPr lvl="1" rtl="0" algn="l">
              <a:spcAft>
                <a:spcPts val="700"/>
              </a:spcAft>
            </a:pPr>
            <a:r>
              <a:rPr sz="1600" b="1" i="0" lang="en-US">
                <a:solidFill>
                  <a:srgbClr val="0F7A3D"/>
                </a:solidFill>
                <a:latin typeface="Segoe UI"/>
              </a:rPr>
              <a:t>✔ Does he like to get up early?</a:t>
            </a:r>
          </a:p>
          <a:p>
            <a:pPr rtl="0" algn="l">
              <a:spcAft>
                <a:spcPts val="300"/>
              </a:spcAft>
            </a:pPr>
            <a:r>
              <a:rPr sz="1700" b="0" i="0" lang="en-US">
                <a:solidFill>
                  <a:srgbClr val="1C2333"/>
                </a:solidFill>
                <a:latin typeface="Segoe UI"/>
              </a:rPr>
              <a:t>8) She likes listening to music.</a:t>
            </a:r>
          </a:p>
          <a:p>
            <a:pPr lvl="1" rtl="0" algn="l">
              <a:spcAft>
                <a:spcPts val="700"/>
              </a:spcAft>
            </a:pPr>
            <a:r>
              <a:rPr sz="1600" b="1" i="0" lang="en-US">
                <a:solidFill>
                  <a:srgbClr val="0F7A3D"/>
                </a:solidFill>
                <a:latin typeface="Segoe UI"/>
              </a:rPr>
              <a:t>✔ Does she like listening to music?</a:t>
            </a:r>
          </a:p>
          <a:p>
            <a:pPr rtl="0" algn="l">
              <a:spcAft>
                <a:spcPts val="300"/>
              </a:spcAft>
            </a:pPr>
            <a:r>
              <a:rPr sz="1700" b="0" i="0" lang="en-US">
                <a:solidFill>
                  <a:srgbClr val="1C2333"/>
                </a:solidFill>
                <a:latin typeface="Segoe UI"/>
              </a:rPr>
              <a:t>9) You like climbing trees.</a:t>
            </a:r>
          </a:p>
          <a:p>
            <a:pPr lvl="1" rtl="0" algn="l">
              <a:spcAft>
                <a:spcPts val="700"/>
              </a:spcAft>
            </a:pPr>
            <a:r>
              <a:rPr sz="1600" b="1" i="0" lang="en-US">
                <a:solidFill>
                  <a:srgbClr val="0F7A3D"/>
                </a:solidFill>
                <a:latin typeface="Segoe UI"/>
              </a:rPr>
              <a:t>✔ Do I like climbing trees?</a:t>
            </a:r>
          </a:p>
          <a:p>
            <a:pPr rtl="0" algn="l">
              <a:spcAft>
                <a:spcPts val="300"/>
              </a:spcAft>
            </a:pPr>
            <a:r>
              <a:rPr sz="1700" b="0" i="0" lang="en-US">
                <a:solidFill>
                  <a:srgbClr val="1C2333"/>
                </a:solidFill>
                <a:latin typeface="Segoe UI"/>
              </a:rPr>
              <a:t>10) I like to help my father.</a:t>
            </a:r>
          </a:p>
          <a:p>
            <a:pPr lvl="1" rtl="0" algn="l">
              <a:spcAft>
                <a:spcPts val="700"/>
              </a:spcAft>
            </a:pPr>
            <a:r>
              <a:rPr sz="1600" b="1" i="0" lang="en-US">
                <a:solidFill>
                  <a:srgbClr val="0F7A3D"/>
                </a:solidFill>
                <a:latin typeface="Segoe UI"/>
              </a:rPr>
              <a:t>✔ Do you like to help your father?</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Do you like reading?</a:t>
            </a:r>
          </a:p>
          <a:p>
            <a:pPr rtl="0" algn="l">
              <a:spcAft>
                <a:spcPts val="800"/>
              </a:spcAft>
            </a:pPr>
            <a:r>
              <a:rPr sz="1800" b="0" i="0" lang="en-US">
                <a:solidFill>
                  <a:srgbClr val="1C2333"/>
                </a:solidFill>
                <a:latin typeface="Segoe UI"/>
              </a:rPr>
              <a:t>2) Does she like to study English?</a:t>
            </a:r>
          </a:p>
          <a:p>
            <a:pPr rtl="0" algn="l">
              <a:spcAft>
                <a:spcPts val="800"/>
              </a:spcAft>
            </a:pPr>
            <a:r>
              <a:rPr sz="1800" b="0" i="0" lang="en-US">
                <a:solidFill>
                  <a:srgbClr val="1C2333"/>
                </a:solidFill>
                <a:latin typeface="Segoe UI"/>
              </a:rPr>
              <a:t>3) Do they like oranges?</a:t>
            </a:r>
          </a:p>
          <a:p>
            <a:pPr rtl="0" algn="l">
              <a:spcAft>
                <a:spcPts val="800"/>
              </a:spcAft>
            </a:pPr>
            <a:r>
              <a:rPr sz="1800" b="0" i="0" lang="en-US">
                <a:solidFill>
                  <a:srgbClr val="1C2333"/>
                </a:solidFill>
                <a:latin typeface="Segoe UI"/>
              </a:rPr>
              <a:t>4) Do your parents like reading?</a:t>
            </a:r>
          </a:p>
          <a:p>
            <a:pPr rtl="0" algn="l">
              <a:spcAft>
                <a:spcPts val="800"/>
              </a:spcAft>
            </a:pPr>
            <a:r>
              <a:rPr sz="1800" b="0" i="0" lang="en-US">
                <a:solidFill>
                  <a:srgbClr val="1C2333"/>
                </a:solidFill>
                <a:latin typeface="Segoe UI"/>
              </a:rPr>
              <a:t>5) Do we like to swim?</a:t>
            </a:r>
          </a:p>
          <a:p>
            <a:pPr rtl="0" algn="l">
              <a:spcAft>
                <a:spcPts val="800"/>
              </a:spcAft>
            </a:pPr>
            <a:r>
              <a:rPr sz="1800" b="0" i="0" lang="en-US">
                <a:solidFill>
                  <a:srgbClr val="1C2333"/>
                </a:solidFill>
                <a:latin typeface="Segoe UI"/>
              </a:rPr>
              <a:t>6) Do dogs like fish?</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Do you like reading?</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2) Does she like to study English?</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3) Do they like oranges?</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4) Do your parents like reading?</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5) Do we like to swim?</a:t>
            </a:r>
          </a:p>
          <a:p>
            <a:pPr lvl="1" rtl="0" algn="l">
              <a:spcAft>
                <a:spcPts val="700"/>
              </a:spcAft>
            </a:pPr>
            <a:r>
              <a:rPr sz="1600" b="1" i="0" lang="en-US">
                <a:solidFill>
                  <a:srgbClr val="0F7A3D"/>
                </a:solidFill>
                <a:latin typeface="Segoe UI"/>
              </a:rPr>
              <a:t>✔ Yes, we do. / No, we don't.</a:t>
            </a:r>
          </a:p>
          <a:p>
            <a:pPr rtl="0" algn="l">
              <a:spcAft>
                <a:spcPts val="300"/>
              </a:spcAft>
            </a:pPr>
            <a:r>
              <a:rPr sz="1700" b="0" i="0" lang="en-US">
                <a:solidFill>
                  <a:srgbClr val="1C2333"/>
                </a:solidFill>
                <a:latin typeface="Segoe UI"/>
              </a:rPr>
              <a:t>6) Do dogs like fish?</a:t>
            </a:r>
          </a:p>
          <a:p>
            <a:pPr lvl="1" rtl="0" algn="l">
              <a:spcAft>
                <a:spcPts val="700"/>
              </a:spcAft>
            </a:pPr>
            <a:r>
              <a:rPr sz="1600" b="1" i="0" lang="en-US">
                <a:solidFill>
                  <a:srgbClr val="0F7A3D"/>
                </a:solidFill>
                <a:latin typeface="Segoe UI"/>
              </a:rPr>
              <a:t>✔ Yes, they do. / No, they don't.</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Does your sister like apples?</a:t>
            </a:r>
          </a:p>
          <a:p>
            <a:pPr rtl="0" algn="l">
              <a:spcAft>
                <a:spcPts val="800"/>
              </a:spcAft>
            </a:pPr>
            <a:r>
              <a:rPr sz="1800" b="0" i="0" lang="en-US">
                <a:solidFill>
                  <a:srgbClr val="1C2333"/>
                </a:solidFill>
                <a:latin typeface="Segoe UI"/>
              </a:rPr>
              <a:t>8) Does it like fish?</a:t>
            </a:r>
          </a:p>
          <a:p>
            <a:pPr rtl="0" algn="l">
              <a:spcAft>
                <a:spcPts val="800"/>
              </a:spcAft>
            </a:pPr>
            <a:r>
              <a:rPr sz="1800" b="0" i="0" lang="en-US">
                <a:solidFill>
                  <a:srgbClr val="1C2333"/>
                </a:solidFill>
                <a:latin typeface="Segoe UI"/>
              </a:rPr>
              <a:t>9) Do you like swimming?</a:t>
            </a:r>
          </a:p>
          <a:p>
            <a:pPr rtl="0" algn="l">
              <a:spcAft>
                <a:spcPts val="800"/>
              </a:spcAft>
            </a:pPr>
            <a:r>
              <a:rPr sz="1800" b="0" i="0" lang="en-US">
                <a:solidFill>
                  <a:srgbClr val="1C2333"/>
                </a:solidFill>
                <a:latin typeface="Segoe UI"/>
              </a:rPr>
              <a:t>10) Does he like juice?</a:t>
            </a:r>
          </a:p>
          <a:p>
            <a:pPr rtl="0" algn="l">
              <a:spcAft>
                <a:spcPts val="800"/>
              </a:spcAft>
            </a:pPr>
            <a:r>
              <a:rPr sz="1800" b="0" i="0" lang="en-US">
                <a:solidFill>
                  <a:srgbClr val="1C2333"/>
                </a:solidFill>
                <a:latin typeface="Segoe UI"/>
              </a:rPr>
              <a:t>11) Does your brother like to play football?</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D)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Does your sister like apples?</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8) Does it like fish?</a:t>
            </a:r>
          </a:p>
          <a:p>
            <a:pPr lvl="1" rtl="0" algn="l">
              <a:spcAft>
                <a:spcPts val="700"/>
              </a:spcAft>
            </a:pPr>
            <a:r>
              <a:rPr sz="1600" b="1" i="0" lang="en-US">
                <a:solidFill>
                  <a:srgbClr val="0F7A3D"/>
                </a:solidFill>
                <a:latin typeface="Segoe UI"/>
              </a:rPr>
              <a:t>✔ Yes, it does. / No, it doesn't.</a:t>
            </a:r>
          </a:p>
          <a:p>
            <a:pPr rtl="0" algn="l">
              <a:spcAft>
                <a:spcPts val="300"/>
              </a:spcAft>
            </a:pPr>
            <a:r>
              <a:rPr sz="1700" b="0" i="0" lang="en-US">
                <a:solidFill>
                  <a:srgbClr val="1C2333"/>
                </a:solidFill>
                <a:latin typeface="Segoe UI"/>
              </a:rPr>
              <a:t>9) Do you like swimming?</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10) Does he like juice?</a:t>
            </a:r>
          </a:p>
          <a:p>
            <a:pPr lvl="1" rtl="0" algn="l">
              <a:spcAft>
                <a:spcPts val="700"/>
              </a:spcAft>
            </a:pPr>
            <a:r>
              <a:rPr sz="1600" b="1" i="0" lang="en-US">
                <a:solidFill>
                  <a:srgbClr val="0F7A3D"/>
                </a:solidFill>
                <a:latin typeface="Segoe UI"/>
              </a:rPr>
              <a:t>✔ Yes, he does. / No, he doesn't.</a:t>
            </a:r>
          </a:p>
          <a:p>
            <a:pPr rtl="0" algn="l">
              <a:spcAft>
                <a:spcPts val="300"/>
              </a:spcAft>
            </a:pPr>
            <a:r>
              <a:rPr sz="1700" b="0" i="0" lang="en-US">
                <a:solidFill>
                  <a:srgbClr val="1C2333"/>
                </a:solidFill>
                <a:latin typeface="Segoe UI"/>
              </a:rPr>
              <a:t>11) Does your brother like to play football?</a:t>
            </a:r>
          </a:p>
          <a:p>
            <a:pPr lvl="1" rtl="0" algn="l">
              <a:spcAft>
                <a:spcPts val="700"/>
              </a:spcAft>
            </a:pPr>
            <a:r>
              <a:rPr sz="1600" b="1" i="0" lang="en-US">
                <a:solidFill>
                  <a:srgbClr val="0F7A3D"/>
                </a:solidFill>
                <a:latin typeface="Segoe UI"/>
              </a:rPr>
              <a:t>✔ Yes, he does. / No, he doesn't.</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No, I don't like reading French.</a:t>
            </a:r>
          </a:p>
          <a:p>
            <a:pPr rtl="0" algn="l">
              <a:spcAft>
                <a:spcPts val="800"/>
              </a:spcAft>
            </a:pPr>
            <a:r>
              <a:rPr sz="1800" b="0" i="0" lang="en-US">
                <a:solidFill>
                  <a:srgbClr val="1C2333"/>
                </a:solidFill>
                <a:latin typeface="Segoe UI"/>
              </a:rPr>
              <a:t>2) Yes, she likes to play tennis.</a:t>
            </a:r>
          </a:p>
          <a:p>
            <a:pPr rtl="0" algn="l">
              <a:spcAft>
                <a:spcPts val="800"/>
              </a:spcAft>
            </a:pPr>
            <a:r>
              <a:rPr sz="1800" b="0" i="0" lang="en-US">
                <a:solidFill>
                  <a:srgbClr val="1C2333"/>
                </a:solidFill>
                <a:latin typeface="Segoe UI"/>
              </a:rPr>
              <a:t>3) No, my parents don't like running.</a:t>
            </a:r>
          </a:p>
          <a:p>
            <a:pPr rtl="0" algn="l">
              <a:spcAft>
                <a:spcPts val="800"/>
              </a:spcAft>
            </a:pPr>
            <a:r>
              <a:rPr sz="1800" b="0" i="0" lang="en-US">
                <a:solidFill>
                  <a:srgbClr val="1C2333"/>
                </a:solidFill>
                <a:latin typeface="Segoe UI"/>
              </a:rPr>
              <a:t>4) Yes, they like studying English.</a:t>
            </a:r>
          </a:p>
          <a:p>
            <a:pPr rtl="0" algn="l">
              <a:spcAft>
                <a:spcPts val="800"/>
              </a:spcAft>
            </a:pPr>
            <a:r>
              <a:rPr sz="1800" b="0" i="0" lang="en-US">
                <a:solidFill>
                  <a:srgbClr val="1C2333"/>
                </a:solidFill>
                <a:latin typeface="Segoe UI"/>
              </a:rPr>
              <a:t>5) No, my sister doesn't like chips.</a:t>
            </a:r>
          </a:p>
          <a:p>
            <a:pPr rtl="0" algn="l">
              <a:spcAft>
                <a:spcPts val="800"/>
              </a:spcAft>
            </a:pPr>
            <a:r>
              <a:rPr sz="1800" b="0" i="0" lang="en-US">
                <a:solidFill>
                  <a:srgbClr val="1C2333"/>
                </a:solidFill>
                <a:latin typeface="Segoe UI"/>
              </a:rPr>
              <a:t>6) No, we don't like to swim in the sea.</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No, I don't like reading French.</a:t>
            </a:r>
          </a:p>
          <a:p>
            <a:pPr lvl="1" rtl="0" algn="l">
              <a:spcAft>
                <a:spcPts val="700"/>
              </a:spcAft>
            </a:pPr>
            <a:r>
              <a:rPr sz="1600" b="1" i="0" lang="en-US">
                <a:solidFill>
                  <a:srgbClr val="0F7A3D"/>
                </a:solidFill>
                <a:latin typeface="Segoe UI"/>
              </a:rPr>
              <a:t>✔ Do you like reading French?</a:t>
            </a:r>
          </a:p>
          <a:p>
            <a:pPr rtl="0" algn="l">
              <a:spcAft>
                <a:spcPts val="300"/>
              </a:spcAft>
            </a:pPr>
            <a:r>
              <a:rPr sz="1700" b="0" i="0" lang="en-US">
                <a:solidFill>
                  <a:srgbClr val="1C2333"/>
                </a:solidFill>
                <a:latin typeface="Segoe UI"/>
              </a:rPr>
              <a:t>2) Yes, she likes to play tennis.</a:t>
            </a:r>
          </a:p>
          <a:p>
            <a:pPr lvl="1" rtl="0" algn="l">
              <a:spcAft>
                <a:spcPts val="700"/>
              </a:spcAft>
            </a:pPr>
            <a:r>
              <a:rPr sz="1600" b="1" i="0" lang="en-US">
                <a:solidFill>
                  <a:srgbClr val="0F7A3D"/>
                </a:solidFill>
                <a:latin typeface="Segoe UI"/>
              </a:rPr>
              <a:t>✔ Does she like to play tennis?</a:t>
            </a:r>
          </a:p>
          <a:p>
            <a:pPr rtl="0" algn="l">
              <a:spcAft>
                <a:spcPts val="300"/>
              </a:spcAft>
            </a:pPr>
            <a:r>
              <a:rPr sz="1700" b="0" i="0" lang="en-US">
                <a:solidFill>
                  <a:srgbClr val="1C2333"/>
                </a:solidFill>
                <a:latin typeface="Segoe UI"/>
              </a:rPr>
              <a:t>3) No, my parents don't like running.</a:t>
            </a:r>
          </a:p>
          <a:p>
            <a:pPr lvl="1" rtl="0" algn="l">
              <a:spcAft>
                <a:spcPts val="700"/>
              </a:spcAft>
            </a:pPr>
            <a:r>
              <a:rPr sz="1600" b="1" i="0" lang="en-US">
                <a:solidFill>
                  <a:srgbClr val="0F7A3D"/>
                </a:solidFill>
                <a:latin typeface="Segoe UI"/>
              </a:rPr>
              <a:t>✔ Do your parents like running?</a:t>
            </a:r>
          </a:p>
          <a:p>
            <a:pPr rtl="0" algn="l">
              <a:spcAft>
                <a:spcPts val="300"/>
              </a:spcAft>
            </a:pPr>
            <a:r>
              <a:rPr sz="1700" b="0" i="0" lang="en-US">
                <a:solidFill>
                  <a:srgbClr val="1C2333"/>
                </a:solidFill>
                <a:latin typeface="Segoe UI"/>
              </a:rPr>
              <a:t>4) Yes, they like studying English.</a:t>
            </a:r>
          </a:p>
          <a:p>
            <a:pPr lvl="1" rtl="0" algn="l">
              <a:spcAft>
                <a:spcPts val="700"/>
              </a:spcAft>
            </a:pPr>
            <a:r>
              <a:rPr sz="1600" b="1" i="0" lang="en-US">
                <a:solidFill>
                  <a:srgbClr val="0F7A3D"/>
                </a:solidFill>
                <a:latin typeface="Segoe UI"/>
              </a:rPr>
              <a:t>✔ Do they like studying English?</a:t>
            </a:r>
          </a:p>
          <a:p>
            <a:pPr rtl="0" algn="l">
              <a:spcAft>
                <a:spcPts val="300"/>
              </a:spcAft>
            </a:pPr>
            <a:r>
              <a:rPr sz="1700" b="0" i="0" lang="en-US">
                <a:solidFill>
                  <a:srgbClr val="1C2333"/>
                </a:solidFill>
                <a:latin typeface="Segoe UI"/>
              </a:rPr>
              <a:t>5) No, my sister doesn't like chips.</a:t>
            </a:r>
          </a:p>
          <a:p>
            <a:pPr lvl="1" rtl="0" algn="l">
              <a:spcAft>
                <a:spcPts val="700"/>
              </a:spcAft>
            </a:pPr>
            <a:r>
              <a:rPr sz="1600" b="1" i="0" lang="en-US">
                <a:solidFill>
                  <a:srgbClr val="0F7A3D"/>
                </a:solidFill>
                <a:latin typeface="Segoe UI"/>
              </a:rPr>
              <a:t>✔ Does your sister like chips?</a:t>
            </a:r>
          </a:p>
          <a:p>
            <a:pPr rtl="0" algn="l">
              <a:spcAft>
                <a:spcPts val="300"/>
              </a:spcAft>
            </a:pPr>
            <a:r>
              <a:rPr sz="1700" b="0" i="0" lang="en-US">
                <a:solidFill>
                  <a:srgbClr val="1C2333"/>
                </a:solidFill>
                <a:latin typeface="Segoe UI"/>
              </a:rPr>
              <a:t>6) No, we don't like to swim in the sea.</a:t>
            </a:r>
          </a:p>
          <a:p>
            <a:pPr lvl="1" rtl="0" algn="l">
              <a:spcAft>
                <a:spcPts val="700"/>
              </a:spcAft>
            </a:pPr>
            <a:r>
              <a:rPr sz="1600" b="1" i="0" lang="en-US">
                <a:solidFill>
                  <a:srgbClr val="0F7A3D"/>
                </a:solidFill>
                <a:latin typeface="Segoe UI"/>
              </a:rPr>
              <a:t>✔ Do you like to swim in the sea?</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Yes, it likes to drink milk.</a:t>
            </a:r>
          </a:p>
          <a:p>
            <a:pPr rtl="0" algn="l">
              <a:spcAft>
                <a:spcPts val="800"/>
              </a:spcAft>
            </a:pPr>
            <a:r>
              <a:rPr sz="1800" b="0" i="0" lang="en-US">
                <a:solidFill>
                  <a:srgbClr val="1C2333"/>
                </a:solidFill>
                <a:latin typeface="Segoe UI"/>
              </a:rPr>
              <a:t>8) No, he doesn't like playing football.</a:t>
            </a:r>
          </a:p>
          <a:p>
            <a:pPr rtl="0" algn="l">
              <a:spcAft>
                <a:spcPts val="800"/>
              </a:spcAft>
            </a:pPr>
            <a:r>
              <a:rPr sz="1800" b="0" i="0" lang="en-US">
                <a:solidFill>
                  <a:srgbClr val="1C2333"/>
                </a:solidFill>
                <a:latin typeface="Segoe UI"/>
              </a:rPr>
              <a:t>9) Yes, I like chips.</a:t>
            </a:r>
          </a:p>
          <a:p>
            <a:pPr rtl="0" algn="l">
              <a:spcAft>
                <a:spcPts val="800"/>
              </a:spcAft>
            </a:pPr>
            <a:r>
              <a:rPr sz="1800" b="0" i="0" lang="en-US">
                <a:solidFill>
                  <a:srgbClr val="1C2333"/>
                </a:solidFill>
                <a:latin typeface="Segoe UI"/>
              </a:rPr>
              <a:t>10) No, my brother doesn't like watching TV.</a:t>
            </a:r>
          </a:p>
          <a:p>
            <a:pPr rtl="0" algn="l">
              <a:spcAft>
                <a:spcPts val="800"/>
              </a:spcAft>
            </a:pPr>
            <a:r>
              <a:rPr sz="1800" b="0" i="0" lang="en-US">
                <a:solidFill>
                  <a:srgbClr val="1C2333"/>
                </a:solidFill>
                <a:latin typeface="Segoe UI"/>
              </a:rPr>
              <a:t>11) Yes, we like to get up early.</a:t>
            </a:r>
          </a:p>
          <a:p>
            <a:pPr rtl="0" algn="l">
              <a:spcAft>
                <a:spcPts val="800"/>
              </a:spcAft>
            </a:pPr>
            <a:r>
              <a:rPr sz="1800" b="0" i="0" lang="en-US">
                <a:solidFill>
                  <a:srgbClr val="1C2333"/>
                </a:solidFill>
                <a:latin typeface="Segoe UI"/>
              </a:rPr>
              <a:t>12) He likes reading English.</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Yes, it likes to drink milk.</a:t>
            </a:r>
          </a:p>
          <a:p>
            <a:pPr lvl="1" rtl="0" algn="l">
              <a:spcAft>
                <a:spcPts val="700"/>
              </a:spcAft>
            </a:pPr>
            <a:r>
              <a:rPr sz="1600" b="1" i="0" lang="en-US">
                <a:solidFill>
                  <a:srgbClr val="0F7A3D"/>
                </a:solidFill>
                <a:latin typeface="Segoe UI"/>
              </a:rPr>
              <a:t>✔ Does it like to drink milk?</a:t>
            </a:r>
          </a:p>
          <a:p>
            <a:pPr rtl="0" algn="l">
              <a:spcAft>
                <a:spcPts val="300"/>
              </a:spcAft>
            </a:pPr>
            <a:r>
              <a:rPr sz="1700" b="0" i="0" lang="en-US">
                <a:solidFill>
                  <a:srgbClr val="1C2333"/>
                </a:solidFill>
                <a:latin typeface="Segoe UI"/>
              </a:rPr>
              <a:t>8) No, he doesn't like playing football.</a:t>
            </a:r>
          </a:p>
          <a:p>
            <a:pPr lvl="1" rtl="0" algn="l">
              <a:spcAft>
                <a:spcPts val="700"/>
              </a:spcAft>
            </a:pPr>
            <a:r>
              <a:rPr sz="1600" b="1" i="0" lang="en-US">
                <a:solidFill>
                  <a:srgbClr val="0F7A3D"/>
                </a:solidFill>
                <a:latin typeface="Segoe UI"/>
              </a:rPr>
              <a:t>✔ Does he like playing football?</a:t>
            </a:r>
          </a:p>
          <a:p>
            <a:pPr rtl="0" algn="l">
              <a:spcAft>
                <a:spcPts val="300"/>
              </a:spcAft>
            </a:pPr>
            <a:r>
              <a:rPr sz="1700" b="0" i="0" lang="en-US">
                <a:solidFill>
                  <a:srgbClr val="1C2333"/>
                </a:solidFill>
                <a:latin typeface="Segoe UI"/>
              </a:rPr>
              <a:t>9) Yes, I like chips.</a:t>
            </a:r>
          </a:p>
          <a:p>
            <a:pPr lvl="1" rtl="0" algn="l">
              <a:spcAft>
                <a:spcPts val="700"/>
              </a:spcAft>
            </a:pPr>
            <a:r>
              <a:rPr sz="1600" b="1" i="0" lang="en-US">
                <a:solidFill>
                  <a:srgbClr val="0F7A3D"/>
                </a:solidFill>
                <a:latin typeface="Segoe UI"/>
              </a:rPr>
              <a:t>✔ Do you like chips?</a:t>
            </a:r>
          </a:p>
          <a:p>
            <a:pPr rtl="0" algn="l">
              <a:spcAft>
                <a:spcPts val="300"/>
              </a:spcAft>
            </a:pPr>
            <a:r>
              <a:rPr sz="1700" b="0" i="0" lang="en-US">
                <a:solidFill>
                  <a:srgbClr val="1C2333"/>
                </a:solidFill>
                <a:latin typeface="Segoe UI"/>
              </a:rPr>
              <a:t>10) No, my brother doesn't like watching TV.</a:t>
            </a:r>
          </a:p>
          <a:p>
            <a:pPr lvl="1" rtl="0" algn="l">
              <a:spcAft>
                <a:spcPts val="700"/>
              </a:spcAft>
            </a:pPr>
            <a:r>
              <a:rPr sz="1600" b="1" i="0" lang="en-US">
                <a:solidFill>
                  <a:srgbClr val="0F7A3D"/>
                </a:solidFill>
                <a:latin typeface="Segoe UI"/>
              </a:rPr>
              <a:t>✔ Does your brother like watching TV?</a:t>
            </a:r>
          </a:p>
          <a:p>
            <a:pPr rtl="0" algn="l">
              <a:spcAft>
                <a:spcPts val="300"/>
              </a:spcAft>
            </a:pPr>
            <a:r>
              <a:rPr sz="1700" b="0" i="0" lang="en-US">
                <a:solidFill>
                  <a:srgbClr val="1C2333"/>
                </a:solidFill>
                <a:latin typeface="Segoe UI"/>
              </a:rPr>
              <a:t>11) Yes, we like to get up early.</a:t>
            </a:r>
          </a:p>
          <a:p>
            <a:pPr lvl="1" rtl="0" algn="l">
              <a:spcAft>
                <a:spcPts val="700"/>
              </a:spcAft>
            </a:pPr>
            <a:r>
              <a:rPr sz="1600" b="1" i="0" lang="en-US">
                <a:solidFill>
                  <a:srgbClr val="0F7A3D"/>
                </a:solidFill>
                <a:latin typeface="Segoe UI"/>
              </a:rPr>
              <a:t>✔ Do you like to get up early?</a:t>
            </a:r>
          </a:p>
          <a:p>
            <a:pPr rtl="0" algn="l">
              <a:spcAft>
                <a:spcPts val="300"/>
              </a:spcAft>
            </a:pPr>
            <a:r>
              <a:rPr sz="1700" b="0" i="0" lang="en-US">
                <a:solidFill>
                  <a:srgbClr val="1C2333"/>
                </a:solidFill>
                <a:latin typeface="Segoe UI"/>
              </a:rPr>
              <a:t>12) He likes reading English.</a:t>
            </a:r>
          </a:p>
          <a:p>
            <a:pPr lvl="1" rtl="0" algn="l">
              <a:spcAft>
                <a:spcPts val="700"/>
              </a:spcAft>
            </a:pPr>
            <a:r>
              <a:rPr sz="1600" b="1" i="0" lang="en-US">
                <a:solidFill>
                  <a:srgbClr val="0F7A3D"/>
                </a:solidFill>
                <a:latin typeface="Segoe UI"/>
              </a:rPr>
              <a:t>✔ What does he like reading?</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I like to play football.</a:t>
            </a:r>
          </a:p>
          <a:p>
            <a:pPr rtl="0" algn="l">
              <a:spcAft>
                <a:spcPts val="800"/>
              </a:spcAft>
            </a:pPr>
            <a:r>
              <a:rPr sz="1800" b="0" i="0" lang="en-US">
                <a:solidFill>
                  <a:srgbClr val="1C2333"/>
                </a:solidFill>
                <a:latin typeface="Segoe UI"/>
              </a:rPr>
              <a:t>14) They like meat.</a:t>
            </a:r>
          </a:p>
          <a:p>
            <a:pPr rtl="0" algn="l">
              <a:spcAft>
                <a:spcPts val="800"/>
              </a:spcAft>
            </a:pPr>
            <a:r>
              <a:rPr sz="1800" b="0" i="0" lang="en-US">
                <a:solidFill>
                  <a:srgbClr val="1C2333"/>
                </a:solidFill>
                <a:latin typeface="Segoe UI"/>
              </a:rPr>
              <a:t>15) It likes milk.</a:t>
            </a:r>
          </a:p>
          <a:p>
            <a:pPr rtl="0" algn="l">
              <a:spcAft>
                <a:spcPts val="800"/>
              </a:spcAft>
            </a:pPr>
            <a:r>
              <a:rPr sz="1800" b="0" i="0" lang="en-US">
                <a:solidFill>
                  <a:srgbClr val="1C2333"/>
                </a:solidFill>
                <a:latin typeface="Segoe UI"/>
              </a:rPr>
              <a:t>16) She likes fish.</a:t>
            </a:r>
          </a:p>
          <a:p>
            <a:pPr rtl="0" algn="l">
              <a:spcAft>
                <a:spcPts val="800"/>
              </a:spcAft>
            </a:pPr>
            <a:r>
              <a:rPr sz="1800" b="0" i="0" lang="en-US">
                <a:solidFill>
                  <a:srgbClr val="1C2333"/>
                </a:solidFill>
                <a:latin typeface="Segoe UI"/>
              </a:rPr>
              <a:t>17) We like to drink coffee.</a:t>
            </a:r>
          </a:p>
          <a:p>
            <a:pPr rtl="0" algn="l">
              <a:spcAft>
                <a:spcPts val="800"/>
              </a:spcAft>
            </a:pPr>
            <a:r>
              <a:rPr sz="1800" b="0" i="0" lang="en-US">
                <a:solidFill>
                  <a:srgbClr val="1C2333"/>
                </a:solidFill>
                <a:latin typeface="Segoe UI"/>
              </a:rPr>
              <a:t>18) I like swimming.</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I like to play football.</a:t>
            </a:r>
          </a:p>
          <a:p>
            <a:pPr lvl="1" rtl="0" algn="l">
              <a:spcAft>
                <a:spcPts val="700"/>
              </a:spcAft>
            </a:pPr>
            <a:r>
              <a:rPr sz="1600" b="1" i="0" lang="en-US">
                <a:solidFill>
                  <a:srgbClr val="0F7A3D"/>
                </a:solidFill>
                <a:latin typeface="Segoe UI"/>
              </a:rPr>
              <a:t>✔ What do you like to play?</a:t>
            </a:r>
          </a:p>
          <a:p>
            <a:pPr rtl="0" algn="l">
              <a:spcAft>
                <a:spcPts val="300"/>
              </a:spcAft>
            </a:pPr>
            <a:r>
              <a:rPr sz="1700" b="0" i="0" lang="en-US">
                <a:solidFill>
                  <a:srgbClr val="1C2333"/>
                </a:solidFill>
                <a:latin typeface="Segoe UI"/>
              </a:rPr>
              <a:t>14) They like meat.</a:t>
            </a:r>
          </a:p>
          <a:p>
            <a:pPr lvl="1" rtl="0" algn="l">
              <a:spcAft>
                <a:spcPts val="700"/>
              </a:spcAft>
            </a:pPr>
            <a:r>
              <a:rPr sz="1600" b="1" i="0" lang="en-US">
                <a:solidFill>
                  <a:srgbClr val="0F7A3D"/>
                </a:solidFill>
                <a:latin typeface="Segoe UI"/>
              </a:rPr>
              <a:t>✔ What do they like?</a:t>
            </a:r>
          </a:p>
          <a:p>
            <a:pPr rtl="0" algn="l">
              <a:spcAft>
                <a:spcPts val="300"/>
              </a:spcAft>
            </a:pPr>
            <a:r>
              <a:rPr sz="1700" b="0" i="0" lang="en-US">
                <a:solidFill>
                  <a:srgbClr val="1C2333"/>
                </a:solidFill>
                <a:latin typeface="Segoe UI"/>
              </a:rPr>
              <a:t>15) It likes milk.</a:t>
            </a:r>
          </a:p>
          <a:p>
            <a:pPr lvl="1" rtl="0" algn="l">
              <a:spcAft>
                <a:spcPts val="700"/>
              </a:spcAft>
            </a:pPr>
            <a:r>
              <a:rPr sz="1600" b="1" i="0" lang="en-US">
                <a:solidFill>
                  <a:srgbClr val="0F7A3D"/>
                </a:solidFill>
                <a:latin typeface="Segoe UI"/>
              </a:rPr>
              <a:t>✔ What does it like?</a:t>
            </a:r>
          </a:p>
          <a:p>
            <a:pPr rtl="0" algn="l">
              <a:spcAft>
                <a:spcPts val="300"/>
              </a:spcAft>
            </a:pPr>
            <a:r>
              <a:rPr sz="1700" b="0" i="0" lang="en-US">
                <a:solidFill>
                  <a:srgbClr val="1C2333"/>
                </a:solidFill>
                <a:latin typeface="Segoe UI"/>
              </a:rPr>
              <a:t>16) She likes fish.</a:t>
            </a:r>
          </a:p>
          <a:p>
            <a:pPr lvl="1" rtl="0" algn="l">
              <a:spcAft>
                <a:spcPts val="700"/>
              </a:spcAft>
            </a:pPr>
            <a:r>
              <a:rPr sz="1600" b="1" i="0" lang="en-US">
                <a:solidFill>
                  <a:srgbClr val="0F7A3D"/>
                </a:solidFill>
                <a:latin typeface="Segoe UI"/>
              </a:rPr>
              <a:t>✔ What does she like?</a:t>
            </a:r>
          </a:p>
          <a:p>
            <a:pPr rtl="0" algn="l">
              <a:spcAft>
                <a:spcPts val="300"/>
              </a:spcAft>
            </a:pPr>
            <a:r>
              <a:rPr sz="1700" b="0" i="0" lang="en-US">
                <a:solidFill>
                  <a:srgbClr val="1C2333"/>
                </a:solidFill>
                <a:latin typeface="Segoe UI"/>
              </a:rPr>
              <a:t>17) We like to drink coffee.</a:t>
            </a:r>
          </a:p>
          <a:p>
            <a:pPr lvl="1" rtl="0" algn="l">
              <a:spcAft>
                <a:spcPts val="700"/>
              </a:spcAft>
            </a:pPr>
            <a:r>
              <a:rPr sz="1600" b="1" i="0" lang="en-US">
                <a:solidFill>
                  <a:srgbClr val="0F7A3D"/>
                </a:solidFill>
                <a:latin typeface="Segoe UI"/>
              </a:rPr>
              <a:t>✔ What do you like to drink?</a:t>
            </a:r>
          </a:p>
          <a:p>
            <a:pPr rtl="0" algn="l">
              <a:spcAft>
                <a:spcPts val="300"/>
              </a:spcAft>
            </a:pPr>
            <a:r>
              <a:rPr sz="1700" b="0" i="0" lang="en-US">
                <a:solidFill>
                  <a:srgbClr val="1C2333"/>
                </a:solidFill>
                <a:latin typeface="Segoe UI"/>
              </a:rPr>
              <a:t>18) I like swimming.</a:t>
            </a:r>
          </a:p>
          <a:p>
            <a:pPr lvl="1" rtl="0" algn="l">
              <a:spcAft>
                <a:spcPts val="700"/>
              </a:spcAft>
            </a:pPr>
            <a:r>
              <a:rPr sz="1600" b="1" i="0" lang="en-US">
                <a:solidFill>
                  <a:srgbClr val="0F7A3D"/>
                </a:solidFill>
                <a:latin typeface="Segoe UI"/>
              </a:rPr>
              <a:t>✔ What do you like?</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My parents like running.</a:t>
            </a:r>
          </a:p>
          <a:p>
            <a:pPr rtl="0" algn="l">
              <a:spcAft>
                <a:spcPts val="800"/>
              </a:spcAft>
            </a:pPr>
            <a:r>
              <a:rPr sz="1800" b="0" i="0" lang="en-US">
                <a:solidFill>
                  <a:srgbClr val="1C2333"/>
                </a:solidFill>
                <a:latin typeface="Segoe UI"/>
              </a:rPr>
              <a:t>20) My sister likes chips.</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E) Make a question for these answers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My parents like running.</a:t>
            </a:r>
          </a:p>
          <a:p>
            <a:pPr lvl="1" rtl="0" algn="l">
              <a:spcAft>
                <a:spcPts val="700"/>
              </a:spcAft>
            </a:pPr>
            <a:r>
              <a:rPr sz="1600" b="1" i="0" lang="en-US">
                <a:solidFill>
                  <a:srgbClr val="0F7A3D"/>
                </a:solidFill>
                <a:latin typeface="Segoe UI"/>
              </a:rPr>
              <a:t>✔ What do your parents like?</a:t>
            </a:r>
          </a:p>
          <a:p>
            <a:pPr rtl="0" algn="l">
              <a:spcAft>
                <a:spcPts val="300"/>
              </a:spcAft>
            </a:pPr>
            <a:r>
              <a:rPr sz="1700" b="0" i="0" lang="en-US">
                <a:solidFill>
                  <a:srgbClr val="1C2333"/>
                </a:solidFill>
                <a:latin typeface="Segoe UI"/>
              </a:rPr>
              <a:t>20) My sister likes chips.</a:t>
            </a:r>
          </a:p>
          <a:p>
            <a:pPr lvl="1" rtl="0" algn="l">
              <a:spcAft>
                <a:spcPts val="700"/>
              </a:spcAft>
            </a:pPr>
            <a:r>
              <a:rPr sz="1600" b="1" i="0" lang="en-US">
                <a:solidFill>
                  <a:srgbClr val="0F7A3D"/>
                </a:solidFill>
                <a:latin typeface="Segoe UI"/>
              </a:rPr>
              <a:t>✔ What does your sister like?</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to – football – play – He – likes.</a:t>
            </a:r>
          </a:p>
          <a:p>
            <a:pPr rtl="0" algn="l">
              <a:spcAft>
                <a:spcPts val="800"/>
              </a:spcAft>
            </a:pPr>
            <a:r>
              <a:rPr sz="1800" b="0" i="0" lang="en-US">
                <a:solidFill>
                  <a:srgbClr val="1C2333"/>
                </a:solidFill>
                <a:latin typeface="Segoe UI"/>
              </a:rPr>
              <a:t>2) like – They – reading – don't.</a:t>
            </a:r>
          </a:p>
          <a:p>
            <a:pPr rtl="0" algn="l">
              <a:spcAft>
                <a:spcPts val="800"/>
              </a:spcAft>
            </a:pPr>
            <a:r>
              <a:rPr sz="1800" b="0" i="0" lang="en-US">
                <a:solidFill>
                  <a:srgbClr val="1C2333"/>
                </a:solidFill>
                <a:latin typeface="Segoe UI"/>
              </a:rPr>
              <a:t>3) like – Does – she – chocolate?</a:t>
            </a:r>
          </a:p>
          <a:p>
            <a:pPr rtl="0" algn="l">
              <a:spcAft>
                <a:spcPts val="800"/>
              </a:spcAft>
            </a:pPr>
            <a:r>
              <a:rPr sz="1800" b="0" i="0" lang="en-US">
                <a:solidFill>
                  <a:srgbClr val="1C2333"/>
                </a:solidFill>
                <a:latin typeface="Segoe UI"/>
              </a:rPr>
              <a:t>4) like – TV – watch – don't – I – to.</a:t>
            </a:r>
          </a:p>
          <a:p>
            <a:pPr rtl="0" algn="l">
              <a:spcAft>
                <a:spcPts val="800"/>
              </a:spcAft>
            </a:pPr>
            <a:r>
              <a:rPr sz="1800" b="0" i="0" lang="en-US">
                <a:solidFill>
                  <a:srgbClr val="1C2333"/>
                </a:solidFill>
                <a:latin typeface="Segoe UI"/>
              </a:rPr>
              <a:t>5) swimming – doesn't – She – like.</a:t>
            </a:r>
          </a:p>
          <a:p>
            <a:pPr rtl="0" algn="l">
              <a:spcAft>
                <a:spcPts val="800"/>
              </a:spcAft>
            </a:pPr>
            <a:r>
              <a:rPr sz="1800" b="0" i="0" lang="en-US">
                <a:solidFill>
                  <a:srgbClr val="1C2333"/>
                </a:solidFill>
                <a:latin typeface="Segoe UI"/>
              </a:rPr>
              <a:t>6) to – it – milk – likes – drink – Yes,.</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to – football – play – He – likes.</a:t>
            </a:r>
          </a:p>
          <a:p>
            <a:pPr lvl="1" rtl="0" algn="l">
              <a:spcAft>
                <a:spcPts val="700"/>
              </a:spcAft>
            </a:pPr>
            <a:r>
              <a:rPr sz="1600" b="1" i="0" lang="en-US">
                <a:solidFill>
                  <a:srgbClr val="0F7A3D"/>
                </a:solidFill>
                <a:latin typeface="Segoe UI"/>
              </a:rPr>
              <a:t>✔ He likes to play football.</a:t>
            </a:r>
          </a:p>
          <a:p>
            <a:pPr rtl="0" algn="l">
              <a:spcAft>
                <a:spcPts val="300"/>
              </a:spcAft>
            </a:pPr>
            <a:r>
              <a:rPr sz="1700" b="0" i="0" lang="en-US">
                <a:solidFill>
                  <a:srgbClr val="1C2333"/>
                </a:solidFill>
                <a:latin typeface="Segoe UI"/>
              </a:rPr>
              <a:t>2) like – They – reading – don't.</a:t>
            </a:r>
          </a:p>
          <a:p>
            <a:pPr lvl="1" rtl="0" algn="l">
              <a:spcAft>
                <a:spcPts val="700"/>
              </a:spcAft>
            </a:pPr>
            <a:r>
              <a:rPr sz="1600" b="1" i="0" lang="en-US">
                <a:solidFill>
                  <a:srgbClr val="0F7A3D"/>
                </a:solidFill>
                <a:latin typeface="Segoe UI"/>
              </a:rPr>
              <a:t>✔ They don't like reading.</a:t>
            </a:r>
          </a:p>
          <a:p>
            <a:pPr rtl="0" algn="l">
              <a:spcAft>
                <a:spcPts val="300"/>
              </a:spcAft>
            </a:pPr>
            <a:r>
              <a:rPr sz="1700" b="0" i="0" lang="en-US">
                <a:solidFill>
                  <a:srgbClr val="1C2333"/>
                </a:solidFill>
                <a:latin typeface="Segoe UI"/>
              </a:rPr>
              <a:t>3) like – Does – she – chocolate?</a:t>
            </a:r>
          </a:p>
          <a:p>
            <a:pPr lvl="1" rtl="0" algn="l">
              <a:spcAft>
                <a:spcPts val="700"/>
              </a:spcAft>
            </a:pPr>
            <a:r>
              <a:rPr sz="1600" b="1" i="0" lang="en-US">
                <a:solidFill>
                  <a:srgbClr val="0F7A3D"/>
                </a:solidFill>
                <a:latin typeface="Segoe UI"/>
              </a:rPr>
              <a:t>✔ Does she like chocolate?</a:t>
            </a:r>
          </a:p>
          <a:p>
            <a:pPr rtl="0" algn="l">
              <a:spcAft>
                <a:spcPts val="300"/>
              </a:spcAft>
            </a:pPr>
            <a:r>
              <a:rPr sz="1700" b="0" i="0" lang="en-US">
                <a:solidFill>
                  <a:srgbClr val="1C2333"/>
                </a:solidFill>
                <a:latin typeface="Segoe UI"/>
              </a:rPr>
              <a:t>4) like – TV – watch – don't – I – to.</a:t>
            </a:r>
          </a:p>
          <a:p>
            <a:pPr lvl="1" rtl="0" algn="l">
              <a:spcAft>
                <a:spcPts val="700"/>
              </a:spcAft>
            </a:pPr>
            <a:r>
              <a:rPr sz="1600" b="1" i="0" lang="en-US">
                <a:solidFill>
                  <a:srgbClr val="0F7A3D"/>
                </a:solidFill>
                <a:latin typeface="Segoe UI"/>
              </a:rPr>
              <a:t>✔ I don't like to watch TV.</a:t>
            </a:r>
          </a:p>
          <a:p>
            <a:pPr rtl="0" algn="l">
              <a:spcAft>
                <a:spcPts val="300"/>
              </a:spcAft>
            </a:pPr>
            <a:r>
              <a:rPr sz="1700" b="0" i="0" lang="en-US">
                <a:solidFill>
                  <a:srgbClr val="1C2333"/>
                </a:solidFill>
                <a:latin typeface="Segoe UI"/>
              </a:rPr>
              <a:t>5) swimming – doesn't – She – like.</a:t>
            </a:r>
          </a:p>
          <a:p>
            <a:pPr lvl="1" rtl="0" algn="l">
              <a:spcAft>
                <a:spcPts val="700"/>
              </a:spcAft>
            </a:pPr>
            <a:r>
              <a:rPr sz="1600" b="1" i="0" lang="en-US">
                <a:solidFill>
                  <a:srgbClr val="0F7A3D"/>
                </a:solidFill>
                <a:latin typeface="Segoe UI"/>
              </a:rPr>
              <a:t>✔ She doesn't like swimming.</a:t>
            </a:r>
          </a:p>
          <a:p>
            <a:pPr rtl="0" algn="l">
              <a:spcAft>
                <a:spcPts val="300"/>
              </a:spcAft>
            </a:pPr>
            <a:r>
              <a:rPr sz="1700" b="0" i="0" lang="en-US">
                <a:solidFill>
                  <a:srgbClr val="1C2333"/>
                </a:solidFill>
                <a:latin typeface="Segoe UI"/>
              </a:rPr>
              <a:t>6) to – it – milk – likes – drink – Yes,.</a:t>
            </a:r>
          </a:p>
          <a:p>
            <a:pPr lvl="1" rtl="0" algn="l">
              <a:spcAft>
                <a:spcPts val="700"/>
              </a:spcAft>
            </a:pPr>
            <a:r>
              <a:rPr sz="1600" b="1" i="0" lang="en-US">
                <a:solidFill>
                  <a:srgbClr val="0F7A3D"/>
                </a:solidFill>
                <a:latin typeface="Segoe UI"/>
              </a:rPr>
              <a:t>✔ Yes, it likes to drink milk.</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like – No, – don't – I – football – playing.</a:t>
            </a:r>
          </a:p>
          <a:p>
            <a:pPr rtl="0" algn="l">
              <a:spcAft>
                <a:spcPts val="800"/>
              </a:spcAft>
            </a:pPr>
            <a:r>
              <a:rPr sz="1800" b="0" i="0" lang="en-US">
                <a:solidFill>
                  <a:srgbClr val="1C2333"/>
                </a:solidFill>
                <a:latin typeface="Segoe UI"/>
              </a:rPr>
              <a:t>8) sister – Does – like – your – milk – drinking?</a:t>
            </a:r>
          </a:p>
          <a:p>
            <a:pPr rtl="0" algn="l">
              <a:spcAft>
                <a:spcPts val="800"/>
              </a:spcAft>
            </a:pPr>
            <a:r>
              <a:rPr sz="1800" b="0" i="0" lang="en-US">
                <a:solidFill>
                  <a:srgbClr val="1C2333"/>
                </a:solidFill>
                <a:latin typeface="Segoe UI"/>
              </a:rPr>
              <a:t>9) you – Do – swimming – like?</a:t>
            </a:r>
          </a:p>
          <a:p>
            <a:pPr rtl="0" algn="l">
              <a:spcAft>
                <a:spcPts val="800"/>
              </a:spcAft>
            </a:pPr>
            <a:r>
              <a:rPr sz="1800" b="0" i="0" lang="en-US">
                <a:solidFill>
                  <a:srgbClr val="1C2333"/>
                </a:solidFill>
                <a:latin typeface="Segoe UI"/>
              </a:rPr>
              <a:t>10) like – you – What – do?</a:t>
            </a:r>
          </a:p>
          <a:p>
            <a:pPr rtl="0" algn="l">
              <a:spcAft>
                <a:spcPts val="800"/>
              </a:spcAft>
            </a:pPr>
            <a:r>
              <a:rPr sz="1800" b="0" i="0" lang="en-US">
                <a:solidFill>
                  <a:srgbClr val="1C2333"/>
                </a:solidFill>
                <a:latin typeface="Segoe UI"/>
              </a:rPr>
              <a:t>11) does – like – What – play – to – she?</a:t>
            </a:r>
          </a:p>
          <a:p>
            <a:pPr rtl="0" algn="l">
              <a:spcAft>
                <a:spcPts val="800"/>
              </a:spcAft>
            </a:pPr>
            <a:r>
              <a:rPr sz="1800" b="0" i="0" lang="en-US">
                <a:solidFill>
                  <a:srgbClr val="1C2333"/>
                </a:solidFill>
                <a:latin typeface="Segoe UI"/>
              </a:rPr>
              <a:t>12) you – like – What – do – doing?</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F) Rearrange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like – No, – don't – I – football – playing.</a:t>
            </a:r>
          </a:p>
          <a:p>
            <a:pPr lvl="1" rtl="0" algn="l">
              <a:spcAft>
                <a:spcPts val="700"/>
              </a:spcAft>
            </a:pPr>
            <a:r>
              <a:rPr sz="1600" b="1" i="0" lang="en-US">
                <a:solidFill>
                  <a:srgbClr val="0F7A3D"/>
                </a:solidFill>
                <a:latin typeface="Segoe UI"/>
              </a:rPr>
              <a:t>✔ No, I don't like playing football.</a:t>
            </a:r>
          </a:p>
          <a:p>
            <a:pPr rtl="0" algn="l">
              <a:spcAft>
                <a:spcPts val="300"/>
              </a:spcAft>
            </a:pPr>
            <a:r>
              <a:rPr sz="1700" b="0" i="0" lang="en-US">
                <a:solidFill>
                  <a:srgbClr val="1C2333"/>
                </a:solidFill>
                <a:latin typeface="Segoe UI"/>
              </a:rPr>
              <a:t>8) sister – Does – like – your – milk – drinking?</a:t>
            </a:r>
          </a:p>
          <a:p>
            <a:pPr lvl="1" rtl="0" algn="l">
              <a:spcAft>
                <a:spcPts val="700"/>
              </a:spcAft>
            </a:pPr>
            <a:r>
              <a:rPr sz="1600" b="1" i="0" lang="en-US">
                <a:solidFill>
                  <a:srgbClr val="0F7A3D"/>
                </a:solidFill>
                <a:latin typeface="Segoe UI"/>
              </a:rPr>
              <a:t>✔ Does your sister like drinking milk?</a:t>
            </a:r>
          </a:p>
          <a:p>
            <a:pPr rtl="0" algn="l">
              <a:spcAft>
                <a:spcPts val="300"/>
              </a:spcAft>
            </a:pPr>
            <a:r>
              <a:rPr sz="1700" b="0" i="0" lang="en-US">
                <a:solidFill>
                  <a:srgbClr val="1C2333"/>
                </a:solidFill>
                <a:latin typeface="Segoe UI"/>
              </a:rPr>
              <a:t>9) you – Do – swimming – like?</a:t>
            </a:r>
          </a:p>
          <a:p>
            <a:pPr lvl="1" rtl="0" algn="l">
              <a:spcAft>
                <a:spcPts val="700"/>
              </a:spcAft>
            </a:pPr>
            <a:r>
              <a:rPr sz="1600" b="1" i="0" lang="en-US">
                <a:solidFill>
                  <a:srgbClr val="0F7A3D"/>
                </a:solidFill>
                <a:latin typeface="Segoe UI"/>
              </a:rPr>
              <a:t>✔ Do you like swimming?</a:t>
            </a:r>
          </a:p>
          <a:p>
            <a:pPr rtl="0" algn="l">
              <a:spcAft>
                <a:spcPts val="300"/>
              </a:spcAft>
            </a:pPr>
            <a:r>
              <a:rPr sz="1700" b="0" i="0" lang="en-US">
                <a:solidFill>
                  <a:srgbClr val="1C2333"/>
                </a:solidFill>
                <a:latin typeface="Segoe UI"/>
              </a:rPr>
              <a:t>10) like – you – What – do?</a:t>
            </a:r>
          </a:p>
          <a:p>
            <a:pPr lvl="1" rtl="0" algn="l">
              <a:spcAft>
                <a:spcPts val="700"/>
              </a:spcAft>
            </a:pPr>
            <a:r>
              <a:rPr sz="1600" b="1" i="0" lang="en-US">
                <a:solidFill>
                  <a:srgbClr val="0F7A3D"/>
                </a:solidFill>
                <a:latin typeface="Segoe UI"/>
              </a:rPr>
              <a:t>✔ What do you like?</a:t>
            </a:r>
          </a:p>
          <a:p>
            <a:pPr rtl="0" algn="l">
              <a:spcAft>
                <a:spcPts val="300"/>
              </a:spcAft>
            </a:pPr>
            <a:r>
              <a:rPr sz="1700" b="0" i="0" lang="en-US">
                <a:solidFill>
                  <a:srgbClr val="1C2333"/>
                </a:solidFill>
                <a:latin typeface="Segoe UI"/>
              </a:rPr>
              <a:t>11) does – like – What – play – to – she?</a:t>
            </a:r>
          </a:p>
          <a:p>
            <a:pPr lvl="1" rtl="0" algn="l">
              <a:spcAft>
                <a:spcPts val="700"/>
              </a:spcAft>
            </a:pPr>
            <a:r>
              <a:rPr sz="1600" b="1" i="0" lang="en-US">
                <a:solidFill>
                  <a:srgbClr val="0F7A3D"/>
                </a:solidFill>
                <a:latin typeface="Segoe UI"/>
              </a:rPr>
              <a:t>✔ What does she like to play?</a:t>
            </a:r>
          </a:p>
          <a:p>
            <a:pPr rtl="0" algn="l">
              <a:spcAft>
                <a:spcPts val="300"/>
              </a:spcAft>
            </a:pPr>
            <a:r>
              <a:rPr sz="1700" b="0" i="0" lang="en-US">
                <a:solidFill>
                  <a:srgbClr val="1C2333"/>
                </a:solidFill>
                <a:latin typeface="Segoe UI"/>
              </a:rPr>
              <a:t>12) you – like – What – do – doing?</a:t>
            </a:r>
          </a:p>
          <a:p>
            <a:pPr lvl="1" rtl="0" algn="l">
              <a:spcAft>
                <a:spcPts val="700"/>
              </a:spcAft>
            </a:pPr>
            <a:r>
              <a:rPr sz="1600" b="1" i="0" lang="en-US">
                <a:solidFill>
                  <a:srgbClr val="0F7A3D"/>
                </a:solidFill>
                <a:latin typeface="Segoe UI"/>
              </a:rPr>
              <a:t>✔ What do you like doing?</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We like to reading English.</a:t>
            </a:r>
          </a:p>
          <a:p>
            <a:pPr rtl="0" algn="l">
              <a:spcAft>
                <a:spcPts val="800"/>
              </a:spcAft>
            </a:pPr>
            <a:r>
              <a:rPr sz="1800" b="0" i="0" lang="en-US">
                <a:solidFill>
                  <a:srgbClr val="1C2333"/>
                </a:solidFill>
                <a:latin typeface="Segoe UI"/>
              </a:rPr>
              <a:t>2) She doesn't like to reads .</a:t>
            </a:r>
          </a:p>
          <a:p>
            <a:pPr rtl="0" algn="l">
              <a:spcAft>
                <a:spcPts val="800"/>
              </a:spcAft>
            </a:pPr>
            <a:r>
              <a:rPr sz="1800" b="0" i="0" lang="en-US">
                <a:solidFill>
                  <a:srgbClr val="1C2333"/>
                </a:solidFill>
                <a:latin typeface="Segoe UI"/>
              </a:rPr>
              <a:t>3) Do you like play football?</a:t>
            </a:r>
          </a:p>
          <a:p>
            <a:pPr rtl="0" algn="l">
              <a:spcAft>
                <a:spcPts val="800"/>
              </a:spcAft>
            </a:pPr>
            <a:r>
              <a:rPr sz="1800" b="0" i="0" lang="en-US">
                <a:solidFill>
                  <a:srgbClr val="1C2333"/>
                </a:solidFill>
                <a:latin typeface="Segoe UI"/>
              </a:rPr>
              <a:t>4) My parents likes to run.</a:t>
            </a:r>
          </a:p>
          <a:p>
            <a:pPr rtl="0" algn="l">
              <a:spcAft>
                <a:spcPts val="800"/>
              </a:spcAft>
            </a:pPr>
            <a:r>
              <a:rPr sz="1800" b="0" i="0" lang="en-US">
                <a:solidFill>
                  <a:srgbClr val="1C2333"/>
                </a:solidFill>
                <a:latin typeface="Segoe UI"/>
              </a:rPr>
              <a:t>5) I don't likes to come early.</a:t>
            </a:r>
          </a:p>
          <a:p>
            <a:pPr rtl="0" algn="l">
              <a:spcAft>
                <a:spcPts val="800"/>
              </a:spcAft>
            </a:pPr>
            <a:r>
              <a:rPr sz="1800" b="0" i="0" lang="en-US">
                <a:solidFill>
                  <a:srgbClr val="1C2333"/>
                </a:solidFill>
                <a:latin typeface="Segoe UI"/>
              </a:rPr>
              <a:t>6) They doesn't like to walk to school.</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We like to reading English.</a:t>
            </a:r>
          </a:p>
          <a:p>
            <a:pPr lvl="1" rtl="0" algn="l">
              <a:spcAft>
                <a:spcPts val="700"/>
              </a:spcAft>
            </a:pPr>
            <a:r>
              <a:rPr sz="1600" b="1" i="0" lang="en-US">
                <a:solidFill>
                  <a:srgbClr val="0F7A3D"/>
                </a:solidFill>
                <a:latin typeface="Segoe UI"/>
              </a:rPr>
              <a:t>✔ We like to read English.</a:t>
            </a:r>
          </a:p>
          <a:p>
            <a:pPr rtl="0" algn="l">
              <a:spcAft>
                <a:spcPts val="300"/>
              </a:spcAft>
            </a:pPr>
            <a:r>
              <a:rPr sz="1700" b="0" i="0" lang="en-US">
                <a:solidFill>
                  <a:srgbClr val="1C2333"/>
                </a:solidFill>
                <a:latin typeface="Segoe UI"/>
              </a:rPr>
              <a:t>2) She doesn't like to reads .</a:t>
            </a:r>
          </a:p>
          <a:p>
            <a:pPr lvl="1" rtl="0" algn="l">
              <a:spcAft>
                <a:spcPts val="700"/>
              </a:spcAft>
            </a:pPr>
            <a:r>
              <a:rPr sz="1600" b="1" i="0" lang="en-US">
                <a:solidFill>
                  <a:srgbClr val="0F7A3D"/>
                </a:solidFill>
                <a:latin typeface="Segoe UI"/>
              </a:rPr>
              <a:t>✔ She doesn't like to read .</a:t>
            </a:r>
          </a:p>
          <a:p>
            <a:pPr rtl="0" algn="l">
              <a:spcAft>
                <a:spcPts val="300"/>
              </a:spcAft>
            </a:pPr>
            <a:r>
              <a:rPr sz="1700" b="0" i="0" lang="en-US">
                <a:solidFill>
                  <a:srgbClr val="1C2333"/>
                </a:solidFill>
                <a:latin typeface="Segoe UI"/>
              </a:rPr>
              <a:t>3) Do you like play football?</a:t>
            </a:r>
          </a:p>
          <a:p>
            <a:pPr lvl="1" rtl="0" algn="l">
              <a:spcAft>
                <a:spcPts val="700"/>
              </a:spcAft>
            </a:pPr>
            <a:r>
              <a:rPr sz="1600" b="1" i="0" lang="en-US">
                <a:solidFill>
                  <a:srgbClr val="0F7A3D"/>
                </a:solidFill>
                <a:latin typeface="Segoe UI"/>
              </a:rPr>
              <a:t>✔ Do you like playing football?</a:t>
            </a:r>
          </a:p>
          <a:p>
            <a:pPr rtl="0" algn="l">
              <a:spcAft>
                <a:spcPts val="300"/>
              </a:spcAft>
            </a:pPr>
            <a:r>
              <a:rPr sz="1700" b="0" i="0" lang="en-US">
                <a:solidFill>
                  <a:srgbClr val="1C2333"/>
                </a:solidFill>
                <a:latin typeface="Segoe UI"/>
              </a:rPr>
              <a:t>4) My parents likes to run.</a:t>
            </a:r>
          </a:p>
          <a:p>
            <a:pPr lvl="1" rtl="0" algn="l">
              <a:spcAft>
                <a:spcPts val="700"/>
              </a:spcAft>
            </a:pPr>
            <a:r>
              <a:rPr sz="1600" b="1" i="0" lang="en-US">
                <a:solidFill>
                  <a:srgbClr val="0F7A3D"/>
                </a:solidFill>
                <a:latin typeface="Segoe UI"/>
              </a:rPr>
              <a:t>✔ My parents like to run.</a:t>
            </a:r>
          </a:p>
          <a:p>
            <a:pPr rtl="0" algn="l">
              <a:spcAft>
                <a:spcPts val="300"/>
              </a:spcAft>
            </a:pPr>
            <a:r>
              <a:rPr sz="1700" b="0" i="0" lang="en-US">
                <a:solidFill>
                  <a:srgbClr val="1C2333"/>
                </a:solidFill>
                <a:latin typeface="Segoe UI"/>
              </a:rPr>
              <a:t>5) I don't likes to come early.</a:t>
            </a:r>
          </a:p>
          <a:p>
            <a:pPr lvl="1" rtl="0" algn="l">
              <a:spcAft>
                <a:spcPts val="700"/>
              </a:spcAft>
            </a:pPr>
            <a:r>
              <a:rPr sz="1600" b="1" i="0" lang="en-US">
                <a:solidFill>
                  <a:srgbClr val="0F7A3D"/>
                </a:solidFill>
                <a:latin typeface="Segoe UI"/>
              </a:rPr>
              <a:t>✔ I don't like to come early.</a:t>
            </a:r>
          </a:p>
          <a:p>
            <a:pPr rtl="0" algn="l">
              <a:spcAft>
                <a:spcPts val="300"/>
              </a:spcAft>
            </a:pPr>
            <a:r>
              <a:rPr sz="1700" b="0" i="0" lang="en-US">
                <a:solidFill>
                  <a:srgbClr val="1C2333"/>
                </a:solidFill>
                <a:latin typeface="Segoe UI"/>
              </a:rPr>
              <a:t>6) They doesn't like to walk to school.</a:t>
            </a:r>
          </a:p>
          <a:p>
            <a:pPr lvl="1" rtl="0" algn="l">
              <a:spcAft>
                <a:spcPts val="700"/>
              </a:spcAft>
            </a:pPr>
            <a:r>
              <a:rPr sz="1600" b="1" i="0" lang="en-US">
                <a:solidFill>
                  <a:srgbClr val="0F7A3D"/>
                </a:solidFill>
                <a:latin typeface="Segoe UI"/>
              </a:rPr>
              <a:t>✔ They don't like to walk to school.</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It doesn't like eat fish.</a:t>
            </a:r>
          </a:p>
          <a:p>
            <a:pPr rtl="0" algn="l">
              <a:spcAft>
                <a:spcPts val="800"/>
              </a:spcAft>
            </a:pPr>
            <a:r>
              <a:rPr sz="1800" b="0" i="0" lang="en-US">
                <a:solidFill>
                  <a:srgbClr val="1C2333"/>
                </a:solidFill>
                <a:latin typeface="Segoe UI"/>
              </a:rPr>
              <a:t>8) He doesn't like play football.</a:t>
            </a:r>
          </a:p>
          <a:p>
            <a:pPr rtl="0" algn="l">
              <a:spcAft>
                <a:spcPts val="800"/>
              </a:spcAft>
            </a:pPr>
            <a:r>
              <a:rPr sz="1800" b="0" i="0" lang="en-US">
                <a:solidFill>
                  <a:srgbClr val="1C2333"/>
                </a:solidFill>
                <a:latin typeface="Segoe UI"/>
              </a:rPr>
              <a:t>9) You doesn't like watch TV.</a:t>
            </a:r>
          </a:p>
          <a:p>
            <a:pPr rtl="0" algn="l">
              <a:spcAft>
                <a:spcPts val="800"/>
              </a:spcAft>
            </a:pPr>
            <a:r>
              <a:rPr sz="1800" b="0" i="0" lang="en-US">
                <a:solidFill>
                  <a:srgbClr val="1C2333"/>
                </a:solidFill>
                <a:latin typeface="Segoe UI"/>
              </a:rPr>
              <a:t>10) Do they like study Arabic?</a:t>
            </a:r>
          </a:p>
          <a:p>
            <a:pPr rtl="0" algn="l">
              <a:spcAft>
                <a:spcPts val="800"/>
              </a:spcAft>
            </a:pPr>
            <a:r>
              <a:rPr sz="1800" b="0" i="0" lang="en-US">
                <a:solidFill>
                  <a:srgbClr val="1C2333"/>
                </a:solidFill>
                <a:latin typeface="Segoe UI"/>
              </a:rPr>
              <a:t>11) Mona don't like meat.</a:t>
            </a:r>
          </a:p>
          <a:p>
            <a:pPr rtl="0" algn="l">
              <a:spcAft>
                <a:spcPts val="800"/>
              </a:spcAft>
            </a:pPr>
            <a:r>
              <a:rPr sz="1800" b="0" i="0" lang="en-US">
                <a:solidFill>
                  <a:srgbClr val="1C2333"/>
                </a:solidFill>
                <a:latin typeface="Segoe UI"/>
              </a:rPr>
              <a:t>12) He like eating mango.</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It doesn't like eat fish.</a:t>
            </a:r>
          </a:p>
          <a:p>
            <a:pPr lvl="1" rtl="0" algn="l">
              <a:spcAft>
                <a:spcPts val="700"/>
              </a:spcAft>
            </a:pPr>
            <a:r>
              <a:rPr sz="1600" b="1" i="0" lang="en-US">
                <a:solidFill>
                  <a:srgbClr val="0F7A3D"/>
                </a:solidFill>
                <a:latin typeface="Segoe UI"/>
              </a:rPr>
              <a:t>✔ It doesn't like eating fish.</a:t>
            </a:r>
          </a:p>
          <a:p>
            <a:pPr rtl="0" algn="l">
              <a:spcAft>
                <a:spcPts val="300"/>
              </a:spcAft>
            </a:pPr>
            <a:r>
              <a:rPr sz="1700" b="0" i="0" lang="en-US">
                <a:solidFill>
                  <a:srgbClr val="1C2333"/>
                </a:solidFill>
                <a:latin typeface="Segoe UI"/>
              </a:rPr>
              <a:t>8) He doesn't like play football.</a:t>
            </a:r>
          </a:p>
          <a:p>
            <a:pPr lvl="1" rtl="0" algn="l">
              <a:spcAft>
                <a:spcPts val="700"/>
              </a:spcAft>
            </a:pPr>
            <a:r>
              <a:rPr sz="1600" b="1" i="0" lang="en-US">
                <a:solidFill>
                  <a:srgbClr val="0F7A3D"/>
                </a:solidFill>
                <a:latin typeface="Segoe UI"/>
              </a:rPr>
              <a:t>✔ He doesn't like playing football.</a:t>
            </a:r>
          </a:p>
          <a:p>
            <a:pPr rtl="0" algn="l">
              <a:spcAft>
                <a:spcPts val="300"/>
              </a:spcAft>
            </a:pPr>
            <a:r>
              <a:rPr sz="1700" b="0" i="0" lang="en-US">
                <a:solidFill>
                  <a:srgbClr val="1C2333"/>
                </a:solidFill>
                <a:latin typeface="Segoe UI"/>
              </a:rPr>
              <a:t>9) You doesn't like watch TV.</a:t>
            </a:r>
          </a:p>
          <a:p>
            <a:pPr lvl="1" rtl="0" algn="l">
              <a:spcAft>
                <a:spcPts val="700"/>
              </a:spcAft>
            </a:pPr>
            <a:r>
              <a:rPr sz="1600" b="1" i="0" lang="en-US">
                <a:solidFill>
                  <a:srgbClr val="0F7A3D"/>
                </a:solidFill>
                <a:latin typeface="Segoe UI"/>
              </a:rPr>
              <a:t>✔ You don't like watching TV.</a:t>
            </a:r>
          </a:p>
          <a:p>
            <a:pPr rtl="0" algn="l">
              <a:spcAft>
                <a:spcPts val="300"/>
              </a:spcAft>
            </a:pPr>
            <a:r>
              <a:rPr sz="1700" b="0" i="0" lang="en-US">
                <a:solidFill>
                  <a:srgbClr val="1C2333"/>
                </a:solidFill>
                <a:latin typeface="Segoe UI"/>
              </a:rPr>
              <a:t>10) Do they like study Arabic?</a:t>
            </a:r>
          </a:p>
          <a:p>
            <a:pPr lvl="1" rtl="0" algn="l">
              <a:spcAft>
                <a:spcPts val="700"/>
              </a:spcAft>
            </a:pPr>
            <a:r>
              <a:rPr sz="1600" b="1" i="0" lang="en-US">
                <a:solidFill>
                  <a:srgbClr val="0F7A3D"/>
                </a:solidFill>
                <a:latin typeface="Segoe UI"/>
              </a:rPr>
              <a:t>✔ Do they like studying Arabic?</a:t>
            </a:r>
          </a:p>
          <a:p>
            <a:pPr rtl="0" algn="l">
              <a:spcAft>
                <a:spcPts val="300"/>
              </a:spcAft>
            </a:pPr>
            <a:r>
              <a:rPr sz="1700" b="0" i="0" lang="en-US">
                <a:solidFill>
                  <a:srgbClr val="1C2333"/>
                </a:solidFill>
                <a:latin typeface="Segoe UI"/>
              </a:rPr>
              <a:t>11) Mona don't like meat.</a:t>
            </a:r>
          </a:p>
          <a:p>
            <a:pPr lvl="1" rtl="0" algn="l">
              <a:spcAft>
                <a:spcPts val="700"/>
              </a:spcAft>
            </a:pPr>
            <a:r>
              <a:rPr sz="1600" b="1" i="0" lang="en-US">
                <a:solidFill>
                  <a:srgbClr val="0F7A3D"/>
                </a:solidFill>
                <a:latin typeface="Segoe UI"/>
              </a:rPr>
              <a:t>✔ Mona doesn't like meat.</a:t>
            </a:r>
          </a:p>
          <a:p>
            <a:pPr rtl="0" algn="l">
              <a:spcAft>
                <a:spcPts val="300"/>
              </a:spcAft>
            </a:pPr>
            <a:r>
              <a:rPr sz="1700" b="0" i="0" lang="en-US">
                <a:solidFill>
                  <a:srgbClr val="1C2333"/>
                </a:solidFill>
                <a:latin typeface="Segoe UI"/>
              </a:rPr>
              <a:t>12) He like eating mango.</a:t>
            </a:r>
          </a:p>
          <a:p>
            <a:pPr lvl="1" rtl="0" algn="l">
              <a:spcAft>
                <a:spcPts val="700"/>
              </a:spcAft>
            </a:pPr>
            <a:r>
              <a:rPr sz="1600" b="1" i="0" lang="en-US">
                <a:solidFill>
                  <a:srgbClr val="0F7A3D"/>
                </a:solidFill>
                <a:latin typeface="Segoe UI"/>
              </a:rPr>
              <a:t>✔ He likes eating mango.</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Does she likes travelling?</a:t>
            </a:r>
          </a:p>
          <a:p>
            <a:pPr rtl="0" algn="l">
              <a:spcAft>
                <a:spcPts val="800"/>
              </a:spcAft>
            </a:pPr>
            <a:r>
              <a:rPr sz="1800" b="0" i="0" lang="en-US">
                <a:solidFill>
                  <a:srgbClr val="1C2333"/>
                </a:solidFill>
                <a:latin typeface="Segoe UI"/>
              </a:rPr>
              <a:t>14) Lions like eat meat.</a:t>
            </a:r>
          </a:p>
          <a:p>
            <a:pPr rtl="0" algn="l">
              <a:spcAft>
                <a:spcPts val="800"/>
              </a:spcAft>
            </a:pPr>
            <a:r>
              <a:rPr sz="1800" b="0" i="0" lang="en-US">
                <a:solidFill>
                  <a:srgbClr val="1C2333"/>
                </a:solidFill>
                <a:latin typeface="Segoe UI"/>
              </a:rPr>
              <a:t>15) Birds like to eats beans.</a:t>
            </a:r>
          </a:p>
          <a:p>
            <a:pPr rtl="0" algn="l">
              <a:spcAft>
                <a:spcPts val="800"/>
              </a:spcAft>
            </a:pPr>
            <a:r>
              <a:rPr sz="1800" b="0" i="0" lang="en-US">
                <a:solidFill>
                  <a:srgbClr val="1C2333"/>
                </a:solidFill>
                <a:latin typeface="Segoe UI"/>
              </a:rPr>
              <a:t>16) Does you like playing tennis?</a:t>
            </a:r>
          </a:p>
          <a:p>
            <a:pPr rtl="0" algn="l">
              <a:spcAft>
                <a:spcPts val="800"/>
              </a:spcAft>
            </a:pPr>
            <a:r>
              <a:rPr sz="1800" b="0" i="0" lang="en-US">
                <a:solidFill>
                  <a:srgbClr val="1C2333"/>
                </a:solidFill>
                <a:latin typeface="Segoe UI"/>
              </a:rPr>
              <a:t>17) Does it likes swimming?</a:t>
            </a:r>
          </a:p>
          <a:p>
            <a:pPr rtl="0" algn="l">
              <a:spcAft>
                <a:spcPts val="800"/>
              </a:spcAft>
            </a:pPr>
            <a:r>
              <a:rPr sz="1800" b="0" i="0" lang="en-US">
                <a:solidFill>
                  <a:srgbClr val="1C2333"/>
                </a:solidFill>
                <a:latin typeface="Segoe UI"/>
              </a:rPr>
              <a:t>18) My brother like eating chips.</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G)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Does she likes travelling?</a:t>
            </a:r>
          </a:p>
          <a:p>
            <a:pPr lvl="1" rtl="0" algn="l">
              <a:spcAft>
                <a:spcPts val="700"/>
              </a:spcAft>
            </a:pPr>
            <a:r>
              <a:rPr sz="1600" b="1" i="0" lang="en-US">
                <a:solidFill>
                  <a:srgbClr val="0F7A3D"/>
                </a:solidFill>
                <a:latin typeface="Segoe UI"/>
              </a:rPr>
              <a:t>✔ Does she like travelling?</a:t>
            </a:r>
          </a:p>
          <a:p>
            <a:pPr rtl="0" algn="l">
              <a:spcAft>
                <a:spcPts val="300"/>
              </a:spcAft>
            </a:pPr>
            <a:r>
              <a:rPr sz="1700" b="0" i="0" lang="en-US">
                <a:solidFill>
                  <a:srgbClr val="1C2333"/>
                </a:solidFill>
                <a:latin typeface="Segoe UI"/>
              </a:rPr>
              <a:t>14) Lions like eat meat.</a:t>
            </a:r>
          </a:p>
          <a:p>
            <a:pPr lvl="1" rtl="0" algn="l">
              <a:spcAft>
                <a:spcPts val="700"/>
              </a:spcAft>
            </a:pPr>
            <a:r>
              <a:rPr sz="1600" b="1" i="0" lang="en-US">
                <a:solidFill>
                  <a:srgbClr val="0F7A3D"/>
                </a:solidFill>
                <a:latin typeface="Segoe UI"/>
              </a:rPr>
              <a:t>✔ Lions like eating meat.</a:t>
            </a:r>
          </a:p>
          <a:p>
            <a:pPr rtl="0" algn="l">
              <a:spcAft>
                <a:spcPts val="300"/>
              </a:spcAft>
            </a:pPr>
            <a:r>
              <a:rPr sz="1700" b="0" i="0" lang="en-US">
                <a:solidFill>
                  <a:srgbClr val="1C2333"/>
                </a:solidFill>
                <a:latin typeface="Segoe UI"/>
              </a:rPr>
              <a:t>15) Birds like to eats beans.</a:t>
            </a:r>
          </a:p>
          <a:p>
            <a:pPr lvl="1" rtl="0" algn="l">
              <a:spcAft>
                <a:spcPts val="700"/>
              </a:spcAft>
            </a:pPr>
            <a:r>
              <a:rPr sz="1600" b="1" i="0" lang="en-US">
                <a:solidFill>
                  <a:srgbClr val="0F7A3D"/>
                </a:solidFill>
                <a:latin typeface="Segoe UI"/>
              </a:rPr>
              <a:t>✔ Birds like to eat beans.</a:t>
            </a:r>
          </a:p>
          <a:p>
            <a:pPr rtl="0" algn="l">
              <a:spcAft>
                <a:spcPts val="300"/>
              </a:spcAft>
            </a:pPr>
            <a:r>
              <a:rPr sz="1700" b="0" i="0" lang="en-US">
                <a:solidFill>
                  <a:srgbClr val="1C2333"/>
                </a:solidFill>
                <a:latin typeface="Segoe UI"/>
              </a:rPr>
              <a:t>16) Does you like playing tennis?</a:t>
            </a:r>
          </a:p>
          <a:p>
            <a:pPr lvl="1" rtl="0" algn="l">
              <a:spcAft>
                <a:spcPts val="700"/>
              </a:spcAft>
            </a:pPr>
            <a:r>
              <a:rPr sz="1600" b="1" i="0" lang="en-US">
                <a:solidFill>
                  <a:srgbClr val="0F7A3D"/>
                </a:solidFill>
                <a:latin typeface="Segoe UI"/>
              </a:rPr>
              <a:t>✔ Do you like playing tennis?</a:t>
            </a:r>
          </a:p>
          <a:p>
            <a:pPr rtl="0" algn="l">
              <a:spcAft>
                <a:spcPts val="300"/>
              </a:spcAft>
            </a:pPr>
            <a:r>
              <a:rPr sz="1700" b="0" i="0" lang="en-US">
                <a:solidFill>
                  <a:srgbClr val="1C2333"/>
                </a:solidFill>
                <a:latin typeface="Segoe UI"/>
              </a:rPr>
              <a:t>17) Does it likes swimming?</a:t>
            </a:r>
          </a:p>
          <a:p>
            <a:pPr lvl="1" rtl="0" algn="l">
              <a:spcAft>
                <a:spcPts val="700"/>
              </a:spcAft>
            </a:pPr>
            <a:r>
              <a:rPr sz="1600" b="1" i="0" lang="en-US">
                <a:solidFill>
                  <a:srgbClr val="0F7A3D"/>
                </a:solidFill>
                <a:latin typeface="Segoe UI"/>
              </a:rPr>
              <a:t>✔ Does it like swimming?</a:t>
            </a:r>
          </a:p>
          <a:p>
            <a:pPr rtl="0" algn="l">
              <a:spcAft>
                <a:spcPts val="300"/>
              </a:spcAft>
            </a:pPr>
            <a:r>
              <a:rPr sz="1700" b="0" i="0" lang="en-US">
                <a:solidFill>
                  <a:srgbClr val="1C2333"/>
                </a:solidFill>
                <a:latin typeface="Segoe UI"/>
              </a:rPr>
              <a:t>18) My brother like eating chips.</a:t>
            </a:r>
          </a:p>
          <a:p>
            <a:pPr lvl="1" rtl="0" algn="l">
              <a:spcAft>
                <a:spcPts val="700"/>
              </a:spcAft>
            </a:pPr>
            <a:r>
              <a:rPr sz="1600" b="1" i="0" lang="en-US">
                <a:solidFill>
                  <a:srgbClr val="0F7A3D"/>
                </a:solidFill>
                <a:latin typeface="Segoe UI"/>
              </a:rPr>
              <a:t>✔ My brother likes eating chips.</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like chips.</a:t>
            </a:r>
          </a:p>
          <a:p>
            <a:pPr rtl="0" algn="l">
              <a:spcAft>
                <a:spcPts val="800"/>
              </a:spcAft>
            </a:pPr>
            <a:r>
              <a:rPr sz="1800" b="0" i="0" lang="en-US">
                <a:solidFill>
                  <a:srgbClr val="1C2333"/>
                </a:solidFill>
                <a:latin typeface="Segoe UI"/>
              </a:rPr>
              <a:t>2) She doesn't like playing football.</a:t>
            </a:r>
          </a:p>
          <a:p>
            <a:pPr rtl="0" algn="l">
              <a:spcAft>
                <a:spcPts val="800"/>
              </a:spcAft>
            </a:pPr>
            <a:r>
              <a:rPr sz="1800" b="0" i="0" lang="en-US">
                <a:solidFill>
                  <a:srgbClr val="1C2333"/>
                </a:solidFill>
                <a:latin typeface="Segoe UI"/>
              </a:rPr>
              <a:t>3) They like to run every day.</a:t>
            </a:r>
          </a:p>
          <a:p>
            <a:pPr rtl="0" algn="l">
              <a:spcAft>
                <a:spcPts val="800"/>
              </a:spcAft>
            </a:pPr>
            <a:r>
              <a:rPr sz="1800" b="0" i="0" lang="en-US">
                <a:solidFill>
                  <a:srgbClr val="1C2333"/>
                </a:solidFill>
                <a:latin typeface="Segoe UI"/>
              </a:rPr>
              <a:t>4) Do you like reading English?</a:t>
            </a:r>
          </a:p>
          <a:p>
            <a:pPr rtl="0" algn="l">
              <a:spcAft>
                <a:spcPts val="800"/>
              </a:spcAft>
            </a:pPr>
            <a:r>
              <a:rPr sz="1800" b="0" i="0" lang="en-US">
                <a:solidFill>
                  <a:srgbClr val="1C2333"/>
                </a:solidFill>
                <a:latin typeface="Segoe UI"/>
              </a:rPr>
              <a:t>5) It likes drinking milk.</a:t>
            </a:r>
          </a:p>
          <a:p>
            <a:pPr rtl="0" algn="l">
              <a:spcAft>
                <a:spcPts val="800"/>
              </a:spcAft>
            </a:pPr>
            <a:r>
              <a:rPr sz="1800" b="0" i="0" lang="en-US">
                <a:solidFill>
                  <a:srgbClr val="1C2333"/>
                </a:solidFill>
                <a:latin typeface="Segoe UI"/>
              </a:rPr>
              <a:t>6) What do you like?</a:t>
            </a:r>
          </a:p>
          <a:p>
            <a:pPr rtl="0" algn="l">
              <a:spcAft>
                <a:spcPts val="800"/>
              </a:spcAft>
            </a:pPr>
            <a:r>
              <a:rPr sz="1800" b="0" i="0" lang="en-US">
                <a:solidFill>
                  <a:srgbClr val="1C2333"/>
                </a:solidFill>
                <a:latin typeface="Segoe UI"/>
              </a:rPr>
              <a:t>7) Lions like eating meat.</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like chips.</a:t>
            </a:r>
          </a:p>
          <a:p>
            <a:pPr lvl="1" rtl="1" algn="r">
              <a:spcAft>
                <a:spcPts val="700"/>
              </a:spcAft>
            </a:pPr>
            <a:r>
              <a:rPr sz="1900" b="1" i="0" lang="ar-EG" altLang="en-US">
                <a:solidFill>
                  <a:srgbClr val="0F7A3D"/>
                </a:solidFill>
                <a:latin typeface="Traditional Arabic"/>
              </a:rPr>
              <a:t>✔ أنا أحب البطاطس المقلية.</a:t>
            </a:r>
          </a:p>
          <a:p>
            <a:pPr rtl="0" algn="l">
              <a:spcAft>
                <a:spcPts val="300"/>
              </a:spcAft>
            </a:pPr>
            <a:r>
              <a:rPr sz="1700" b="0" i="0" lang="en-US">
                <a:solidFill>
                  <a:srgbClr val="1C2333"/>
                </a:solidFill>
                <a:latin typeface="Segoe UI"/>
              </a:rPr>
              <a:t>2) She doesn't like playing football.</a:t>
            </a:r>
          </a:p>
          <a:p>
            <a:pPr lvl="1" rtl="1" algn="r">
              <a:spcAft>
                <a:spcPts val="700"/>
              </a:spcAft>
            </a:pPr>
            <a:r>
              <a:rPr sz="1900" b="1" i="0" lang="ar-EG" altLang="en-US">
                <a:solidFill>
                  <a:srgbClr val="0F7A3D"/>
                </a:solidFill>
                <a:latin typeface="Traditional Arabic"/>
              </a:rPr>
              <a:t>✔ هي لا تحب لعب كرة القدم.</a:t>
            </a:r>
          </a:p>
          <a:p>
            <a:pPr rtl="0" algn="l">
              <a:spcAft>
                <a:spcPts val="300"/>
              </a:spcAft>
            </a:pPr>
            <a:r>
              <a:rPr sz="1700" b="0" i="0" lang="en-US">
                <a:solidFill>
                  <a:srgbClr val="1C2333"/>
                </a:solidFill>
                <a:latin typeface="Segoe UI"/>
              </a:rPr>
              <a:t>3) They like to run every day.</a:t>
            </a:r>
          </a:p>
          <a:p>
            <a:pPr lvl="1" rtl="1" algn="r">
              <a:spcAft>
                <a:spcPts val="700"/>
              </a:spcAft>
            </a:pPr>
            <a:r>
              <a:rPr sz="1900" b="1" i="0" lang="ar-EG" altLang="en-US">
                <a:solidFill>
                  <a:srgbClr val="0F7A3D"/>
                </a:solidFill>
                <a:latin typeface="Traditional Arabic"/>
              </a:rPr>
              <a:t>✔ هم يحبون الجري كل يوم.</a:t>
            </a:r>
          </a:p>
          <a:p>
            <a:pPr rtl="0" algn="l">
              <a:spcAft>
                <a:spcPts val="300"/>
              </a:spcAft>
            </a:pPr>
            <a:r>
              <a:rPr sz="1700" b="0" i="0" lang="en-US">
                <a:solidFill>
                  <a:srgbClr val="1C2333"/>
                </a:solidFill>
                <a:latin typeface="Segoe UI"/>
              </a:rPr>
              <a:t>4) Do you like reading English?</a:t>
            </a:r>
          </a:p>
          <a:p>
            <a:pPr lvl="1" rtl="1" algn="r">
              <a:spcAft>
                <a:spcPts val="700"/>
              </a:spcAft>
            </a:pPr>
            <a:r>
              <a:rPr sz="1900" b="1" i="0" lang="ar-EG" altLang="en-US">
                <a:solidFill>
                  <a:srgbClr val="0F7A3D"/>
                </a:solidFill>
                <a:latin typeface="Traditional Arabic"/>
              </a:rPr>
              <a:t>✔ هل تحب قراءة الإنجليزية؟</a:t>
            </a:r>
          </a:p>
          <a:p>
            <a:pPr rtl="0" algn="l">
              <a:spcAft>
                <a:spcPts val="300"/>
              </a:spcAft>
            </a:pPr>
            <a:r>
              <a:rPr sz="1700" b="0" i="0" lang="en-US">
                <a:solidFill>
                  <a:srgbClr val="1C2333"/>
                </a:solidFill>
                <a:latin typeface="Segoe UI"/>
              </a:rPr>
              <a:t>5) It likes drinking milk.</a:t>
            </a:r>
          </a:p>
          <a:p>
            <a:pPr lvl="1" rtl="1" algn="r">
              <a:spcAft>
                <a:spcPts val="700"/>
              </a:spcAft>
            </a:pPr>
            <a:r>
              <a:rPr sz="1900" b="1" i="0" lang="ar-EG" altLang="en-US">
                <a:solidFill>
                  <a:srgbClr val="0F7A3D"/>
                </a:solidFill>
                <a:latin typeface="Traditional Arabic"/>
              </a:rPr>
              <a:t>✔ هو يحب شرب الحليب.</a:t>
            </a:r>
          </a:p>
          <a:p>
            <a:pPr rtl="0" algn="l">
              <a:spcAft>
                <a:spcPts val="300"/>
              </a:spcAft>
            </a:pPr>
            <a:r>
              <a:rPr sz="1700" b="0" i="0" lang="en-US">
                <a:solidFill>
                  <a:srgbClr val="1C2333"/>
                </a:solidFill>
                <a:latin typeface="Segoe UI"/>
              </a:rPr>
              <a:t>6) What do you like?</a:t>
            </a:r>
          </a:p>
          <a:p>
            <a:pPr lvl="1" rtl="1" algn="r">
              <a:spcAft>
                <a:spcPts val="700"/>
              </a:spcAft>
            </a:pPr>
            <a:r>
              <a:rPr sz="1900" b="1" i="0" lang="ar-EG" altLang="en-US">
                <a:solidFill>
                  <a:srgbClr val="0F7A3D"/>
                </a:solidFill>
                <a:latin typeface="Traditional Arabic"/>
              </a:rPr>
              <a:t>✔ ماذا تحب؟</a:t>
            </a:r>
          </a:p>
          <a:p>
            <a:pPr rtl="0" algn="l">
              <a:spcAft>
                <a:spcPts val="300"/>
              </a:spcAft>
            </a:pPr>
            <a:r>
              <a:rPr sz="1700" b="0" i="0" lang="en-US">
                <a:solidFill>
                  <a:srgbClr val="1C2333"/>
                </a:solidFill>
                <a:latin typeface="Segoe UI"/>
              </a:rPr>
              <a:t>7) Lions like eating meat.</a:t>
            </a:r>
          </a:p>
          <a:p>
            <a:pPr lvl="1" rtl="1" algn="r">
              <a:spcAft>
                <a:spcPts val="700"/>
              </a:spcAft>
            </a:pPr>
            <a:r>
              <a:rPr sz="1900" b="1" i="0" lang="ar-EG" altLang="en-US">
                <a:solidFill>
                  <a:srgbClr val="0F7A3D"/>
                </a:solidFill>
                <a:latin typeface="Traditional Arabic"/>
              </a:rPr>
              <a:t>✔ الأسود تحب أكل اللحم.</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Does he like travelling?</a:t>
            </a:r>
          </a:p>
          <a:p>
            <a:pPr rtl="0" algn="l">
              <a:spcAft>
                <a:spcPts val="800"/>
              </a:spcAft>
            </a:pPr>
            <a:r>
              <a:rPr sz="1800" b="0" i="0" lang="en-US">
                <a:solidFill>
                  <a:srgbClr val="1C2333"/>
                </a:solidFill>
                <a:latin typeface="Segoe UI"/>
              </a:rPr>
              <a:t>9) My brother likes to eat apples.</a:t>
            </a:r>
          </a:p>
          <a:p>
            <a:pPr rtl="0" algn="l">
              <a:spcAft>
                <a:spcPts val="800"/>
              </a:spcAft>
            </a:pPr>
            <a:r>
              <a:rPr sz="1800" b="0" i="0" lang="en-US">
                <a:solidFill>
                  <a:srgbClr val="1C2333"/>
                </a:solidFill>
                <a:latin typeface="Segoe UI"/>
              </a:rPr>
              <a:t>10) Birds like to eat beans.</a:t>
            </a:r>
          </a:p>
          <a:p>
            <a:pPr rtl="0" algn="l">
              <a:spcAft>
                <a:spcPts val="800"/>
              </a:spcAft>
            </a:pPr>
            <a:r>
              <a:rPr sz="1800" b="0" i="0" lang="en-US">
                <a:solidFill>
                  <a:srgbClr val="1C2333"/>
                </a:solidFill>
                <a:latin typeface="Segoe UI"/>
              </a:rPr>
              <a:t>11) He likes eating mangoes.</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H) Translate into Arabic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Does he like travelling?</a:t>
            </a:r>
          </a:p>
          <a:p>
            <a:pPr lvl="1" rtl="1" algn="r">
              <a:spcAft>
                <a:spcPts val="700"/>
              </a:spcAft>
            </a:pPr>
            <a:r>
              <a:rPr sz="1900" b="1" i="0" lang="ar-EG" altLang="en-US">
                <a:solidFill>
                  <a:srgbClr val="0F7A3D"/>
                </a:solidFill>
                <a:latin typeface="Traditional Arabic"/>
              </a:rPr>
              <a:t>✔ هل يحب السفر؟</a:t>
            </a:r>
          </a:p>
          <a:p>
            <a:pPr rtl="0" algn="l">
              <a:spcAft>
                <a:spcPts val="300"/>
              </a:spcAft>
            </a:pPr>
            <a:r>
              <a:rPr sz="1700" b="0" i="0" lang="en-US">
                <a:solidFill>
                  <a:srgbClr val="1C2333"/>
                </a:solidFill>
                <a:latin typeface="Segoe UI"/>
              </a:rPr>
              <a:t>9) My brother likes to eat apples.</a:t>
            </a:r>
          </a:p>
          <a:p>
            <a:pPr lvl="1" rtl="1" algn="r">
              <a:spcAft>
                <a:spcPts val="700"/>
              </a:spcAft>
            </a:pPr>
            <a:r>
              <a:rPr sz="1900" b="1" i="0" lang="ar-EG" altLang="en-US">
                <a:solidFill>
                  <a:srgbClr val="0F7A3D"/>
                </a:solidFill>
                <a:latin typeface="Traditional Arabic"/>
              </a:rPr>
              <a:t>✔ أخي يحب أكل التفاح.</a:t>
            </a:r>
          </a:p>
          <a:p>
            <a:pPr rtl="0" algn="l">
              <a:spcAft>
                <a:spcPts val="300"/>
              </a:spcAft>
            </a:pPr>
            <a:r>
              <a:rPr sz="1700" b="0" i="0" lang="en-US">
                <a:solidFill>
                  <a:srgbClr val="1C2333"/>
                </a:solidFill>
                <a:latin typeface="Segoe UI"/>
              </a:rPr>
              <a:t>10) Birds like to eat beans.</a:t>
            </a:r>
          </a:p>
          <a:p>
            <a:pPr lvl="1" rtl="1" algn="r">
              <a:spcAft>
                <a:spcPts val="700"/>
              </a:spcAft>
            </a:pPr>
            <a:r>
              <a:rPr sz="1900" b="1" i="0" lang="ar-EG" altLang="en-US">
                <a:solidFill>
                  <a:srgbClr val="0F7A3D"/>
                </a:solidFill>
                <a:latin typeface="Traditional Arabic"/>
              </a:rPr>
              <a:t>✔ الطيور تحب أكل الفول.</a:t>
            </a:r>
          </a:p>
          <a:p>
            <a:pPr rtl="0" algn="l">
              <a:spcAft>
                <a:spcPts val="300"/>
              </a:spcAft>
            </a:pPr>
            <a:r>
              <a:rPr sz="1700" b="0" i="0" lang="en-US">
                <a:solidFill>
                  <a:srgbClr val="1C2333"/>
                </a:solidFill>
                <a:latin typeface="Segoe UI"/>
              </a:rPr>
              <a:t>11) He likes eating mangoes.</a:t>
            </a:r>
          </a:p>
          <a:p>
            <a:pPr lvl="1" rtl="1" algn="r">
              <a:spcAft>
                <a:spcPts val="700"/>
              </a:spcAft>
            </a:pPr>
            <a:r>
              <a:rPr sz="1900" b="1" i="0" lang="ar-EG" altLang="en-US">
                <a:solidFill>
                  <a:srgbClr val="0F7A3D"/>
                </a:solidFill>
                <a:latin typeface="Traditional Arabic"/>
              </a:rPr>
              <a:t>✔ هو يحب أكل المانجو.</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I'm Rawan. I like to go to the market with my mum. We make a list of all things we need to buy before going. Today we're going to the market because we need to buy some nuts. We also need to buy bread, cheese and honey. We also need one chicken to have for lunch. When we arrive home, we need to put everything in the fridge and in the cupboard.</a:t>
            </a:r>
          </a:p>
          <a:p>
            <a:pPr rtl="0" algn="r">
              <a:spcBef>
                <a:spcPts val="800"/>
              </a:spcBef>
            </a:pPr>
            <a:r>
              <a:rPr sz="1400" b="0" i="0" lang="en-US">
                <a:solidFill>
                  <a:srgbClr val="5B6478"/>
                </a:solidFill>
                <a:latin typeface="Segoe UI"/>
              </a:rPr>
              <a:t>market: سوق   list: قائمة   nuts: مكسرات   honey: عسل   fridge: ثلاجة   cupboard: دولاب</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Rawan likes to go to the …… with her mum.   (park – market – school)</a:t>
            </a:r>
          </a:p>
          <a:p>
            <a:pPr rtl="0" algn="l">
              <a:spcAft>
                <a:spcPts val="800"/>
              </a:spcAft>
            </a:pPr>
            <a:r>
              <a:rPr sz="1800" b="0" i="0" lang="en-US">
                <a:solidFill>
                  <a:srgbClr val="1C2333"/>
                </a:solidFill>
                <a:latin typeface="Segoe UI"/>
              </a:rPr>
              <a:t>2) We need to buy some …… .   (things – books – shoes)</a:t>
            </a:r>
          </a:p>
          <a:p>
            <a:pPr rtl="0" algn="l">
              <a:spcAft>
                <a:spcPts val="800"/>
              </a:spcAft>
            </a:pPr>
            <a:r>
              <a:rPr sz="1800" b="0" i="0" lang="en-US">
                <a:solidFill>
                  <a:srgbClr val="1C2333"/>
                </a:solidFill>
                <a:latin typeface="Segoe UI"/>
              </a:rPr>
              <a:t>1) What do they need to buy for lunch?</a:t>
            </a:r>
          </a:p>
          <a:p>
            <a:pPr rtl="0" algn="l">
              <a:spcAft>
                <a:spcPts val="800"/>
              </a:spcAft>
            </a:pPr>
            <a:r>
              <a:rPr sz="1800" b="0" i="0" lang="en-US">
                <a:solidFill>
                  <a:srgbClr val="1C2333"/>
                </a:solidFill>
                <a:latin typeface="Segoe UI"/>
              </a:rPr>
              <a:t>2) What do they do when they arrive home?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Rawan likes to go to the …… with her mum.   (park – market – school)</a:t>
            </a:r>
          </a:p>
          <a:p>
            <a:pPr lvl="1" rtl="0" algn="l">
              <a:spcAft>
                <a:spcPts val="700"/>
              </a:spcAft>
            </a:pPr>
            <a:r>
              <a:rPr sz="1600" b="1" i="0" lang="en-US">
                <a:solidFill>
                  <a:srgbClr val="0F7A3D"/>
                </a:solidFill>
                <a:latin typeface="Segoe UI"/>
              </a:rPr>
              <a:t>✔ market</a:t>
            </a:r>
          </a:p>
          <a:p>
            <a:pPr rtl="0" algn="l">
              <a:spcAft>
                <a:spcPts val="300"/>
              </a:spcAft>
            </a:pPr>
            <a:r>
              <a:rPr sz="1700" b="0" i="0" lang="en-US">
                <a:solidFill>
                  <a:srgbClr val="1C2333"/>
                </a:solidFill>
                <a:latin typeface="Segoe UI"/>
              </a:rPr>
              <a:t>2) We need to buy some …… .   (things – books – shoes)</a:t>
            </a:r>
          </a:p>
          <a:p>
            <a:pPr lvl="1" rtl="0" algn="l">
              <a:spcAft>
                <a:spcPts val="700"/>
              </a:spcAft>
            </a:pPr>
            <a:r>
              <a:rPr sz="1600" b="1" i="0" lang="en-US">
                <a:solidFill>
                  <a:srgbClr val="0F7A3D"/>
                </a:solidFill>
                <a:latin typeface="Segoe UI"/>
              </a:rPr>
              <a:t>✔ things</a:t>
            </a:r>
          </a:p>
          <a:p>
            <a:pPr rtl="0" algn="l">
              <a:spcAft>
                <a:spcPts val="300"/>
              </a:spcAft>
            </a:pPr>
            <a:r>
              <a:rPr sz="1700" b="0" i="0" lang="en-US">
                <a:solidFill>
                  <a:srgbClr val="1C2333"/>
                </a:solidFill>
                <a:latin typeface="Segoe UI"/>
              </a:rPr>
              <a:t>1) What do they need to buy for lunch?</a:t>
            </a:r>
          </a:p>
          <a:p>
            <a:pPr lvl="1" rtl="0" algn="l">
              <a:spcAft>
                <a:spcPts val="700"/>
              </a:spcAft>
            </a:pPr>
            <a:r>
              <a:rPr sz="1600" b="1" i="0" lang="en-US">
                <a:solidFill>
                  <a:srgbClr val="0F7A3D"/>
                </a:solidFill>
                <a:latin typeface="Segoe UI"/>
              </a:rPr>
              <a:t>✔ They need to buy one chicken for lunch.</a:t>
            </a:r>
          </a:p>
          <a:p>
            <a:pPr rtl="0" algn="l">
              <a:spcAft>
                <a:spcPts val="300"/>
              </a:spcAft>
            </a:pPr>
            <a:r>
              <a:rPr sz="1700" b="0" i="0" lang="en-US">
                <a:solidFill>
                  <a:srgbClr val="1C2333"/>
                </a:solidFill>
                <a:latin typeface="Segoe UI"/>
              </a:rPr>
              <a:t>2) What do they do when they arrive home?</a:t>
            </a:r>
          </a:p>
          <a:p>
            <a:pPr lvl="1" rtl="0" algn="l">
              <a:spcAft>
                <a:spcPts val="700"/>
              </a:spcAft>
            </a:pPr>
            <a:r>
              <a:rPr sz="1600" b="1" i="0" lang="en-US">
                <a:solidFill>
                  <a:srgbClr val="0F7A3D"/>
                </a:solidFill>
                <a:latin typeface="Segoe UI"/>
              </a:rPr>
              <a:t>✔ They put everything in the fridge and in the cupboard .</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3) Why do you need to go to the supermarket?</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5B"/>
                </a:solidFill>
                <a:latin typeface="Segoe UI"/>
              </a:rPr>
              <a:t>12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12 — Like + v-ing / to + inf.</a:t>
            </a:r>
          </a:p>
          <a:p>
            <a:pPr rtl="0" algn="l"/>
            <a:r>
              <a:rPr sz="1400" b="0" i="0" lang="en-US">
                <a:solidFill>
                  <a:srgbClr val="DDE6F3"/>
                </a:solidFill>
                <a:latin typeface="Segoe UI"/>
              </a:rPr>
              <a:t>I) Read the text and answer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3) Why do you need to go to the supermarket?</a:t>
            </a:r>
          </a:p>
          <a:p>
            <a:pPr lvl="1" rtl="0" algn="l">
              <a:spcAft>
                <a:spcPts val="700"/>
              </a:spcAft>
            </a:pPr>
            <a:r>
              <a:rPr sz="1600" b="1" i="0" lang="en-US">
                <a:solidFill>
                  <a:srgbClr val="0F7A3D"/>
                </a:solidFill>
                <a:latin typeface="Segoe UI"/>
              </a:rPr>
              <a:t>✔ Because we need to buy some nuts, bread, cheese and honey .</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13</a:t>
            </a:r>
          </a:p>
          <a:p>
            <a:pPr algn="ctr" rtl="0"/>
            <a:r>
              <a:rPr sz="4600" b="1" i="0" lang="en-US">
                <a:solidFill>
                  <a:srgbClr val="FFFFFF"/>
                </a:solidFill>
                <a:latin typeface="Segoe UI"/>
              </a:rPr>
              <a:t>How much / How many</a:t>
            </a:r>
          </a:p>
          <a:p>
            <a:pPr algn="ctr" rtl="1"/>
            <a:r>
              <a:rPr sz="2900" b="0" i="0" lang="ar-EG" altLang="en-US">
                <a:solidFill>
                  <a:srgbClr val="FFFFFF"/>
                </a:solidFill>
                <a:latin typeface="Traditional Arabic"/>
              </a:rPr>
              <a:t>السؤال عن العدد والثمن</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94"/>
                </a:solidFill>
                <a:latin typeface="Segoe UI"/>
              </a:rPr>
              <a:t>▶ How many + اسم جمع + are there … ?</a:t>
            </a:r>
          </a:p>
          <a:p>
            <a:pPr rtl="1" algn="r">
              <a:spcAft>
                <a:spcPts val="600"/>
              </a:spcAft>
            </a:pPr>
            <a:r>
              <a:rPr sz="2100" b="0" i="0" lang="ar-EG" altLang="en-US">
                <a:solidFill>
                  <a:srgbClr val="1C2333"/>
                </a:solidFill>
                <a:latin typeface="Traditional Arabic"/>
              </a:rPr>
              <a:t>للسؤال عن العدد (المعدود).</a:t>
            </a:r>
          </a:p>
          <a:p>
            <a:pPr rtl="0" algn="l">
              <a:spcAft>
                <a:spcPts val="600"/>
              </a:spcAft>
            </a:pPr>
            <a:r>
              <a:rPr sz="2000" b="1" i="0" lang="en-US">
                <a:solidFill>
                  <a:srgbClr val="229494"/>
                </a:solidFill>
                <a:latin typeface="Segoe UI"/>
              </a:rPr>
              <a:t>▶ How much + is / are + … ?</a:t>
            </a:r>
          </a:p>
          <a:p>
            <a:pPr rtl="1" algn="r">
              <a:spcAft>
                <a:spcPts val="600"/>
              </a:spcAft>
            </a:pPr>
            <a:r>
              <a:rPr sz="2100" b="0" i="0" lang="ar-EG" altLang="en-US">
                <a:solidFill>
                  <a:srgbClr val="1C2333"/>
                </a:solidFill>
                <a:latin typeface="Traditional Arabic"/>
              </a:rPr>
              <a:t>للسؤال عن الثمن.</a:t>
            </a:r>
          </a:p>
          <a:p>
            <a:pPr rtl="1" algn="r">
              <a:spcAft>
                <a:spcPts val="600"/>
              </a:spcAft>
            </a:pPr>
            <a:r>
              <a:rPr sz="2300" b="1" i="0" lang="ar-EG" altLang="en-US">
                <a:solidFill>
                  <a:srgbClr val="229494"/>
                </a:solidFill>
                <a:latin typeface="Traditional Arabic"/>
              </a:rPr>
              <a:t>▶ How much + اسم غير معدود … ?</a:t>
            </a:r>
          </a:p>
          <a:p>
            <a:pPr rtl="1" algn="r">
              <a:spcAft>
                <a:spcPts val="600"/>
              </a:spcAft>
            </a:pPr>
            <a:r>
              <a:rPr sz="2100" b="0" i="0" lang="ar-EG" altLang="en-US">
                <a:solidFill>
                  <a:srgbClr val="1C2333"/>
                </a:solidFill>
                <a:latin typeface="Traditional Arabic"/>
              </a:rPr>
              <a:t>    للسؤال عن كمية الأسماء غير المعدودة (water – milk – rice).</a:t>
            </a:r>
          </a:p>
          <a:p>
            <a:pPr rtl="0" algn="l">
              <a:spcAft>
                <a:spcPts val="600"/>
              </a:spcAft>
            </a:pPr>
            <a:r>
              <a:rPr sz="1700" b="0" i="1" lang="en-US">
                <a:solidFill>
                  <a:srgbClr val="5B6478"/>
                </a:solidFill>
                <a:latin typeface="Segoe UI"/>
              </a:rPr>
              <a:t>   e.g. How many girls are there? – How much is the book?</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There are 10 girls.</a:t>
            </a:r>
          </a:p>
          <a:p>
            <a:pPr rtl="0" algn="l">
              <a:spcAft>
                <a:spcPts val="800"/>
              </a:spcAft>
            </a:pPr>
            <a:r>
              <a:rPr sz="1800" b="0" i="0" lang="en-US">
                <a:solidFill>
                  <a:srgbClr val="1C2333"/>
                </a:solidFill>
                <a:latin typeface="Segoe UI"/>
              </a:rPr>
              <a:t>2) There are 5 skirts.</a:t>
            </a:r>
          </a:p>
          <a:p>
            <a:pPr rtl="0" algn="l">
              <a:spcAft>
                <a:spcPts val="800"/>
              </a:spcAft>
            </a:pPr>
            <a:r>
              <a:rPr sz="1800" b="0" i="0" lang="en-US">
                <a:solidFill>
                  <a:srgbClr val="1C2333"/>
                </a:solidFill>
                <a:latin typeface="Segoe UI"/>
              </a:rPr>
              <a:t>3) There are 2 pens.</a:t>
            </a:r>
          </a:p>
          <a:p>
            <a:pPr rtl="0" algn="l">
              <a:spcAft>
                <a:spcPts val="800"/>
              </a:spcAft>
            </a:pPr>
            <a:r>
              <a:rPr sz="1800" b="0" i="0" lang="en-US">
                <a:solidFill>
                  <a:srgbClr val="1C2333"/>
                </a:solidFill>
                <a:latin typeface="Segoe UI"/>
              </a:rPr>
              <a:t>4) There are 9 books.</a:t>
            </a:r>
          </a:p>
          <a:p>
            <a:pPr rtl="0" algn="l">
              <a:spcAft>
                <a:spcPts val="800"/>
              </a:spcAft>
            </a:pPr>
            <a:r>
              <a:rPr sz="1800" b="0" i="0" lang="en-US">
                <a:solidFill>
                  <a:srgbClr val="1C2333"/>
                </a:solidFill>
                <a:latin typeface="Segoe UI"/>
              </a:rPr>
              <a:t>5) There are 3 toys.</a:t>
            </a:r>
          </a:p>
          <a:p>
            <a:pPr rtl="0" algn="l">
              <a:spcAft>
                <a:spcPts val="800"/>
              </a:spcAft>
            </a:pPr>
            <a:r>
              <a:rPr sz="1800" b="0" i="0" lang="en-US">
                <a:solidFill>
                  <a:srgbClr val="1C2333"/>
                </a:solidFill>
                <a:latin typeface="Segoe UI"/>
              </a:rPr>
              <a:t>6) There are 7 girls.</a:t>
            </a:r>
          </a:p>
          <a:p>
            <a:pPr rtl="0" algn="l">
              <a:spcAft>
                <a:spcPts val="800"/>
              </a:spcAft>
            </a:pPr>
            <a:r>
              <a:rPr sz="1800" b="0" i="0" lang="en-US">
                <a:solidFill>
                  <a:srgbClr val="1C2333"/>
                </a:solidFill>
                <a:latin typeface="Segoe UI"/>
              </a:rPr>
              <a:t>7) There are 6 rulers.</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There are 10 girls.</a:t>
            </a:r>
          </a:p>
          <a:p>
            <a:pPr lvl="1" rtl="0" algn="l">
              <a:spcAft>
                <a:spcPts val="700"/>
              </a:spcAft>
            </a:pPr>
            <a:r>
              <a:rPr sz="1600" b="1" i="0" lang="en-US">
                <a:solidFill>
                  <a:srgbClr val="0F7A3D"/>
                </a:solidFill>
                <a:latin typeface="Segoe UI"/>
              </a:rPr>
              <a:t>✔ How many girls are there?</a:t>
            </a:r>
          </a:p>
          <a:p>
            <a:pPr rtl="0" algn="l">
              <a:spcAft>
                <a:spcPts val="300"/>
              </a:spcAft>
            </a:pPr>
            <a:r>
              <a:rPr sz="1700" b="0" i="0" lang="en-US">
                <a:solidFill>
                  <a:srgbClr val="1C2333"/>
                </a:solidFill>
                <a:latin typeface="Segoe UI"/>
              </a:rPr>
              <a:t>2) There are 5 skirts.</a:t>
            </a:r>
          </a:p>
          <a:p>
            <a:pPr lvl="1" rtl="0" algn="l">
              <a:spcAft>
                <a:spcPts val="700"/>
              </a:spcAft>
            </a:pPr>
            <a:r>
              <a:rPr sz="1600" b="1" i="0" lang="en-US">
                <a:solidFill>
                  <a:srgbClr val="0F7A3D"/>
                </a:solidFill>
                <a:latin typeface="Segoe UI"/>
              </a:rPr>
              <a:t>✔ How many skirts are there?</a:t>
            </a:r>
          </a:p>
          <a:p>
            <a:pPr rtl="0" algn="l">
              <a:spcAft>
                <a:spcPts val="300"/>
              </a:spcAft>
            </a:pPr>
            <a:r>
              <a:rPr sz="1700" b="0" i="0" lang="en-US">
                <a:solidFill>
                  <a:srgbClr val="1C2333"/>
                </a:solidFill>
                <a:latin typeface="Segoe UI"/>
              </a:rPr>
              <a:t>3) There are 2 pens.</a:t>
            </a:r>
          </a:p>
          <a:p>
            <a:pPr lvl="1" rtl="0" algn="l">
              <a:spcAft>
                <a:spcPts val="700"/>
              </a:spcAft>
            </a:pPr>
            <a:r>
              <a:rPr sz="1600" b="1" i="0" lang="en-US">
                <a:solidFill>
                  <a:srgbClr val="0F7A3D"/>
                </a:solidFill>
                <a:latin typeface="Segoe UI"/>
              </a:rPr>
              <a:t>✔ How many pens are there?</a:t>
            </a:r>
          </a:p>
          <a:p>
            <a:pPr rtl="0" algn="l">
              <a:spcAft>
                <a:spcPts val="300"/>
              </a:spcAft>
            </a:pPr>
            <a:r>
              <a:rPr sz="1700" b="0" i="0" lang="en-US">
                <a:solidFill>
                  <a:srgbClr val="1C2333"/>
                </a:solidFill>
                <a:latin typeface="Segoe UI"/>
              </a:rPr>
              <a:t>4) There are 9 books.</a:t>
            </a:r>
          </a:p>
          <a:p>
            <a:pPr lvl="1" rtl="0" algn="l">
              <a:spcAft>
                <a:spcPts val="700"/>
              </a:spcAft>
            </a:pPr>
            <a:r>
              <a:rPr sz="1600" b="1" i="0" lang="en-US">
                <a:solidFill>
                  <a:srgbClr val="0F7A3D"/>
                </a:solidFill>
                <a:latin typeface="Segoe UI"/>
              </a:rPr>
              <a:t>✔ How many books are there?</a:t>
            </a:r>
          </a:p>
          <a:p>
            <a:pPr rtl="0" algn="l">
              <a:spcAft>
                <a:spcPts val="300"/>
              </a:spcAft>
            </a:pPr>
            <a:r>
              <a:rPr sz="1700" b="0" i="0" lang="en-US">
                <a:solidFill>
                  <a:srgbClr val="1C2333"/>
                </a:solidFill>
                <a:latin typeface="Segoe UI"/>
              </a:rPr>
              <a:t>5) There are 3 toys.</a:t>
            </a:r>
          </a:p>
          <a:p>
            <a:pPr lvl="1" rtl="0" algn="l">
              <a:spcAft>
                <a:spcPts val="700"/>
              </a:spcAft>
            </a:pPr>
            <a:r>
              <a:rPr sz="1600" b="1" i="0" lang="en-US">
                <a:solidFill>
                  <a:srgbClr val="0F7A3D"/>
                </a:solidFill>
                <a:latin typeface="Segoe UI"/>
              </a:rPr>
              <a:t>✔ How many toys are there?</a:t>
            </a:r>
          </a:p>
          <a:p>
            <a:pPr rtl="0" algn="l">
              <a:spcAft>
                <a:spcPts val="300"/>
              </a:spcAft>
            </a:pPr>
            <a:r>
              <a:rPr sz="1700" b="0" i="0" lang="en-US">
                <a:solidFill>
                  <a:srgbClr val="1C2333"/>
                </a:solidFill>
                <a:latin typeface="Segoe UI"/>
              </a:rPr>
              <a:t>6) There are 7 girls.</a:t>
            </a:r>
          </a:p>
          <a:p>
            <a:pPr lvl="1" rtl="0" algn="l">
              <a:spcAft>
                <a:spcPts val="700"/>
              </a:spcAft>
            </a:pPr>
            <a:r>
              <a:rPr sz="1600" b="1" i="0" lang="en-US">
                <a:solidFill>
                  <a:srgbClr val="0F7A3D"/>
                </a:solidFill>
                <a:latin typeface="Segoe UI"/>
              </a:rPr>
              <a:t>✔ How many girls are there?</a:t>
            </a:r>
          </a:p>
          <a:p>
            <a:pPr rtl="0" algn="l">
              <a:spcAft>
                <a:spcPts val="300"/>
              </a:spcAft>
            </a:pPr>
            <a:r>
              <a:rPr sz="1700" b="0" i="0" lang="en-US">
                <a:solidFill>
                  <a:srgbClr val="1C2333"/>
                </a:solidFill>
                <a:latin typeface="Segoe UI"/>
              </a:rPr>
              <a:t>7) There are 6 rulers.</a:t>
            </a:r>
          </a:p>
          <a:p>
            <a:pPr lvl="1" rtl="0" algn="l">
              <a:spcAft>
                <a:spcPts val="700"/>
              </a:spcAft>
            </a:pPr>
            <a:r>
              <a:rPr sz="1600" b="1" i="0" lang="en-US">
                <a:solidFill>
                  <a:srgbClr val="0F7A3D"/>
                </a:solidFill>
                <a:latin typeface="Segoe UI"/>
              </a:rPr>
              <a:t>✔ How many rulers are there?</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There are 4 pants.</a:t>
            </a:r>
          </a:p>
          <a:p>
            <a:pPr rtl="0" algn="l">
              <a:spcAft>
                <a:spcPts val="800"/>
              </a:spcAft>
            </a:pPr>
            <a:r>
              <a:rPr sz="1800" b="0" i="0" lang="en-US">
                <a:solidFill>
                  <a:srgbClr val="1C2333"/>
                </a:solidFill>
                <a:latin typeface="Segoe UI"/>
              </a:rPr>
              <a:t>9) There are 12 boys.</a:t>
            </a:r>
          </a:p>
          <a:p>
            <a:pPr rtl="0" algn="l">
              <a:spcAft>
                <a:spcPts val="800"/>
              </a:spcAft>
            </a:pPr>
            <a:r>
              <a:rPr sz="1800" b="0" i="0" lang="en-US">
                <a:solidFill>
                  <a:srgbClr val="1C2333"/>
                </a:solidFill>
                <a:latin typeface="Segoe UI"/>
              </a:rPr>
              <a:t>10) The book is 10 pounds.</a:t>
            </a:r>
          </a:p>
          <a:p>
            <a:pPr rtl="0" algn="l">
              <a:spcAft>
                <a:spcPts val="800"/>
              </a:spcAft>
            </a:pPr>
            <a:r>
              <a:rPr sz="1800" b="0" i="0" lang="en-US">
                <a:solidFill>
                  <a:srgbClr val="1C2333"/>
                </a:solidFill>
                <a:latin typeface="Segoe UI"/>
              </a:rPr>
              <a:t>11) The pens are 50 pounds.</a:t>
            </a:r>
          </a:p>
          <a:p>
            <a:pPr rtl="0" algn="l">
              <a:spcAft>
                <a:spcPts val="800"/>
              </a:spcAft>
            </a:pPr>
            <a:r>
              <a:rPr sz="1800" b="0" i="0" lang="en-US">
                <a:solidFill>
                  <a:srgbClr val="1C2333"/>
                </a:solidFill>
                <a:latin typeface="Segoe UI"/>
              </a:rPr>
              <a:t>12) The toy is 20 pounds.</a:t>
            </a:r>
          </a:p>
          <a:p>
            <a:pPr rtl="0" algn="l">
              <a:spcAft>
                <a:spcPts val="800"/>
              </a:spcAft>
            </a:pPr>
            <a:r>
              <a:rPr sz="1800" b="0" i="0" lang="en-US">
                <a:solidFill>
                  <a:srgbClr val="1C2333"/>
                </a:solidFill>
                <a:latin typeface="Segoe UI"/>
              </a:rPr>
              <a:t>13) The apples are 30 pounds.</a:t>
            </a:r>
          </a:p>
          <a:p>
            <a:pPr rtl="0" algn="l">
              <a:spcAft>
                <a:spcPts val="800"/>
              </a:spcAft>
            </a:pPr>
            <a:r>
              <a:rPr sz="1800" b="0" i="0" lang="en-US">
                <a:solidFill>
                  <a:srgbClr val="1C2333"/>
                </a:solidFill>
                <a:latin typeface="Segoe UI"/>
              </a:rPr>
              <a:t>14) The rulers are 5 pounds.</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There are 4 pants.</a:t>
            </a:r>
          </a:p>
          <a:p>
            <a:pPr lvl="1" rtl="0" algn="l">
              <a:spcAft>
                <a:spcPts val="700"/>
              </a:spcAft>
            </a:pPr>
            <a:r>
              <a:rPr sz="1600" b="1" i="0" lang="en-US">
                <a:solidFill>
                  <a:srgbClr val="0F7A3D"/>
                </a:solidFill>
                <a:latin typeface="Segoe UI"/>
              </a:rPr>
              <a:t>✔ How many pants are there?</a:t>
            </a:r>
          </a:p>
          <a:p>
            <a:pPr rtl="0" algn="l">
              <a:spcAft>
                <a:spcPts val="300"/>
              </a:spcAft>
            </a:pPr>
            <a:r>
              <a:rPr sz="1700" b="0" i="0" lang="en-US">
                <a:solidFill>
                  <a:srgbClr val="1C2333"/>
                </a:solidFill>
                <a:latin typeface="Segoe UI"/>
              </a:rPr>
              <a:t>9) There are 12 boys.</a:t>
            </a:r>
          </a:p>
          <a:p>
            <a:pPr lvl="1" rtl="0" algn="l">
              <a:spcAft>
                <a:spcPts val="700"/>
              </a:spcAft>
            </a:pPr>
            <a:r>
              <a:rPr sz="1600" b="1" i="0" lang="en-US">
                <a:solidFill>
                  <a:srgbClr val="0F7A3D"/>
                </a:solidFill>
                <a:latin typeface="Segoe UI"/>
              </a:rPr>
              <a:t>✔ How many boys are there?</a:t>
            </a:r>
          </a:p>
          <a:p>
            <a:pPr rtl="0" algn="l">
              <a:spcAft>
                <a:spcPts val="300"/>
              </a:spcAft>
            </a:pPr>
            <a:r>
              <a:rPr sz="1700" b="0" i="0" lang="en-US">
                <a:solidFill>
                  <a:srgbClr val="1C2333"/>
                </a:solidFill>
                <a:latin typeface="Segoe UI"/>
              </a:rPr>
              <a:t>10) The book is 10 pounds.</a:t>
            </a:r>
          </a:p>
          <a:p>
            <a:pPr lvl="1" rtl="0" algn="l">
              <a:spcAft>
                <a:spcPts val="700"/>
              </a:spcAft>
            </a:pPr>
            <a:r>
              <a:rPr sz="1600" b="1" i="0" lang="en-US">
                <a:solidFill>
                  <a:srgbClr val="0F7A3D"/>
                </a:solidFill>
                <a:latin typeface="Segoe UI"/>
              </a:rPr>
              <a:t>✔ How much is the book?</a:t>
            </a:r>
          </a:p>
          <a:p>
            <a:pPr rtl="0" algn="l">
              <a:spcAft>
                <a:spcPts val="300"/>
              </a:spcAft>
            </a:pPr>
            <a:r>
              <a:rPr sz="1700" b="0" i="0" lang="en-US">
                <a:solidFill>
                  <a:srgbClr val="1C2333"/>
                </a:solidFill>
                <a:latin typeface="Segoe UI"/>
              </a:rPr>
              <a:t>11) The pens are 50 pounds.</a:t>
            </a:r>
          </a:p>
          <a:p>
            <a:pPr lvl="1" rtl="0" algn="l">
              <a:spcAft>
                <a:spcPts val="700"/>
              </a:spcAft>
            </a:pPr>
            <a:r>
              <a:rPr sz="1600" b="1" i="0" lang="en-US">
                <a:solidFill>
                  <a:srgbClr val="0F7A3D"/>
                </a:solidFill>
                <a:latin typeface="Segoe UI"/>
              </a:rPr>
              <a:t>✔ How much are the pens?</a:t>
            </a:r>
          </a:p>
          <a:p>
            <a:pPr rtl="0" algn="l">
              <a:spcAft>
                <a:spcPts val="300"/>
              </a:spcAft>
            </a:pPr>
            <a:r>
              <a:rPr sz="1700" b="0" i="0" lang="en-US">
                <a:solidFill>
                  <a:srgbClr val="1C2333"/>
                </a:solidFill>
                <a:latin typeface="Segoe UI"/>
              </a:rPr>
              <a:t>12) The toy is 20 pounds.</a:t>
            </a:r>
          </a:p>
          <a:p>
            <a:pPr lvl="1" rtl="0" algn="l">
              <a:spcAft>
                <a:spcPts val="700"/>
              </a:spcAft>
            </a:pPr>
            <a:r>
              <a:rPr sz="1600" b="1" i="0" lang="en-US">
                <a:solidFill>
                  <a:srgbClr val="0F7A3D"/>
                </a:solidFill>
                <a:latin typeface="Segoe UI"/>
              </a:rPr>
              <a:t>✔ How much is the toy?</a:t>
            </a:r>
          </a:p>
          <a:p>
            <a:pPr rtl="0" algn="l">
              <a:spcAft>
                <a:spcPts val="300"/>
              </a:spcAft>
            </a:pPr>
            <a:r>
              <a:rPr sz="1700" b="0" i="0" lang="en-US">
                <a:solidFill>
                  <a:srgbClr val="1C2333"/>
                </a:solidFill>
                <a:latin typeface="Segoe UI"/>
              </a:rPr>
              <a:t>13) The apples are 30 pounds.</a:t>
            </a:r>
          </a:p>
          <a:p>
            <a:pPr lvl="1" rtl="0" algn="l">
              <a:spcAft>
                <a:spcPts val="700"/>
              </a:spcAft>
            </a:pPr>
            <a:r>
              <a:rPr sz="1600" b="1" i="0" lang="en-US">
                <a:solidFill>
                  <a:srgbClr val="0F7A3D"/>
                </a:solidFill>
                <a:latin typeface="Segoe UI"/>
              </a:rPr>
              <a:t>✔ How much are the apples?</a:t>
            </a:r>
          </a:p>
          <a:p>
            <a:pPr rtl="0" algn="l">
              <a:spcAft>
                <a:spcPts val="300"/>
              </a:spcAft>
            </a:pPr>
            <a:r>
              <a:rPr sz="1700" b="0" i="0" lang="en-US">
                <a:solidFill>
                  <a:srgbClr val="1C2333"/>
                </a:solidFill>
                <a:latin typeface="Segoe UI"/>
              </a:rPr>
              <a:t>14) The rulers are 5 pounds.</a:t>
            </a:r>
          </a:p>
          <a:p>
            <a:pPr lvl="1" rtl="0" algn="l">
              <a:spcAft>
                <a:spcPts val="700"/>
              </a:spcAft>
            </a:pPr>
            <a:r>
              <a:rPr sz="1600" b="1" i="0" lang="en-US">
                <a:solidFill>
                  <a:srgbClr val="0F7A3D"/>
                </a:solidFill>
                <a:latin typeface="Segoe UI"/>
              </a:rPr>
              <a:t>✔ How much are the rulers?</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This ball is 60 pounds.</a:t>
            </a:r>
          </a:p>
          <a:p>
            <a:pPr rtl="0" algn="l">
              <a:spcAft>
                <a:spcPts val="800"/>
              </a:spcAft>
            </a:pPr>
            <a:r>
              <a:rPr sz="1800" b="0" i="0" lang="en-US">
                <a:solidFill>
                  <a:srgbClr val="1C2333"/>
                </a:solidFill>
                <a:latin typeface="Segoe UI"/>
              </a:rPr>
              <a:t>16) That cat is 100 pounds.</a:t>
            </a:r>
          </a:p>
          <a:p>
            <a:pPr rtl="0" algn="l">
              <a:spcAft>
                <a:spcPts val="800"/>
              </a:spcAft>
            </a:pPr>
            <a:r>
              <a:rPr sz="1800" b="0" i="0" lang="en-US">
                <a:solidFill>
                  <a:srgbClr val="1C2333"/>
                </a:solidFill>
                <a:latin typeface="Segoe UI"/>
              </a:rPr>
              <a:t>17) These shoes are 200 pounds.</a:t>
            </a:r>
          </a:p>
          <a:p>
            <a:pPr rtl="0" algn="l">
              <a:spcAft>
                <a:spcPts val="800"/>
              </a:spcAft>
            </a:pPr>
            <a:r>
              <a:rPr sz="1800" b="0" i="0" lang="en-US">
                <a:solidFill>
                  <a:srgbClr val="1C2333"/>
                </a:solidFill>
                <a:latin typeface="Segoe UI"/>
              </a:rPr>
              <a:t>18) Those pencils are 15 pounds.</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A) Make a question for these answers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This ball is 60 pounds.</a:t>
            </a:r>
          </a:p>
          <a:p>
            <a:pPr lvl="1" rtl="0" algn="l">
              <a:spcAft>
                <a:spcPts val="700"/>
              </a:spcAft>
            </a:pPr>
            <a:r>
              <a:rPr sz="1600" b="1" i="0" lang="en-US">
                <a:solidFill>
                  <a:srgbClr val="0F7A3D"/>
                </a:solidFill>
                <a:latin typeface="Segoe UI"/>
              </a:rPr>
              <a:t>✔ How much is this ball?</a:t>
            </a:r>
          </a:p>
          <a:p>
            <a:pPr rtl="0" algn="l">
              <a:spcAft>
                <a:spcPts val="300"/>
              </a:spcAft>
            </a:pPr>
            <a:r>
              <a:rPr sz="1700" b="0" i="0" lang="en-US">
                <a:solidFill>
                  <a:srgbClr val="1C2333"/>
                </a:solidFill>
                <a:latin typeface="Segoe UI"/>
              </a:rPr>
              <a:t>16) That cat is 100 pounds.</a:t>
            </a:r>
          </a:p>
          <a:p>
            <a:pPr lvl="1" rtl="0" algn="l">
              <a:spcAft>
                <a:spcPts val="700"/>
              </a:spcAft>
            </a:pPr>
            <a:r>
              <a:rPr sz="1600" b="1" i="0" lang="en-US">
                <a:solidFill>
                  <a:srgbClr val="0F7A3D"/>
                </a:solidFill>
                <a:latin typeface="Segoe UI"/>
              </a:rPr>
              <a:t>✔ How much is that cat?</a:t>
            </a:r>
          </a:p>
          <a:p>
            <a:pPr rtl="0" algn="l">
              <a:spcAft>
                <a:spcPts val="300"/>
              </a:spcAft>
            </a:pPr>
            <a:r>
              <a:rPr sz="1700" b="0" i="0" lang="en-US">
                <a:solidFill>
                  <a:srgbClr val="1C2333"/>
                </a:solidFill>
                <a:latin typeface="Segoe UI"/>
              </a:rPr>
              <a:t>17) These shoes are 200 pounds.</a:t>
            </a:r>
          </a:p>
          <a:p>
            <a:pPr lvl="1" rtl="0" algn="l">
              <a:spcAft>
                <a:spcPts val="700"/>
              </a:spcAft>
            </a:pPr>
            <a:r>
              <a:rPr sz="1600" b="1" i="0" lang="en-US">
                <a:solidFill>
                  <a:srgbClr val="0F7A3D"/>
                </a:solidFill>
                <a:latin typeface="Segoe UI"/>
              </a:rPr>
              <a:t>✔ How much are these shoes?</a:t>
            </a:r>
          </a:p>
          <a:p>
            <a:pPr rtl="0" algn="l">
              <a:spcAft>
                <a:spcPts val="300"/>
              </a:spcAft>
            </a:pPr>
            <a:r>
              <a:rPr sz="1700" b="0" i="0" lang="en-US">
                <a:solidFill>
                  <a:srgbClr val="1C2333"/>
                </a:solidFill>
                <a:latin typeface="Segoe UI"/>
              </a:rPr>
              <a:t>18) Those pencils are 15 pounds.</a:t>
            </a:r>
          </a:p>
          <a:p>
            <a:pPr lvl="1" rtl="0" algn="l">
              <a:spcAft>
                <a:spcPts val="700"/>
              </a:spcAft>
            </a:pPr>
            <a:r>
              <a:rPr sz="1600" b="1" i="0" lang="en-US">
                <a:solidFill>
                  <a:srgbClr val="0F7A3D"/>
                </a:solidFill>
                <a:latin typeface="Segoe UI"/>
              </a:rPr>
              <a:t>✔ How much are those pencils?</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many – there – are – How – boys?</a:t>
            </a:r>
          </a:p>
          <a:p>
            <a:pPr rtl="0" algn="l">
              <a:spcAft>
                <a:spcPts val="800"/>
              </a:spcAft>
            </a:pPr>
            <a:r>
              <a:rPr sz="1800" b="0" i="0" lang="en-US">
                <a:solidFill>
                  <a:srgbClr val="1C2333"/>
                </a:solidFill>
                <a:latin typeface="Segoe UI"/>
              </a:rPr>
              <a:t>2) is – How – much – book – the?</a:t>
            </a:r>
          </a:p>
          <a:p>
            <a:pPr rtl="0" algn="l">
              <a:spcAft>
                <a:spcPts val="800"/>
              </a:spcAft>
            </a:pPr>
            <a:r>
              <a:rPr sz="1800" b="0" i="0" lang="en-US">
                <a:solidFill>
                  <a:srgbClr val="1C2333"/>
                </a:solidFill>
                <a:latin typeface="Segoe UI"/>
              </a:rPr>
              <a:t>3) apples – many – How – there – are?</a:t>
            </a:r>
          </a:p>
          <a:p>
            <a:pPr rtl="0" algn="l">
              <a:spcAft>
                <a:spcPts val="800"/>
              </a:spcAft>
            </a:pPr>
            <a:r>
              <a:rPr sz="1800" b="0" i="0" lang="en-US">
                <a:solidFill>
                  <a:srgbClr val="1C2333"/>
                </a:solidFill>
                <a:latin typeface="Segoe UI"/>
              </a:rPr>
              <a:t>4) the – is – How – toy – much?</a:t>
            </a:r>
          </a:p>
          <a:p>
            <a:pPr rtl="0" algn="l">
              <a:spcAft>
                <a:spcPts val="800"/>
              </a:spcAft>
            </a:pPr>
            <a:r>
              <a:rPr sz="1800" b="0" i="0" lang="en-US">
                <a:solidFill>
                  <a:srgbClr val="1C2333"/>
                </a:solidFill>
                <a:latin typeface="Segoe UI"/>
              </a:rPr>
              <a:t>5) there – girls – many – How – are?</a:t>
            </a:r>
          </a:p>
          <a:p>
            <a:pPr rtl="0" algn="l">
              <a:spcAft>
                <a:spcPts val="800"/>
              </a:spcAft>
            </a:pPr>
            <a:r>
              <a:rPr sz="1800" b="0" i="0" lang="en-US">
                <a:solidFill>
                  <a:srgbClr val="1C2333"/>
                </a:solidFill>
                <a:latin typeface="Segoe UI"/>
              </a:rPr>
              <a:t>6) ruler – much – is – How – the?</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many – there – are – How – boys?</a:t>
            </a:r>
          </a:p>
          <a:p>
            <a:pPr lvl="1" rtl="0" algn="l">
              <a:spcAft>
                <a:spcPts val="700"/>
              </a:spcAft>
            </a:pPr>
            <a:r>
              <a:rPr sz="1600" b="1" i="0" lang="en-US">
                <a:solidFill>
                  <a:srgbClr val="0F7A3D"/>
                </a:solidFill>
                <a:latin typeface="Segoe UI"/>
              </a:rPr>
              <a:t>✔ How many boys are there?</a:t>
            </a:r>
          </a:p>
          <a:p>
            <a:pPr rtl="0" algn="l">
              <a:spcAft>
                <a:spcPts val="300"/>
              </a:spcAft>
            </a:pPr>
            <a:r>
              <a:rPr sz="1700" b="0" i="0" lang="en-US">
                <a:solidFill>
                  <a:srgbClr val="1C2333"/>
                </a:solidFill>
                <a:latin typeface="Segoe UI"/>
              </a:rPr>
              <a:t>2) is – How – much – book – the?</a:t>
            </a:r>
          </a:p>
          <a:p>
            <a:pPr lvl="1" rtl="0" algn="l">
              <a:spcAft>
                <a:spcPts val="700"/>
              </a:spcAft>
            </a:pPr>
            <a:r>
              <a:rPr sz="1600" b="1" i="0" lang="en-US">
                <a:solidFill>
                  <a:srgbClr val="0F7A3D"/>
                </a:solidFill>
                <a:latin typeface="Segoe UI"/>
              </a:rPr>
              <a:t>✔ How much is the book?</a:t>
            </a:r>
          </a:p>
          <a:p>
            <a:pPr rtl="0" algn="l">
              <a:spcAft>
                <a:spcPts val="300"/>
              </a:spcAft>
            </a:pPr>
            <a:r>
              <a:rPr sz="1700" b="0" i="0" lang="en-US">
                <a:solidFill>
                  <a:srgbClr val="1C2333"/>
                </a:solidFill>
                <a:latin typeface="Segoe UI"/>
              </a:rPr>
              <a:t>3) apples – many – How – there – are?</a:t>
            </a:r>
          </a:p>
          <a:p>
            <a:pPr lvl="1" rtl="0" algn="l">
              <a:spcAft>
                <a:spcPts val="700"/>
              </a:spcAft>
            </a:pPr>
            <a:r>
              <a:rPr sz="1600" b="1" i="0" lang="en-US">
                <a:solidFill>
                  <a:srgbClr val="0F7A3D"/>
                </a:solidFill>
                <a:latin typeface="Segoe UI"/>
              </a:rPr>
              <a:t>✔ How many apples are there?</a:t>
            </a:r>
          </a:p>
          <a:p>
            <a:pPr rtl="0" algn="l">
              <a:spcAft>
                <a:spcPts val="300"/>
              </a:spcAft>
            </a:pPr>
            <a:r>
              <a:rPr sz="1700" b="0" i="0" lang="en-US">
                <a:solidFill>
                  <a:srgbClr val="1C2333"/>
                </a:solidFill>
                <a:latin typeface="Segoe UI"/>
              </a:rPr>
              <a:t>4) the – is – How – toy – much?</a:t>
            </a:r>
          </a:p>
          <a:p>
            <a:pPr lvl="1" rtl="0" algn="l">
              <a:spcAft>
                <a:spcPts val="700"/>
              </a:spcAft>
            </a:pPr>
            <a:r>
              <a:rPr sz="1600" b="1" i="0" lang="en-US">
                <a:solidFill>
                  <a:srgbClr val="0F7A3D"/>
                </a:solidFill>
                <a:latin typeface="Segoe UI"/>
              </a:rPr>
              <a:t>✔ How much is the toy?</a:t>
            </a:r>
          </a:p>
          <a:p>
            <a:pPr rtl="0" algn="l">
              <a:spcAft>
                <a:spcPts val="300"/>
              </a:spcAft>
            </a:pPr>
            <a:r>
              <a:rPr sz="1700" b="0" i="0" lang="en-US">
                <a:solidFill>
                  <a:srgbClr val="1C2333"/>
                </a:solidFill>
                <a:latin typeface="Segoe UI"/>
              </a:rPr>
              <a:t>5) there – girls – many – How – are?</a:t>
            </a:r>
          </a:p>
          <a:p>
            <a:pPr lvl="1" rtl="0" algn="l">
              <a:spcAft>
                <a:spcPts val="700"/>
              </a:spcAft>
            </a:pPr>
            <a:r>
              <a:rPr sz="1600" b="1" i="0" lang="en-US">
                <a:solidFill>
                  <a:srgbClr val="0F7A3D"/>
                </a:solidFill>
                <a:latin typeface="Segoe UI"/>
              </a:rPr>
              <a:t>✔ How many girls are there?</a:t>
            </a:r>
          </a:p>
          <a:p>
            <a:pPr rtl="0" algn="l">
              <a:spcAft>
                <a:spcPts val="300"/>
              </a:spcAft>
            </a:pPr>
            <a:r>
              <a:rPr sz="1700" b="0" i="0" lang="en-US">
                <a:solidFill>
                  <a:srgbClr val="1C2333"/>
                </a:solidFill>
                <a:latin typeface="Segoe UI"/>
              </a:rPr>
              <a:t>6) ruler – much – is – How – the?</a:t>
            </a:r>
          </a:p>
          <a:p>
            <a:pPr lvl="1" rtl="0" algn="l">
              <a:spcAft>
                <a:spcPts val="700"/>
              </a:spcAft>
            </a:pPr>
            <a:r>
              <a:rPr sz="1600" b="1" i="0" lang="en-US">
                <a:solidFill>
                  <a:srgbClr val="0F7A3D"/>
                </a:solidFill>
                <a:latin typeface="Segoe UI"/>
              </a:rPr>
              <a:t>✔ How much is the ruler?</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pants – many – How – there – are?</a:t>
            </a:r>
          </a:p>
          <a:p>
            <a:pPr rtl="0" algn="l">
              <a:spcAft>
                <a:spcPts val="800"/>
              </a:spcAft>
            </a:pPr>
            <a:r>
              <a:rPr sz="1800" b="0" i="0" lang="en-US">
                <a:solidFill>
                  <a:srgbClr val="1C2333"/>
                </a:solidFill>
                <a:latin typeface="Segoe UI"/>
              </a:rPr>
              <a:t>8) are – How – the – much – apples?</a:t>
            </a:r>
          </a:p>
          <a:p>
            <a:pPr rtl="0" algn="l">
              <a:spcAft>
                <a:spcPts val="800"/>
              </a:spcAft>
            </a:pPr>
            <a:r>
              <a:rPr sz="1800" b="0" i="0" lang="en-US">
                <a:solidFill>
                  <a:srgbClr val="1C2333"/>
                </a:solidFill>
                <a:latin typeface="Segoe UI"/>
              </a:rPr>
              <a:t>9) lions – many – How – there – are?</a:t>
            </a:r>
          </a:p>
          <a:p>
            <a:pPr rtl="0" algn="l">
              <a:spcAft>
                <a:spcPts val="800"/>
              </a:spcAft>
            </a:pPr>
            <a:r>
              <a:rPr sz="1800" b="0" i="0" lang="en-US">
                <a:solidFill>
                  <a:srgbClr val="1C2333"/>
                </a:solidFill>
                <a:latin typeface="Segoe UI"/>
              </a:rPr>
              <a:t>10) tomatoes – much – are – How – the?</a:t>
            </a:r>
          </a:p>
          <a:p>
            <a:pPr rtl="0" algn="l">
              <a:spcAft>
                <a:spcPts val="800"/>
              </a:spcAft>
            </a:pPr>
            <a:r>
              <a:rPr sz="1800" b="0" i="0" lang="en-US">
                <a:solidFill>
                  <a:srgbClr val="1C2333"/>
                </a:solidFill>
                <a:latin typeface="Segoe UI"/>
              </a:rPr>
              <a:t>11) there – How – bananas – are – many?</a:t>
            </a:r>
          </a:p>
          <a:p>
            <a:pPr rtl="0" algn="l">
              <a:spcAft>
                <a:spcPts val="800"/>
              </a:spcAft>
            </a:pPr>
            <a:r>
              <a:rPr sz="1800" b="0" i="0" lang="en-US">
                <a:solidFill>
                  <a:srgbClr val="1C2333"/>
                </a:solidFill>
                <a:latin typeface="Segoe UI"/>
              </a:rPr>
              <a:t>12) is – much – How – the – door?</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B) Rearrange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pants – many – How – there – are?</a:t>
            </a:r>
          </a:p>
          <a:p>
            <a:pPr lvl="1" rtl="0" algn="l">
              <a:spcAft>
                <a:spcPts val="700"/>
              </a:spcAft>
            </a:pPr>
            <a:r>
              <a:rPr sz="1600" b="1" i="0" lang="en-US">
                <a:solidFill>
                  <a:srgbClr val="0F7A3D"/>
                </a:solidFill>
                <a:latin typeface="Segoe UI"/>
              </a:rPr>
              <a:t>✔ How many pants are there?</a:t>
            </a:r>
          </a:p>
          <a:p>
            <a:pPr rtl="0" algn="l">
              <a:spcAft>
                <a:spcPts val="300"/>
              </a:spcAft>
            </a:pPr>
            <a:r>
              <a:rPr sz="1700" b="0" i="0" lang="en-US">
                <a:solidFill>
                  <a:srgbClr val="1C2333"/>
                </a:solidFill>
                <a:latin typeface="Segoe UI"/>
              </a:rPr>
              <a:t>8) are – How – the – much – apples?</a:t>
            </a:r>
          </a:p>
          <a:p>
            <a:pPr lvl="1" rtl="0" algn="l">
              <a:spcAft>
                <a:spcPts val="700"/>
              </a:spcAft>
            </a:pPr>
            <a:r>
              <a:rPr sz="1600" b="1" i="0" lang="en-US">
                <a:solidFill>
                  <a:srgbClr val="0F7A3D"/>
                </a:solidFill>
                <a:latin typeface="Segoe UI"/>
              </a:rPr>
              <a:t>✔ How much are the apples?</a:t>
            </a:r>
          </a:p>
          <a:p>
            <a:pPr rtl="0" algn="l">
              <a:spcAft>
                <a:spcPts val="300"/>
              </a:spcAft>
            </a:pPr>
            <a:r>
              <a:rPr sz="1700" b="0" i="0" lang="en-US">
                <a:solidFill>
                  <a:srgbClr val="1C2333"/>
                </a:solidFill>
                <a:latin typeface="Segoe UI"/>
              </a:rPr>
              <a:t>9) lions – many – How – there – are?</a:t>
            </a:r>
          </a:p>
          <a:p>
            <a:pPr lvl="1" rtl="0" algn="l">
              <a:spcAft>
                <a:spcPts val="700"/>
              </a:spcAft>
            </a:pPr>
            <a:r>
              <a:rPr sz="1600" b="1" i="0" lang="en-US">
                <a:solidFill>
                  <a:srgbClr val="0F7A3D"/>
                </a:solidFill>
                <a:latin typeface="Segoe UI"/>
              </a:rPr>
              <a:t>✔ How many lions are there?</a:t>
            </a:r>
          </a:p>
          <a:p>
            <a:pPr rtl="0" algn="l">
              <a:spcAft>
                <a:spcPts val="300"/>
              </a:spcAft>
            </a:pPr>
            <a:r>
              <a:rPr sz="1700" b="0" i="0" lang="en-US">
                <a:solidFill>
                  <a:srgbClr val="1C2333"/>
                </a:solidFill>
                <a:latin typeface="Segoe UI"/>
              </a:rPr>
              <a:t>10) tomatoes – much – are – How – the?</a:t>
            </a:r>
          </a:p>
          <a:p>
            <a:pPr lvl="1" rtl="0" algn="l">
              <a:spcAft>
                <a:spcPts val="700"/>
              </a:spcAft>
            </a:pPr>
            <a:r>
              <a:rPr sz="1600" b="1" i="0" lang="en-US">
                <a:solidFill>
                  <a:srgbClr val="0F7A3D"/>
                </a:solidFill>
                <a:latin typeface="Segoe UI"/>
              </a:rPr>
              <a:t>✔ How much are the tomatoes?</a:t>
            </a:r>
          </a:p>
          <a:p>
            <a:pPr rtl="0" algn="l">
              <a:spcAft>
                <a:spcPts val="300"/>
              </a:spcAft>
            </a:pPr>
            <a:r>
              <a:rPr sz="1700" b="0" i="0" lang="en-US">
                <a:solidFill>
                  <a:srgbClr val="1C2333"/>
                </a:solidFill>
                <a:latin typeface="Segoe UI"/>
              </a:rPr>
              <a:t>11) there – How – bananas – are – many?</a:t>
            </a:r>
          </a:p>
          <a:p>
            <a:pPr lvl="1" rtl="0" algn="l">
              <a:spcAft>
                <a:spcPts val="700"/>
              </a:spcAft>
            </a:pPr>
            <a:r>
              <a:rPr sz="1600" b="1" i="0" lang="en-US">
                <a:solidFill>
                  <a:srgbClr val="0F7A3D"/>
                </a:solidFill>
                <a:latin typeface="Segoe UI"/>
              </a:rPr>
              <a:t>✔ How many bananas are there?</a:t>
            </a:r>
          </a:p>
          <a:p>
            <a:pPr rtl="0" algn="l">
              <a:spcAft>
                <a:spcPts val="300"/>
              </a:spcAft>
            </a:pPr>
            <a:r>
              <a:rPr sz="1700" b="0" i="0" lang="en-US">
                <a:solidFill>
                  <a:srgbClr val="1C2333"/>
                </a:solidFill>
                <a:latin typeface="Segoe UI"/>
              </a:rPr>
              <a:t>12) is – much – How – the – door?</a:t>
            </a:r>
          </a:p>
          <a:p>
            <a:pPr lvl="1" rtl="0" algn="l">
              <a:spcAft>
                <a:spcPts val="700"/>
              </a:spcAft>
            </a:pPr>
            <a:r>
              <a:rPr sz="1600" b="1" i="0" lang="en-US">
                <a:solidFill>
                  <a:srgbClr val="0F7A3D"/>
                </a:solidFill>
                <a:latin typeface="Segoe UI"/>
              </a:rPr>
              <a:t>✔ How much is the door?</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How much birds are there?</a:t>
            </a:r>
          </a:p>
          <a:p>
            <a:pPr rtl="0" algn="l">
              <a:spcAft>
                <a:spcPts val="800"/>
              </a:spcAft>
            </a:pPr>
            <a:r>
              <a:rPr sz="1800" b="0" i="0" lang="en-US">
                <a:solidFill>
                  <a:srgbClr val="1C2333"/>
                </a:solidFill>
                <a:latin typeface="Segoe UI"/>
              </a:rPr>
              <a:t>2) How many toy are there?</a:t>
            </a:r>
          </a:p>
          <a:p>
            <a:pPr rtl="0" algn="l">
              <a:spcAft>
                <a:spcPts val="800"/>
              </a:spcAft>
            </a:pPr>
            <a:r>
              <a:rPr sz="1800" b="0" i="0" lang="en-US">
                <a:solidFill>
                  <a:srgbClr val="1C2333"/>
                </a:solidFill>
                <a:latin typeface="Segoe UI"/>
              </a:rPr>
              <a:t>3) Who much are the apples?</a:t>
            </a:r>
          </a:p>
          <a:p>
            <a:pPr rtl="0" algn="l">
              <a:spcAft>
                <a:spcPts val="800"/>
              </a:spcAft>
            </a:pPr>
            <a:r>
              <a:rPr sz="1800" b="0" i="0" lang="en-US">
                <a:solidFill>
                  <a:srgbClr val="1C2333"/>
                </a:solidFill>
                <a:latin typeface="Segoe UI"/>
              </a:rPr>
              <a:t>4) How much are the book?</a:t>
            </a:r>
          </a:p>
          <a:p>
            <a:pPr rtl="0" algn="l">
              <a:spcAft>
                <a:spcPts val="800"/>
              </a:spcAft>
            </a:pPr>
            <a:r>
              <a:rPr sz="1800" b="0" i="0" lang="en-US">
                <a:solidFill>
                  <a:srgbClr val="1C2333"/>
                </a:solidFill>
                <a:latin typeface="Segoe UI"/>
              </a:rPr>
              <a:t>5) How many is the goat?</a:t>
            </a:r>
          </a:p>
          <a:p>
            <a:pPr rtl="0" algn="l">
              <a:spcAft>
                <a:spcPts val="800"/>
              </a:spcAft>
            </a:pPr>
            <a:r>
              <a:rPr sz="1800" b="0" i="0" lang="en-US">
                <a:solidFill>
                  <a:srgbClr val="1C2333"/>
                </a:solidFill>
                <a:latin typeface="Segoe UI"/>
              </a:rPr>
              <a:t>6) How many glasses there are ?</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How much birds are there?</a:t>
            </a:r>
          </a:p>
          <a:p>
            <a:pPr lvl="1" rtl="0" algn="l">
              <a:spcAft>
                <a:spcPts val="700"/>
              </a:spcAft>
            </a:pPr>
            <a:r>
              <a:rPr sz="1600" b="1" i="0" lang="en-US">
                <a:solidFill>
                  <a:srgbClr val="0F7A3D"/>
                </a:solidFill>
                <a:latin typeface="Segoe UI"/>
              </a:rPr>
              <a:t>✔ How many birds are there?</a:t>
            </a:r>
          </a:p>
          <a:p>
            <a:pPr rtl="0" algn="l">
              <a:spcAft>
                <a:spcPts val="300"/>
              </a:spcAft>
            </a:pPr>
            <a:r>
              <a:rPr sz="1700" b="0" i="0" lang="en-US">
                <a:solidFill>
                  <a:srgbClr val="1C2333"/>
                </a:solidFill>
                <a:latin typeface="Segoe UI"/>
              </a:rPr>
              <a:t>2) How many toy are there?</a:t>
            </a:r>
          </a:p>
          <a:p>
            <a:pPr lvl="1" rtl="0" algn="l">
              <a:spcAft>
                <a:spcPts val="700"/>
              </a:spcAft>
            </a:pPr>
            <a:r>
              <a:rPr sz="1600" b="1" i="0" lang="en-US">
                <a:solidFill>
                  <a:srgbClr val="0F7A3D"/>
                </a:solidFill>
                <a:latin typeface="Segoe UI"/>
              </a:rPr>
              <a:t>✔ How many toys are there?</a:t>
            </a:r>
          </a:p>
          <a:p>
            <a:pPr rtl="0" algn="l">
              <a:spcAft>
                <a:spcPts val="300"/>
              </a:spcAft>
            </a:pPr>
            <a:r>
              <a:rPr sz="1700" b="0" i="0" lang="en-US">
                <a:solidFill>
                  <a:srgbClr val="1C2333"/>
                </a:solidFill>
                <a:latin typeface="Segoe UI"/>
              </a:rPr>
              <a:t>3) Who much are the apples?</a:t>
            </a:r>
          </a:p>
          <a:p>
            <a:pPr lvl="1" rtl="0" algn="l">
              <a:spcAft>
                <a:spcPts val="700"/>
              </a:spcAft>
            </a:pPr>
            <a:r>
              <a:rPr sz="1600" b="1" i="0" lang="en-US">
                <a:solidFill>
                  <a:srgbClr val="0F7A3D"/>
                </a:solidFill>
                <a:latin typeface="Segoe UI"/>
              </a:rPr>
              <a:t>✔ How much are the apples?</a:t>
            </a:r>
          </a:p>
          <a:p>
            <a:pPr rtl="0" algn="l">
              <a:spcAft>
                <a:spcPts val="300"/>
              </a:spcAft>
            </a:pPr>
            <a:r>
              <a:rPr sz="1700" b="0" i="0" lang="en-US">
                <a:solidFill>
                  <a:srgbClr val="1C2333"/>
                </a:solidFill>
                <a:latin typeface="Segoe UI"/>
              </a:rPr>
              <a:t>4) How much are the book?</a:t>
            </a:r>
          </a:p>
          <a:p>
            <a:pPr lvl="1" rtl="0" algn="l">
              <a:spcAft>
                <a:spcPts val="700"/>
              </a:spcAft>
            </a:pPr>
            <a:r>
              <a:rPr sz="1600" b="1" i="0" lang="en-US">
                <a:solidFill>
                  <a:srgbClr val="0F7A3D"/>
                </a:solidFill>
                <a:latin typeface="Segoe UI"/>
              </a:rPr>
              <a:t>✔ How much is the book?</a:t>
            </a:r>
          </a:p>
          <a:p>
            <a:pPr rtl="0" algn="l">
              <a:spcAft>
                <a:spcPts val="300"/>
              </a:spcAft>
            </a:pPr>
            <a:r>
              <a:rPr sz="1700" b="0" i="0" lang="en-US">
                <a:solidFill>
                  <a:srgbClr val="1C2333"/>
                </a:solidFill>
                <a:latin typeface="Segoe UI"/>
              </a:rPr>
              <a:t>5) How many is the goat?</a:t>
            </a:r>
          </a:p>
          <a:p>
            <a:pPr lvl="1" rtl="0" algn="l">
              <a:spcAft>
                <a:spcPts val="700"/>
              </a:spcAft>
            </a:pPr>
            <a:r>
              <a:rPr sz="1600" b="1" i="0" lang="en-US">
                <a:solidFill>
                  <a:srgbClr val="0F7A3D"/>
                </a:solidFill>
                <a:latin typeface="Segoe UI"/>
              </a:rPr>
              <a:t>✔ How much is the goat?</a:t>
            </a:r>
          </a:p>
          <a:p>
            <a:pPr rtl="0" algn="l">
              <a:spcAft>
                <a:spcPts val="300"/>
              </a:spcAft>
            </a:pPr>
            <a:r>
              <a:rPr sz="1700" b="0" i="0" lang="en-US">
                <a:solidFill>
                  <a:srgbClr val="1C2333"/>
                </a:solidFill>
                <a:latin typeface="Segoe UI"/>
              </a:rPr>
              <a:t>6) How many glasses there are ?</a:t>
            </a:r>
          </a:p>
          <a:p>
            <a:pPr lvl="1" rtl="0" algn="l">
              <a:spcAft>
                <a:spcPts val="700"/>
              </a:spcAft>
            </a:pPr>
            <a:r>
              <a:rPr sz="1600" b="1" i="0" lang="en-US">
                <a:solidFill>
                  <a:srgbClr val="0F7A3D"/>
                </a:solidFill>
                <a:latin typeface="Segoe UI"/>
              </a:rPr>
              <a:t>✔ How many glasses are there ?</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How much are the flower?</a:t>
            </a:r>
          </a:p>
          <a:p>
            <a:pPr rtl="0" algn="l">
              <a:spcAft>
                <a:spcPts val="800"/>
              </a:spcAft>
            </a:pPr>
            <a:r>
              <a:rPr sz="1800" b="0" i="0" lang="en-US">
                <a:solidFill>
                  <a:srgbClr val="1C2333"/>
                </a:solidFill>
                <a:latin typeface="Segoe UI"/>
              </a:rPr>
              <a:t>8) What many doctors are there?</a:t>
            </a:r>
          </a:p>
          <a:p>
            <a:pPr rtl="0" algn="l">
              <a:spcAft>
                <a:spcPts val="800"/>
              </a:spcAft>
            </a:pPr>
            <a:r>
              <a:rPr sz="1800" b="0" i="0" lang="en-US">
                <a:solidFill>
                  <a:srgbClr val="1C2333"/>
                </a:solidFill>
                <a:latin typeface="Segoe UI"/>
              </a:rPr>
              <a:t>9) How much are the dog?</a:t>
            </a:r>
          </a:p>
          <a:p>
            <a:pPr rtl="0" algn="l">
              <a:spcAft>
                <a:spcPts val="800"/>
              </a:spcAft>
            </a:pPr>
            <a:r>
              <a:rPr sz="1800" b="0" i="0" lang="en-US">
                <a:solidFill>
                  <a:srgbClr val="1C2333"/>
                </a:solidFill>
                <a:latin typeface="Segoe UI"/>
              </a:rPr>
              <a:t>10) How many child are there?</a:t>
            </a:r>
          </a:p>
          <a:p>
            <a:pPr rtl="0" algn="l">
              <a:spcAft>
                <a:spcPts val="800"/>
              </a:spcAft>
            </a:pPr>
            <a:r>
              <a:rPr sz="1800" b="0" i="0" lang="en-US">
                <a:solidFill>
                  <a:srgbClr val="1C2333"/>
                </a:solidFill>
                <a:latin typeface="Segoe UI"/>
              </a:rPr>
              <a:t>11) How many friends is there?</a:t>
            </a:r>
          </a:p>
          <a:p>
            <a:pPr rtl="0" algn="l">
              <a:spcAft>
                <a:spcPts val="800"/>
              </a:spcAft>
            </a:pPr>
            <a:r>
              <a:rPr sz="1800" b="0" i="0" lang="en-US">
                <a:solidFill>
                  <a:srgbClr val="1C2333"/>
                </a:solidFill>
                <a:latin typeface="Segoe UI"/>
              </a:rPr>
              <a:t>12) How much are the apple?</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How much are the flower?</a:t>
            </a:r>
          </a:p>
          <a:p>
            <a:pPr lvl="1" rtl="0" algn="l">
              <a:spcAft>
                <a:spcPts val="700"/>
              </a:spcAft>
            </a:pPr>
            <a:r>
              <a:rPr sz="1600" b="1" i="0" lang="en-US">
                <a:solidFill>
                  <a:srgbClr val="0F7A3D"/>
                </a:solidFill>
                <a:latin typeface="Segoe UI"/>
              </a:rPr>
              <a:t>✔ How much is the flower?</a:t>
            </a:r>
          </a:p>
          <a:p>
            <a:pPr rtl="0" algn="l">
              <a:spcAft>
                <a:spcPts val="300"/>
              </a:spcAft>
            </a:pPr>
            <a:r>
              <a:rPr sz="1700" b="0" i="0" lang="en-US">
                <a:solidFill>
                  <a:srgbClr val="1C2333"/>
                </a:solidFill>
                <a:latin typeface="Segoe UI"/>
              </a:rPr>
              <a:t>8) What many doctors are there?</a:t>
            </a:r>
          </a:p>
          <a:p>
            <a:pPr lvl="1" rtl="0" algn="l">
              <a:spcAft>
                <a:spcPts val="700"/>
              </a:spcAft>
            </a:pPr>
            <a:r>
              <a:rPr sz="1600" b="1" i="0" lang="en-US">
                <a:solidFill>
                  <a:srgbClr val="0F7A3D"/>
                </a:solidFill>
                <a:latin typeface="Segoe UI"/>
              </a:rPr>
              <a:t>✔ How many doctors are there?</a:t>
            </a:r>
          </a:p>
          <a:p>
            <a:pPr rtl="0" algn="l">
              <a:spcAft>
                <a:spcPts val="300"/>
              </a:spcAft>
            </a:pPr>
            <a:r>
              <a:rPr sz="1700" b="0" i="0" lang="en-US">
                <a:solidFill>
                  <a:srgbClr val="1C2333"/>
                </a:solidFill>
                <a:latin typeface="Segoe UI"/>
              </a:rPr>
              <a:t>9) How much are the dog?</a:t>
            </a:r>
          </a:p>
          <a:p>
            <a:pPr lvl="1" rtl="0" algn="l">
              <a:spcAft>
                <a:spcPts val="700"/>
              </a:spcAft>
            </a:pPr>
            <a:r>
              <a:rPr sz="1600" b="1" i="0" lang="en-US">
                <a:solidFill>
                  <a:srgbClr val="0F7A3D"/>
                </a:solidFill>
                <a:latin typeface="Segoe UI"/>
              </a:rPr>
              <a:t>✔ How much is the dog?</a:t>
            </a:r>
          </a:p>
          <a:p>
            <a:pPr rtl="0" algn="l">
              <a:spcAft>
                <a:spcPts val="300"/>
              </a:spcAft>
            </a:pPr>
            <a:r>
              <a:rPr sz="1700" b="0" i="0" lang="en-US">
                <a:solidFill>
                  <a:srgbClr val="1C2333"/>
                </a:solidFill>
                <a:latin typeface="Segoe UI"/>
              </a:rPr>
              <a:t>10) How many child are there?</a:t>
            </a:r>
          </a:p>
          <a:p>
            <a:pPr lvl="1" rtl="0" algn="l">
              <a:spcAft>
                <a:spcPts val="700"/>
              </a:spcAft>
            </a:pPr>
            <a:r>
              <a:rPr sz="1600" b="1" i="0" lang="en-US">
                <a:solidFill>
                  <a:srgbClr val="0F7A3D"/>
                </a:solidFill>
                <a:latin typeface="Segoe UI"/>
              </a:rPr>
              <a:t>✔ How many children are there?</a:t>
            </a:r>
          </a:p>
          <a:p>
            <a:pPr rtl="0" algn="l">
              <a:spcAft>
                <a:spcPts val="300"/>
              </a:spcAft>
            </a:pPr>
            <a:r>
              <a:rPr sz="1700" b="0" i="0" lang="en-US">
                <a:solidFill>
                  <a:srgbClr val="1C2333"/>
                </a:solidFill>
                <a:latin typeface="Segoe UI"/>
              </a:rPr>
              <a:t>11) How many friends is there?</a:t>
            </a:r>
          </a:p>
          <a:p>
            <a:pPr lvl="1" rtl="0" algn="l">
              <a:spcAft>
                <a:spcPts val="700"/>
              </a:spcAft>
            </a:pPr>
            <a:r>
              <a:rPr sz="1600" b="1" i="0" lang="en-US">
                <a:solidFill>
                  <a:srgbClr val="0F7A3D"/>
                </a:solidFill>
                <a:latin typeface="Segoe UI"/>
              </a:rPr>
              <a:t>✔ How many friends are there?</a:t>
            </a:r>
          </a:p>
          <a:p>
            <a:pPr rtl="0" algn="l">
              <a:spcAft>
                <a:spcPts val="300"/>
              </a:spcAft>
            </a:pPr>
            <a:r>
              <a:rPr sz="1700" b="0" i="0" lang="en-US">
                <a:solidFill>
                  <a:srgbClr val="1C2333"/>
                </a:solidFill>
                <a:latin typeface="Segoe UI"/>
              </a:rPr>
              <a:t>12) How much are the apple?</a:t>
            </a:r>
          </a:p>
          <a:p>
            <a:pPr lvl="1" rtl="0" algn="l">
              <a:spcAft>
                <a:spcPts val="700"/>
              </a:spcAft>
            </a:pPr>
            <a:r>
              <a:rPr sz="1600" b="1" i="0" lang="en-US">
                <a:solidFill>
                  <a:srgbClr val="0F7A3D"/>
                </a:solidFill>
                <a:latin typeface="Segoe UI"/>
              </a:rPr>
              <a:t>✔ How much is the apple?</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How much is the bananas?</a:t>
            </a:r>
          </a:p>
          <a:p>
            <a:pPr rtl="0" algn="l">
              <a:spcAft>
                <a:spcPts val="800"/>
              </a:spcAft>
            </a:pPr>
            <a:r>
              <a:rPr sz="1800" b="0" i="0" lang="en-US">
                <a:solidFill>
                  <a:srgbClr val="1C2333"/>
                </a:solidFill>
                <a:latin typeface="Segoe UI"/>
              </a:rPr>
              <a:t>14) How many tomato are there?</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94"/>
                </a:solidFill>
                <a:latin typeface="Segoe UI"/>
              </a:rPr>
              <a:t>13</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13 — How much / How many</a:t>
            </a:r>
          </a:p>
          <a:p>
            <a:pPr rtl="0" algn="l"/>
            <a:r>
              <a:rPr sz="1400" b="0" i="0" lang="en-US">
                <a:solidFill>
                  <a:srgbClr val="DDE6F3"/>
                </a:solidFill>
                <a:latin typeface="Segoe UI"/>
              </a:rPr>
              <a:t>C)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How much is the bananas?</a:t>
            </a:r>
          </a:p>
          <a:p>
            <a:pPr lvl="1" rtl="0" algn="l">
              <a:spcAft>
                <a:spcPts val="700"/>
              </a:spcAft>
            </a:pPr>
            <a:r>
              <a:rPr sz="1600" b="1" i="0" lang="en-US">
                <a:solidFill>
                  <a:srgbClr val="0F7A3D"/>
                </a:solidFill>
                <a:latin typeface="Segoe UI"/>
              </a:rPr>
              <a:t>✔ How much are the bananas?</a:t>
            </a:r>
          </a:p>
          <a:p>
            <a:pPr rtl="0" algn="l">
              <a:spcAft>
                <a:spcPts val="300"/>
              </a:spcAft>
            </a:pPr>
            <a:r>
              <a:rPr sz="1700" b="0" i="0" lang="en-US">
                <a:solidFill>
                  <a:srgbClr val="1C2333"/>
                </a:solidFill>
                <a:latin typeface="Segoe UI"/>
              </a:rPr>
              <a:t>14) How many tomato are there?</a:t>
            </a:r>
          </a:p>
          <a:p>
            <a:pPr lvl="1" rtl="0" algn="l">
              <a:spcAft>
                <a:spcPts val="700"/>
              </a:spcAft>
            </a:pPr>
            <a:r>
              <a:rPr sz="1600" b="1" i="0" lang="en-US">
                <a:solidFill>
                  <a:srgbClr val="0F7A3D"/>
                </a:solidFill>
                <a:latin typeface="Segoe UI"/>
              </a:rPr>
              <a:t>✔ How many tomatoes are there?</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14</a:t>
            </a:r>
          </a:p>
          <a:p>
            <a:pPr algn="ctr" rtl="0"/>
            <a:r>
              <a:rPr sz="4600" b="1" i="0" lang="en-US">
                <a:solidFill>
                  <a:srgbClr val="FFFFFF"/>
                </a:solidFill>
                <a:latin typeface="Segoe UI"/>
              </a:rPr>
              <a:t>Verb to be in the past (was / were)</a:t>
            </a:r>
          </a:p>
          <a:p>
            <a:pPr algn="ctr" rtl="1"/>
            <a:r>
              <a:rPr sz="2900" b="0" i="0" lang="ar-EG" altLang="en-US">
                <a:solidFill>
                  <a:srgbClr val="FFFFFF"/>
                </a:solidFill>
                <a:latin typeface="Traditional Arabic"/>
              </a:rPr>
              <a:t>فعل الكون في الماضي</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I – He – She – It – الاسم المفرد + was</a:t>
            </a:r>
          </a:p>
          <a:p>
            <a:pPr rtl="1" algn="r">
              <a:spcAft>
                <a:spcPts val="600"/>
              </a:spcAft>
            </a:pPr>
            <a:r>
              <a:rPr sz="2100" b="0" i="0" lang="ar-EG" altLang="en-US">
                <a:solidFill>
                  <a:srgbClr val="1C2333"/>
                </a:solidFill>
                <a:latin typeface="Traditional Arabic"/>
              </a:rPr>
              <a:t>كنتُ / كان / كانت.</a:t>
            </a:r>
          </a:p>
          <a:p>
            <a:pPr rtl="0" algn="l">
              <a:spcAft>
                <a:spcPts val="600"/>
              </a:spcAft>
            </a:pPr>
            <a:r>
              <a:rPr sz="2000" b="1" i="0" lang="en-US">
                <a:solidFill>
                  <a:srgbClr val="942222"/>
                </a:solidFill>
                <a:latin typeface="Segoe UI"/>
              </a:rPr>
              <a:t>▶ They – You – We – الاسم الجمع + were</a:t>
            </a:r>
          </a:p>
          <a:p>
            <a:pPr rtl="1" algn="r">
              <a:spcAft>
                <a:spcPts val="600"/>
              </a:spcAft>
            </a:pPr>
            <a:r>
              <a:rPr sz="2100" b="0" i="0" lang="ar-EG" altLang="en-US">
                <a:solidFill>
                  <a:srgbClr val="1C2333"/>
                </a:solidFill>
                <a:latin typeface="Traditional Arabic"/>
              </a:rPr>
              <a:t>كانوا / كنا / كنتم.</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Negation — النفي</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942222"/>
                </a:solidFill>
                <a:latin typeface="Segoe UI"/>
              </a:rPr>
              <a:t>▶ was not = wasn't | were not = weren't</a:t>
            </a:r>
          </a:p>
          <a:p>
            <a:pPr rtl="0" algn="l">
              <a:spcAft>
                <a:spcPts val="600"/>
              </a:spcAft>
            </a:pPr>
            <a:r>
              <a:rPr sz="1800" b="0" i="0" lang="en-US">
                <a:solidFill>
                  <a:srgbClr val="1C2333"/>
                </a:solidFill>
                <a:latin typeface="Segoe UI"/>
              </a:rPr>
              <a:t>    نضع not بعد was أو were.</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Question — 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2"/>
                </a:solidFill>
                <a:latin typeface="Traditional Arabic"/>
              </a:rPr>
              <a:t>▶ Was + فاعل + باقي الجملة ? | Were + فاعل + باقي الجملة ?</a:t>
            </a:r>
          </a:p>
          <a:p>
            <a:pPr rtl="0" algn="l">
              <a:spcAft>
                <a:spcPts val="600"/>
              </a:spcAft>
            </a:pPr>
            <a:r>
              <a:rPr sz="1800" b="0" i="0" lang="en-US">
                <a:solidFill>
                  <a:srgbClr val="1C2333"/>
                </a:solidFill>
                <a:latin typeface="Segoe UI"/>
              </a:rPr>
              <a:t>    نقدّم was / were على الفاعل. لاحظ: I was → Were you …? We were → Were you …?</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fast</a:t>
                      </a:r>
                    </a:p>
                  </a:txBody>
                  <a:tcPr>
                    <a:solidFill>
                      <a:srgbClr val="FFFFFF"/>
                    </a:solidFill>
                  </a:tcPr>
                </a:tc>
                <a:tc>
                  <a:txBody>
                    <a:bodyPr/>
                    <a:lstStyle/>
                    <a:p>
                      <a:pPr rtl="1" algn="r"/>
                      <a:r>
                        <a:rPr sz="1700" b="0" i="0" lang="ar-EG" altLang="en-US">
                          <a:solidFill>
                            <a:srgbClr val="1C2333"/>
                          </a:solidFill>
                          <a:latin typeface="Traditional Arabic"/>
                        </a:rPr>
                        <a:t>سريع</a:t>
                      </a:r>
                    </a:p>
                  </a:txBody>
                  <a:tcPr>
                    <a:solidFill>
                      <a:srgbClr val="FFFFFF"/>
                    </a:solidFill>
                  </a:tcPr>
                </a:tc>
                <a:tc>
                  <a:txBody>
                    <a:bodyPr/>
                    <a:lstStyle/>
                    <a:p>
                      <a:pPr rtl="0" algn="l"/>
                      <a:r>
                        <a:rPr sz="1500" b="1" i="0" lang="en-US">
                          <a:solidFill>
                            <a:srgbClr val="942222"/>
                          </a:solidFill>
                          <a:latin typeface="Segoe UI"/>
                        </a:rPr>
                        <a:t>old</a:t>
                      </a:r>
                    </a:p>
                  </a:txBody>
                  <a:tcPr>
                    <a:solidFill>
                      <a:srgbClr val="FFFFFF"/>
                    </a:solidFill>
                  </a:tcPr>
                </a:tc>
                <a:tc>
                  <a:txBody>
                    <a:bodyPr/>
                    <a:lstStyle/>
                    <a:p>
                      <a:pPr rtl="1" algn="r"/>
                      <a:r>
                        <a:rPr sz="1700" b="0" i="0" lang="ar-EG" altLang="en-US">
                          <a:solidFill>
                            <a:srgbClr val="1C2333"/>
                          </a:solidFill>
                          <a:latin typeface="Traditional Arabic"/>
                        </a:rPr>
                        <a:t>كبير السن</a:t>
                      </a:r>
                    </a:p>
                  </a:txBody>
                  <a:tcPr>
                    <a:solidFill>
                      <a:srgbClr val="FFFFFF"/>
                    </a:solidFill>
                  </a:tcPr>
                </a:tc>
                <a:tc>
                  <a:txBody>
                    <a:bodyPr/>
                    <a:lstStyle/>
                    <a:p>
                      <a:pPr rtl="0" algn="l"/>
                      <a:r>
                        <a:rPr sz="1500" b="1" i="0" lang="en-US">
                          <a:solidFill>
                            <a:srgbClr val="942222"/>
                          </a:solidFill>
                          <a:latin typeface="Segoe UI"/>
                        </a:rPr>
                        <a:t>thin</a:t>
                      </a:r>
                    </a:p>
                  </a:txBody>
                  <a:tcPr>
                    <a:solidFill>
                      <a:srgbClr val="FFFFFF"/>
                    </a:solidFill>
                  </a:tcPr>
                </a:tc>
                <a:tc>
                  <a:txBody>
                    <a:bodyPr/>
                    <a:lstStyle/>
                    <a:p>
                      <a:pPr rtl="1" algn="r"/>
                      <a:r>
                        <a:rPr sz="1700" b="0" i="0" lang="ar-EG" altLang="en-US">
                          <a:solidFill>
                            <a:srgbClr val="1C2333"/>
                          </a:solidFill>
                          <a:latin typeface="Traditional Arabic"/>
                        </a:rPr>
                        <a:t>نحيف</a:t>
                      </a:r>
                    </a:p>
                  </a:txBody>
                  <a:tcPr>
                    <a:solidFill>
                      <a:srgbClr val="FFFFFF"/>
                    </a:solidFill>
                  </a:tcPr>
                </a:tc>
              </a:tr>
              <a:tr h="384048">
                <a:tc>
                  <a:txBody>
                    <a:bodyPr/>
                    <a:lstStyle/>
                    <a:p>
                      <a:pPr rtl="0" algn="l"/>
                      <a:r>
                        <a:rPr sz="1500" b="1" i="0" lang="en-US">
                          <a:solidFill>
                            <a:srgbClr val="942222"/>
                          </a:solidFill>
                          <a:latin typeface="Segoe UI"/>
                        </a:rPr>
                        <a:t>slow</a:t>
                      </a:r>
                    </a:p>
                  </a:txBody>
                  <a:tcPr>
                    <a:solidFill>
                      <a:srgbClr val="EEF3FA"/>
                    </a:solidFill>
                  </a:tcPr>
                </a:tc>
                <a:tc>
                  <a:txBody>
                    <a:bodyPr/>
                    <a:lstStyle/>
                    <a:p>
                      <a:pPr rtl="1" algn="r"/>
                      <a:r>
                        <a:rPr sz="1700" b="0" i="0" lang="ar-EG" altLang="en-US">
                          <a:solidFill>
                            <a:srgbClr val="1C2333"/>
                          </a:solidFill>
                          <a:latin typeface="Traditional Arabic"/>
                        </a:rPr>
                        <a:t>بطيء</a:t>
                      </a:r>
                    </a:p>
                  </a:txBody>
                  <a:tcPr>
                    <a:solidFill>
                      <a:srgbClr val="EEF3FA"/>
                    </a:solidFill>
                  </a:tcPr>
                </a:tc>
                <a:tc>
                  <a:txBody>
                    <a:bodyPr/>
                    <a:lstStyle/>
                    <a:p>
                      <a:pPr rtl="0" algn="l"/>
                      <a:r>
                        <a:rPr sz="1500" b="1" i="0" lang="en-US">
                          <a:solidFill>
                            <a:srgbClr val="942222"/>
                          </a:solidFill>
                          <a:latin typeface="Segoe UI"/>
                        </a:rPr>
                        <a:t>bad</a:t>
                      </a:r>
                    </a:p>
                  </a:txBody>
                  <a:tcPr>
                    <a:solidFill>
                      <a:srgbClr val="EEF3FA"/>
                    </a:solidFill>
                  </a:tcPr>
                </a:tc>
                <a:tc>
                  <a:txBody>
                    <a:bodyPr/>
                    <a:lstStyle/>
                    <a:p>
                      <a:pPr rtl="1" algn="r"/>
                      <a:r>
                        <a:rPr sz="1700" b="0" i="0" lang="ar-EG" altLang="en-US">
                          <a:solidFill>
                            <a:srgbClr val="1C2333"/>
                          </a:solidFill>
                          <a:latin typeface="Traditional Arabic"/>
                        </a:rPr>
                        <a:t>سيئ</a:t>
                      </a:r>
                    </a:p>
                  </a:txBody>
                  <a:tcPr>
                    <a:solidFill>
                      <a:srgbClr val="EEF3FA"/>
                    </a:solidFill>
                  </a:tcPr>
                </a:tc>
                <a:tc>
                  <a:txBody>
                    <a:bodyPr/>
                    <a:lstStyle/>
                    <a:p>
                      <a:pPr rtl="0" algn="l"/>
                      <a:r>
                        <a:rPr sz="1500" b="1" i="0" lang="en-US">
                          <a:solidFill>
                            <a:srgbClr val="942222"/>
                          </a:solidFill>
                          <a:latin typeface="Segoe UI"/>
                        </a:rPr>
                        <a:t>heavy</a:t>
                      </a:r>
                    </a:p>
                  </a:txBody>
                  <a:tcPr>
                    <a:solidFill>
                      <a:srgbClr val="EEF3FA"/>
                    </a:solidFill>
                  </a:tcPr>
                </a:tc>
                <a:tc>
                  <a:txBody>
                    <a:bodyPr/>
                    <a:lstStyle/>
                    <a:p>
                      <a:pPr rtl="1" algn="r"/>
                      <a:r>
                        <a:rPr sz="1700" b="0" i="0" lang="ar-EG" altLang="en-US">
                          <a:solidFill>
                            <a:srgbClr val="1C2333"/>
                          </a:solidFill>
                          <a:latin typeface="Traditional Arabic"/>
                        </a:rPr>
                        <a:t>ثقيل</a:t>
                      </a:r>
                    </a:p>
                  </a:txBody>
                  <a:tcPr>
                    <a:solidFill>
                      <a:srgbClr val="EEF3FA"/>
                    </a:solidFill>
                  </a:tcPr>
                </a:tc>
              </a:tr>
              <a:tr h="384048">
                <a:tc>
                  <a:txBody>
                    <a:bodyPr/>
                    <a:lstStyle/>
                    <a:p>
                      <a:pPr rtl="0" algn="l"/>
                      <a:r>
                        <a:rPr sz="1500" b="1" i="0" lang="en-US">
                          <a:solidFill>
                            <a:srgbClr val="942222"/>
                          </a:solidFill>
                          <a:latin typeface="Segoe UI"/>
                        </a:rPr>
                        <a:t>easy</a:t>
                      </a:r>
                    </a:p>
                  </a:txBody>
                  <a:tcPr>
                    <a:solidFill>
                      <a:srgbClr val="FFFFFF"/>
                    </a:solidFill>
                  </a:tcPr>
                </a:tc>
                <a:tc>
                  <a:txBody>
                    <a:bodyPr/>
                    <a:lstStyle/>
                    <a:p>
                      <a:pPr rtl="1" algn="r"/>
                      <a:r>
                        <a:rPr sz="1700" b="0" i="0" lang="ar-EG" altLang="en-US">
                          <a:solidFill>
                            <a:srgbClr val="1C2333"/>
                          </a:solidFill>
                          <a:latin typeface="Traditional Arabic"/>
                        </a:rPr>
                        <a:t>سهل</a:t>
                      </a:r>
                    </a:p>
                  </a:txBody>
                  <a:tcPr>
                    <a:solidFill>
                      <a:srgbClr val="FFFFFF"/>
                    </a:solidFill>
                  </a:tcPr>
                </a:tc>
                <a:tc>
                  <a:txBody>
                    <a:bodyPr/>
                    <a:lstStyle/>
                    <a:p>
                      <a:pPr rtl="0" algn="l"/>
                      <a:r>
                        <a:rPr sz="1500" b="1" i="0" lang="en-US">
                          <a:solidFill>
                            <a:srgbClr val="942222"/>
                          </a:solidFill>
                          <a:latin typeface="Segoe UI"/>
                        </a:rPr>
                        <a:t>good</a:t>
                      </a:r>
                    </a:p>
                  </a:txBody>
                  <a:tcPr>
                    <a:solidFill>
                      <a:srgbClr val="FFFFFF"/>
                    </a:solidFill>
                  </a:tcPr>
                </a:tc>
                <a:tc>
                  <a:txBody>
                    <a:bodyPr/>
                    <a:lstStyle/>
                    <a:p>
                      <a:pPr rtl="1" algn="r"/>
                      <a:r>
                        <a:rPr sz="1700" b="0" i="0" lang="ar-EG" altLang="en-US">
                          <a:solidFill>
                            <a:srgbClr val="1C2333"/>
                          </a:solidFill>
                          <a:latin typeface="Traditional Arabic"/>
                        </a:rPr>
                        <a:t>جيد</a:t>
                      </a:r>
                    </a:p>
                  </a:txBody>
                  <a:tcPr>
                    <a:solidFill>
                      <a:srgbClr val="FFFFFF"/>
                    </a:solidFill>
                  </a:tcPr>
                </a:tc>
                <a:tc>
                  <a:txBody>
                    <a:bodyPr/>
                    <a:lstStyle/>
                    <a:p>
                      <a:pPr rtl="0" algn="l"/>
                      <a:r>
                        <a:rPr sz="1500" b="1" i="0" lang="en-US">
                          <a:solidFill>
                            <a:srgbClr val="942222"/>
                          </a:solidFill>
                          <a:latin typeface="Segoe UI"/>
                        </a:rPr>
                        <a:t>long</a:t>
                      </a:r>
                    </a:p>
                  </a:txBody>
                  <a:tcPr>
                    <a:solidFill>
                      <a:srgbClr val="FFFFFF"/>
                    </a:solidFill>
                  </a:tcPr>
                </a:tc>
                <a:tc>
                  <a:txBody>
                    <a:bodyPr/>
                    <a:lstStyle/>
                    <a:p>
                      <a:pPr rtl="1" algn="r"/>
                      <a:r>
                        <a:rPr sz="1700" b="0" i="0" lang="ar-EG" altLang="en-US">
                          <a:solidFill>
                            <a:srgbClr val="1C2333"/>
                          </a:solidFill>
                          <a:latin typeface="Traditional Arabic"/>
                        </a:rPr>
                        <a:t>طويل</a:t>
                      </a:r>
                    </a:p>
                  </a:txBody>
                  <a:tcPr>
                    <a:solidFill>
                      <a:srgbClr val="FFFFFF"/>
                    </a:solidFill>
                  </a:tcPr>
                </a:tc>
              </a:tr>
              <a:tr h="384048">
                <a:tc>
                  <a:txBody>
                    <a:bodyPr/>
                    <a:lstStyle/>
                    <a:p>
                      <a:pPr rtl="0" algn="l"/>
                      <a:r>
                        <a:rPr sz="1500" b="1" i="0" lang="en-US">
                          <a:solidFill>
                            <a:srgbClr val="942222"/>
                          </a:solidFill>
                          <a:latin typeface="Segoe UI"/>
                        </a:rPr>
                        <a:t>strong</a:t>
                      </a:r>
                    </a:p>
                  </a:txBody>
                  <a:tcPr>
                    <a:solidFill>
                      <a:srgbClr val="EEF3FA"/>
                    </a:solidFill>
                  </a:tcPr>
                </a:tc>
                <a:tc>
                  <a:txBody>
                    <a:bodyPr/>
                    <a:lstStyle/>
                    <a:p>
                      <a:pPr rtl="1" algn="r"/>
                      <a:r>
                        <a:rPr sz="1700" b="0" i="0" lang="ar-EG" altLang="en-US">
                          <a:solidFill>
                            <a:srgbClr val="1C2333"/>
                          </a:solidFill>
                          <a:latin typeface="Traditional Arabic"/>
                        </a:rPr>
                        <a:t>قوي</a:t>
                      </a:r>
                    </a:p>
                  </a:txBody>
                  <a:tcPr>
                    <a:solidFill>
                      <a:srgbClr val="EEF3FA"/>
                    </a:solidFill>
                  </a:tcPr>
                </a:tc>
                <a:tc>
                  <a:txBody>
                    <a:bodyPr/>
                    <a:lstStyle/>
                    <a:p>
                      <a:pPr rtl="0" algn="l"/>
                      <a:r>
                        <a:rPr sz="1500" b="1" i="0" lang="en-US">
                          <a:solidFill>
                            <a:srgbClr val="942222"/>
                          </a:solidFill>
                          <a:latin typeface="Segoe UI"/>
                        </a:rPr>
                        <a:t>nice</a:t>
                      </a:r>
                    </a:p>
                  </a:txBody>
                  <a:tcPr>
                    <a:solidFill>
                      <a:srgbClr val="EEF3FA"/>
                    </a:solidFill>
                  </a:tcPr>
                </a:tc>
                <a:tc>
                  <a:txBody>
                    <a:bodyPr/>
                    <a:lstStyle/>
                    <a:p>
                      <a:pPr rtl="1" algn="r"/>
                      <a:r>
                        <a:rPr sz="1700" b="0" i="0" lang="ar-EG" altLang="en-US">
                          <a:solidFill>
                            <a:srgbClr val="1C2333"/>
                          </a:solidFill>
                          <a:latin typeface="Traditional Arabic"/>
                        </a:rPr>
                        <a:t>جميل</a:t>
                      </a:r>
                    </a:p>
                  </a:txBody>
                  <a:tcPr>
                    <a:solidFill>
                      <a:srgbClr val="EEF3FA"/>
                    </a:solidFill>
                  </a:tcPr>
                </a:tc>
                <a:tc>
                  <a:txBody>
                    <a:bodyPr/>
                    <a:lstStyle/>
                    <a:p>
                      <a:pPr rtl="0" algn="l"/>
                      <a:r>
                        <a:rPr sz="1500" b="1" i="0" lang="en-US">
                          <a:solidFill>
                            <a:srgbClr val="942222"/>
                          </a:solidFill>
                          <a:latin typeface="Segoe UI"/>
                        </a:rPr>
                        <a:t>short</a:t>
                      </a:r>
                    </a:p>
                  </a:txBody>
                  <a:tcPr>
                    <a:solidFill>
                      <a:srgbClr val="EEF3FA"/>
                    </a:solidFill>
                  </a:tcPr>
                </a:tc>
                <a:tc>
                  <a:txBody>
                    <a:bodyPr/>
                    <a:lstStyle/>
                    <a:p>
                      <a:pPr rtl="1" algn="r"/>
                      <a:r>
                        <a:rPr sz="1700" b="0" i="0" lang="ar-EG" altLang="en-US">
                          <a:solidFill>
                            <a:srgbClr val="1C2333"/>
                          </a:solidFill>
                          <a:latin typeface="Traditional Arabic"/>
                        </a:rPr>
                        <a:t>قصير</a:t>
                      </a:r>
                    </a:p>
                  </a:txBody>
                  <a:tcPr>
                    <a:solidFill>
                      <a:srgbClr val="EEF3FA"/>
                    </a:solidFill>
                  </a:tcPr>
                </a:tc>
              </a:tr>
              <a:tr h="384048">
                <a:tc>
                  <a:txBody>
                    <a:bodyPr/>
                    <a:lstStyle/>
                    <a:p>
                      <a:pPr rtl="0" algn="l"/>
                      <a:r>
                        <a:rPr sz="1500" b="1" i="0" lang="en-US">
                          <a:solidFill>
                            <a:srgbClr val="942222"/>
                          </a:solidFill>
                          <a:latin typeface="Segoe UI"/>
                        </a:rPr>
                        <a:t>dirty</a:t>
                      </a:r>
                    </a:p>
                  </a:txBody>
                  <a:tcPr>
                    <a:solidFill>
                      <a:srgbClr val="FFFFFF"/>
                    </a:solidFill>
                  </a:tcPr>
                </a:tc>
                <a:tc>
                  <a:txBody>
                    <a:bodyPr/>
                    <a:lstStyle/>
                    <a:p>
                      <a:pPr rtl="1" algn="r"/>
                      <a:r>
                        <a:rPr sz="1700" b="0" i="0" lang="ar-EG" altLang="en-US">
                          <a:solidFill>
                            <a:srgbClr val="1C2333"/>
                          </a:solidFill>
                          <a:latin typeface="Traditional Arabic"/>
                        </a:rPr>
                        <a:t>قذر</a:t>
                      </a:r>
                    </a:p>
                  </a:txBody>
                  <a:tcPr>
                    <a:solidFill>
                      <a:srgbClr val="FFFFFF"/>
                    </a:solidFill>
                  </a:tcPr>
                </a:tc>
                <a:tc>
                  <a:txBody>
                    <a:bodyPr/>
                    <a:lstStyle/>
                    <a:p>
                      <a:pPr rtl="0" algn="l"/>
                      <a:r>
                        <a:rPr sz="1500" b="1" i="0" lang="en-US">
                          <a:solidFill>
                            <a:srgbClr val="942222"/>
                          </a:solidFill>
                          <a:latin typeface="Segoe UI"/>
                        </a:rPr>
                        <a:t>happy</a:t>
                      </a:r>
                    </a:p>
                  </a:txBody>
                  <a:tcPr>
                    <a:solidFill>
                      <a:srgbClr val="FFFFFF"/>
                    </a:solidFill>
                  </a:tcPr>
                </a:tc>
                <a:tc>
                  <a:txBody>
                    <a:bodyPr/>
                    <a:lstStyle/>
                    <a:p>
                      <a:pPr rtl="1" algn="r"/>
                      <a:r>
                        <a:rPr sz="1700" b="0" i="0" lang="ar-EG" altLang="en-US">
                          <a:solidFill>
                            <a:srgbClr val="1C2333"/>
                          </a:solidFill>
                          <a:latin typeface="Traditional Arabic"/>
                        </a:rPr>
                        <a:t>سعيد</a:t>
                      </a:r>
                    </a:p>
                  </a:txBody>
                  <a:tcPr>
                    <a:solidFill>
                      <a:srgbClr val="FFFFFF"/>
                    </a:solidFill>
                  </a:tcPr>
                </a:tc>
                <a:tc>
                  <a:txBody>
                    <a:bodyPr/>
                    <a:lstStyle/>
                    <a:p>
                      <a:pPr rtl="0" algn="l"/>
                      <a:r>
                        <a:rPr sz="1500" b="1" i="0" lang="en-US">
                          <a:solidFill>
                            <a:srgbClr val="942222"/>
                          </a:solidFill>
                          <a:latin typeface="Segoe UI"/>
                        </a:rPr>
                        <a:t>warm</a:t>
                      </a:r>
                    </a:p>
                  </a:txBody>
                  <a:tcPr>
                    <a:solidFill>
                      <a:srgbClr val="FFFFFF"/>
                    </a:solidFill>
                  </a:tcPr>
                </a:tc>
                <a:tc>
                  <a:txBody>
                    <a:bodyPr/>
                    <a:lstStyle/>
                    <a:p>
                      <a:pPr rtl="1" algn="r"/>
                      <a:r>
                        <a:rPr sz="1700" b="0" i="0" lang="ar-EG" altLang="en-US">
                          <a:solidFill>
                            <a:srgbClr val="1C2333"/>
                          </a:solidFill>
                          <a:latin typeface="Traditional Arabic"/>
                        </a:rPr>
                        <a:t>دافئ</a:t>
                      </a:r>
                    </a:p>
                  </a:txBody>
                  <a:tcPr>
                    <a:solidFill>
                      <a:srgbClr val="FFFFFF"/>
                    </a:solidFill>
                  </a:tcPr>
                </a:tc>
              </a:tr>
              <a:tr h="384048">
                <a:tc>
                  <a:txBody>
                    <a:bodyPr/>
                    <a:lstStyle/>
                    <a:p>
                      <a:pPr rtl="0" algn="l"/>
                      <a:r>
                        <a:rPr sz="1500" b="1" i="0" lang="en-US">
                          <a:solidFill>
                            <a:srgbClr val="942222"/>
                          </a:solidFill>
                          <a:latin typeface="Segoe UI"/>
                        </a:rPr>
                        <a:t>clean</a:t>
                      </a:r>
                    </a:p>
                  </a:txBody>
                  <a:tcPr>
                    <a:solidFill>
                      <a:srgbClr val="EEF3FA"/>
                    </a:solidFill>
                  </a:tcPr>
                </a:tc>
                <a:tc>
                  <a:txBody>
                    <a:bodyPr/>
                    <a:lstStyle/>
                    <a:p>
                      <a:pPr rtl="1" algn="r"/>
                      <a:r>
                        <a:rPr sz="1700" b="0" i="0" lang="ar-EG" altLang="en-US">
                          <a:solidFill>
                            <a:srgbClr val="1C2333"/>
                          </a:solidFill>
                          <a:latin typeface="Traditional Arabic"/>
                        </a:rPr>
                        <a:t>نظيف</a:t>
                      </a:r>
                    </a:p>
                  </a:txBody>
                  <a:tcPr>
                    <a:solidFill>
                      <a:srgbClr val="EEF3FA"/>
                    </a:solidFill>
                  </a:tcPr>
                </a:tc>
                <a:tc>
                  <a:txBody>
                    <a:bodyPr/>
                    <a:lstStyle/>
                    <a:p>
                      <a:pPr rtl="0" algn="l"/>
                      <a:r>
                        <a:rPr sz="1500" b="1" i="0" lang="en-US">
                          <a:solidFill>
                            <a:srgbClr val="942222"/>
                          </a:solidFill>
                          <a:latin typeface="Segoe UI"/>
                        </a:rPr>
                        <a:t>angry</a:t>
                      </a:r>
                    </a:p>
                  </a:txBody>
                  <a:tcPr>
                    <a:solidFill>
                      <a:srgbClr val="EEF3FA"/>
                    </a:solidFill>
                  </a:tcPr>
                </a:tc>
                <a:tc>
                  <a:txBody>
                    <a:bodyPr/>
                    <a:lstStyle/>
                    <a:p>
                      <a:pPr rtl="1" algn="r"/>
                      <a:r>
                        <a:rPr sz="1700" b="0" i="0" lang="ar-EG" altLang="en-US">
                          <a:solidFill>
                            <a:srgbClr val="1C2333"/>
                          </a:solidFill>
                          <a:latin typeface="Traditional Arabic"/>
                        </a:rPr>
                        <a:t>غاضب</a:t>
                      </a:r>
                    </a:p>
                  </a:txBody>
                  <a:tcPr>
                    <a:solidFill>
                      <a:srgbClr val="EEF3FA"/>
                    </a:solidFill>
                  </a:tcPr>
                </a:tc>
                <a:tc>
                  <a:txBody>
                    <a:bodyPr/>
                    <a:lstStyle/>
                    <a:p>
                      <a:pPr rtl="0" algn="l"/>
                      <a:r>
                        <a:rPr sz="1500" b="1" i="0" lang="en-US">
                          <a:solidFill>
                            <a:srgbClr val="942222"/>
                          </a:solidFill>
                          <a:latin typeface="Segoe UI"/>
                        </a:rPr>
                        <a:t>expensive</a:t>
                      </a:r>
                    </a:p>
                  </a:txBody>
                  <a:tcPr>
                    <a:solidFill>
                      <a:srgbClr val="EEF3FA"/>
                    </a:solidFill>
                  </a:tcPr>
                </a:tc>
                <a:tc>
                  <a:txBody>
                    <a:bodyPr/>
                    <a:lstStyle/>
                    <a:p>
                      <a:pPr rtl="1" algn="r"/>
                      <a:r>
                        <a:rPr sz="1700" b="0" i="0" lang="ar-EG" altLang="en-US">
                          <a:solidFill>
                            <a:srgbClr val="1C2333"/>
                          </a:solidFill>
                          <a:latin typeface="Traditional Arabic"/>
                        </a:rPr>
                        <a:t>غالي الثمن</a:t>
                      </a:r>
                    </a:p>
                  </a:txBody>
                  <a:tcPr>
                    <a:solidFill>
                      <a:srgbClr val="EEF3FA"/>
                    </a:solidFill>
                  </a:tcPr>
                </a:tc>
              </a:tr>
              <a:tr h="384048">
                <a:tc>
                  <a:txBody>
                    <a:bodyPr/>
                    <a:lstStyle/>
                    <a:p>
                      <a:pPr rtl="0" algn="l"/>
                      <a:r>
                        <a:rPr sz="1500" b="1" i="0" lang="en-US">
                          <a:solidFill>
                            <a:srgbClr val="942222"/>
                          </a:solidFill>
                          <a:latin typeface="Segoe UI"/>
                        </a:rPr>
                        <a:t>small</a:t>
                      </a:r>
                    </a:p>
                  </a:txBody>
                  <a:tcPr>
                    <a:solidFill>
                      <a:srgbClr val="FFFFFF"/>
                    </a:solidFill>
                  </a:tcPr>
                </a:tc>
                <a:tc>
                  <a:txBody>
                    <a:bodyPr/>
                    <a:lstStyle/>
                    <a:p>
                      <a:pPr rtl="1" algn="r"/>
                      <a:r>
                        <a:rPr sz="1700" b="0" i="0" lang="ar-EG" altLang="en-US">
                          <a:solidFill>
                            <a:srgbClr val="1C2333"/>
                          </a:solidFill>
                          <a:latin typeface="Traditional Arabic"/>
                        </a:rPr>
                        <a:t>صغير</a:t>
                      </a:r>
                    </a:p>
                  </a:txBody>
                  <a:tcPr>
                    <a:solidFill>
                      <a:srgbClr val="FFFFFF"/>
                    </a:solidFill>
                  </a:tcPr>
                </a:tc>
                <a:tc>
                  <a:txBody>
                    <a:bodyPr/>
                    <a:lstStyle/>
                    <a:p>
                      <a:pPr rtl="0" algn="l"/>
                      <a:r>
                        <a:rPr sz="1500" b="1" i="0" lang="en-US">
                          <a:solidFill>
                            <a:srgbClr val="942222"/>
                          </a:solidFill>
                          <a:latin typeface="Segoe UI"/>
                        </a:rPr>
                        <a:t>cold</a:t>
                      </a:r>
                    </a:p>
                  </a:txBody>
                  <a:tcPr>
                    <a:solidFill>
                      <a:srgbClr val="FFFFFF"/>
                    </a:solidFill>
                  </a:tcPr>
                </a:tc>
                <a:tc>
                  <a:txBody>
                    <a:bodyPr/>
                    <a:lstStyle/>
                    <a:p>
                      <a:pPr rtl="1" algn="r"/>
                      <a:r>
                        <a:rPr sz="1700" b="0" i="0" lang="ar-EG" altLang="en-US">
                          <a:solidFill>
                            <a:srgbClr val="1C2333"/>
                          </a:solidFill>
                          <a:latin typeface="Traditional Arabic"/>
                        </a:rPr>
                        <a:t>بارد</a:t>
                      </a:r>
                    </a:p>
                  </a:txBody>
                  <a:tcPr>
                    <a:solidFill>
                      <a:srgbClr val="FFFFFF"/>
                    </a:solidFill>
                  </a:tcPr>
                </a:tc>
                <a:tc>
                  <a:txBody>
                    <a:bodyPr/>
                    <a:lstStyle/>
                    <a:p>
                      <a:pPr rtl="0" algn="l"/>
                      <a:r>
                        <a:rPr sz="1500" b="1" i="0" lang="en-US">
                          <a:solidFill>
                            <a:srgbClr val="942222"/>
                          </a:solidFill>
                          <a:latin typeface="Segoe UI"/>
                        </a:rPr>
                        <a:t>modern</a:t>
                      </a:r>
                    </a:p>
                  </a:txBody>
                  <a:tcPr>
                    <a:solidFill>
                      <a:srgbClr val="FFFFFF"/>
                    </a:solidFill>
                  </a:tcPr>
                </a:tc>
                <a:tc>
                  <a:txBody>
                    <a:bodyPr/>
                    <a:lstStyle/>
                    <a:p>
                      <a:pPr rtl="1" algn="r"/>
                      <a:r>
                        <a:rPr sz="1700" b="0" i="0" lang="ar-EG" altLang="en-US">
                          <a:solidFill>
                            <a:srgbClr val="1C2333"/>
                          </a:solidFill>
                          <a:latin typeface="Traditional Arabic"/>
                        </a:rPr>
                        <a:t>حديث</a:t>
                      </a:r>
                    </a:p>
                  </a:txBody>
                  <a:tcPr>
                    <a:solidFill>
                      <a:srgbClr val="FFFFFF"/>
                    </a:solidFill>
                  </a:tcPr>
                </a:tc>
              </a:tr>
              <a:tr h="384048">
                <a:tc>
                  <a:txBody>
                    <a:bodyPr/>
                    <a:lstStyle/>
                    <a:p>
                      <a:pPr rtl="0" algn="l"/>
                      <a:r>
                        <a:rPr sz="1500" b="1" i="0" lang="en-US">
                          <a:solidFill>
                            <a:srgbClr val="942222"/>
                          </a:solidFill>
                          <a:latin typeface="Segoe UI"/>
                        </a:rPr>
                        <a:t>big</a:t>
                      </a:r>
                    </a:p>
                  </a:txBody>
                  <a:tcPr>
                    <a:solidFill>
                      <a:srgbClr val="EEF3FA"/>
                    </a:solidFill>
                  </a:tcPr>
                </a:tc>
                <a:tc>
                  <a:txBody>
                    <a:bodyPr/>
                    <a:lstStyle/>
                    <a:p>
                      <a:pPr rtl="1" algn="r"/>
                      <a:r>
                        <a:rPr sz="1700" b="0" i="0" lang="ar-EG" altLang="en-US">
                          <a:solidFill>
                            <a:srgbClr val="1C2333"/>
                          </a:solidFill>
                          <a:latin typeface="Traditional Arabic"/>
                        </a:rPr>
                        <a:t>كبير الحجم</a:t>
                      </a:r>
                    </a:p>
                  </a:txBody>
                  <a:tcPr>
                    <a:solidFill>
                      <a:srgbClr val="EEF3FA"/>
                    </a:solidFill>
                  </a:tcPr>
                </a:tc>
                <a:tc>
                  <a:txBody>
                    <a:bodyPr/>
                    <a:lstStyle/>
                    <a:p>
                      <a:pPr rtl="0" algn="l"/>
                      <a:r>
                        <a:rPr sz="1500" b="1" i="0" lang="en-US">
                          <a:solidFill>
                            <a:srgbClr val="942222"/>
                          </a:solidFill>
                          <a:latin typeface="Segoe UI"/>
                        </a:rPr>
                        <a:t>fat</a:t>
                      </a:r>
                    </a:p>
                  </a:txBody>
                  <a:tcPr>
                    <a:solidFill>
                      <a:srgbClr val="EEF3FA"/>
                    </a:solidFill>
                  </a:tcPr>
                </a:tc>
                <a:tc>
                  <a:txBody>
                    <a:bodyPr/>
                    <a:lstStyle/>
                    <a:p>
                      <a:pPr rtl="1" algn="r"/>
                      <a:r>
                        <a:rPr sz="1700" b="0" i="0" lang="ar-EG" altLang="en-US">
                          <a:solidFill>
                            <a:srgbClr val="1C2333"/>
                          </a:solidFill>
                          <a:latin typeface="Traditional Arabic"/>
                        </a:rPr>
                        <a:t>سمين</a:t>
                      </a:r>
                    </a:p>
                  </a:txBody>
                  <a:tcPr>
                    <a:solidFill>
                      <a:srgbClr val="EEF3FA"/>
                    </a:solidFill>
                  </a:tcPr>
                </a:tc>
                <a:tc>
                  <a:txBody>
                    <a:bodyPr/>
                    <a:lstStyle/>
                    <a:p>
                      <a:pPr rtl="0" algn="l"/>
                      <a:r>
                        <a:rPr sz="1500" b="1" i="0" lang="en-US">
                          <a:solidFill>
                            <a:srgbClr val="942222"/>
                          </a:solidFill>
                          <a:latin typeface="Segoe UI"/>
                        </a:rPr>
                        <a:t>dangerous</a:t>
                      </a:r>
                    </a:p>
                  </a:txBody>
                  <a:tcPr>
                    <a:solidFill>
                      <a:srgbClr val="EEF3FA"/>
                    </a:solidFill>
                  </a:tcPr>
                </a:tc>
                <a:tc>
                  <a:txBody>
                    <a:bodyPr/>
                    <a:lstStyle/>
                    <a:p>
                      <a:pPr rtl="1" algn="r"/>
                      <a:r>
                        <a:rPr sz="1700" b="0" i="0" lang="ar-EG" altLang="en-US">
                          <a:solidFill>
                            <a:srgbClr val="1C2333"/>
                          </a:solidFill>
                          <a:latin typeface="Traditional Arabic"/>
                        </a:rPr>
                        <a:t>خطير</a:t>
                      </a:r>
                    </a:p>
                  </a:txBody>
                  <a:tcPr>
                    <a:solidFill>
                      <a:srgbClr val="EEF3FA"/>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15214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2222"/>
                          </a:solidFill>
                          <a:latin typeface="Segoe UI"/>
                        </a:rPr>
                        <a:t>beautiful</a:t>
                      </a:r>
                    </a:p>
                  </a:txBody>
                  <a:tcPr>
                    <a:solidFill>
                      <a:srgbClr val="FFFFFF"/>
                    </a:solidFill>
                  </a:tcPr>
                </a:tc>
                <a:tc>
                  <a:txBody>
                    <a:bodyPr/>
                    <a:lstStyle/>
                    <a:p>
                      <a:pPr rtl="1" algn="r"/>
                      <a:r>
                        <a:rPr sz="1700" b="0" i="0" lang="ar-EG" altLang="en-US">
                          <a:solidFill>
                            <a:srgbClr val="1C2333"/>
                          </a:solidFill>
                          <a:latin typeface="Traditional Arabic"/>
                        </a:rPr>
                        <a:t>جميل</a:t>
                      </a:r>
                    </a:p>
                  </a:txBody>
                  <a:tcPr>
                    <a:solidFill>
                      <a:srgbClr val="FFFFFF"/>
                    </a:solidFill>
                  </a:tcPr>
                </a:tc>
                <a:tc>
                  <a:txBody>
                    <a:bodyPr/>
                    <a:lstStyle/>
                    <a:p>
                      <a:pPr rtl="0" algn="l"/>
                      <a:r>
                        <a:rPr sz="1500" b="1" i="0" lang="en-US">
                          <a:solidFill>
                            <a:srgbClr val="942222"/>
                          </a:solidFill>
                          <a:latin typeface="Segoe UI"/>
                        </a:rPr>
                        <a:t>thirsty</a:t>
                      </a:r>
                    </a:p>
                  </a:txBody>
                  <a:tcPr>
                    <a:solidFill>
                      <a:srgbClr val="FFFFFF"/>
                    </a:solidFill>
                  </a:tcPr>
                </a:tc>
                <a:tc>
                  <a:txBody>
                    <a:bodyPr/>
                    <a:lstStyle/>
                    <a:p>
                      <a:pPr rtl="1" algn="r"/>
                      <a:r>
                        <a:rPr sz="1700" b="0" i="0" lang="ar-EG" altLang="en-US">
                          <a:solidFill>
                            <a:srgbClr val="1C2333"/>
                          </a:solidFill>
                          <a:latin typeface="Traditional Arabic"/>
                        </a:rPr>
                        <a:t>عطشان</a:t>
                      </a:r>
                    </a:p>
                  </a:txBody>
                  <a:tcPr>
                    <a:solidFill>
                      <a:srgbClr val="FFFFFF"/>
                    </a:solidFill>
                  </a:tcPr>
                </a:tc>
                <a:tc>
                  <a:txBody>
                    <a:bodyPr/>
                    <a:lstStyle/>
                    <a:p>
                      <a:pPr rtl="0" algn="l"/>
                      <a:r>
                        <a:rPr sz="1500" b="1" i="0" lang="en-US">
                          <a:solidFill>
                            <a:srgbClr val="942222"/>
                          </a:solidFill>
                          <a:latin typeface="Segoe UI"/>
                        </a:rPr>
                        <a:t>yesterday</a:t>
                      </a:r>
                    </a:p>
                  </a:txBody>
                  <a:tcPr>
                    <a:solidFill>
                      <a:srgbClr val="FFFFFF"/>
                    </a:solidFill>
                  </a:tcPr>
                </a:tc>
                <a:tc>
                  <a:txBody>
                    <a:bodyPr/>
                    <a:lstStyle/>
                    <a:p>
                      <a:pPr rtl="1" algn="r"/>
                      <a:r>
                        <a:rPr sz="1700" b="0" i="0" lang="ar-EG" altLang="en-US">
                          <a:solidFill>
                            <a:srgbClr val="1C2333"/>
                          </a:solidFill>
                          <a:latin typeface="Traditional Arabic"/>
                        </a:rPr>
                        <a:t>أمس</a:t>
                      </a:r>
                    </a:p>
                  </a:txBody>
                  <a:tcPr>
                    <a:solidFill>
                      <a:srgbClr val="FFFFFF"/>
                    </a:solidFill>
                  </a:tcPr>
                </a:tc>
              </a:tr>
              <a:tr h="384048">
                <a:tc>
                  <a:txBody>
                    <a:bodyPr/>
                    <a:lstStyle/>
                    <a:p>
                      <a:pPr rtl="0" algn="l"/>
                      <a:r>
                        <a:rPr sz="1500" b="1" i="0" lang="en-US">
                          <a:solidFill>
                            <a:srgbClr val="942222"/>
                          </a:solidFill>
                          <a:latin typeface="Segoe UI"/>
                        </a:rPr>
                        <a:t>clever</a:t>
                      </a:r>
                    </a:p>
                  </a:txBody>
                  <a:tcPr>
                    <a:solidFill>
                      <a:srgbClr val="EEF3FA"/>
                    </a:solidFill>
                  </a:tcPr>
                </a:tc>
                <a:tc>
                  <a:txBody>
                    <a:bodyPr/>
                    <a:lstStyle/>
                    <a:p>
                      <a:pPr rtl="1" algn="r"/>
                      <a:r>
                        <a:rPr sz="1700" b="0" i="0" lang="ar-EG" altLang="en-US">
                          <a:solidFill>
                            <a:srgbClr val="1C2333"/>
                          </a:solidFill>
                          <a:latin typeface="Traditional Arabic"/>
                        </a:rPr>
                        <a:t>ماهر</a:t>
                      </a:r>
                    </a:p>
                  </a:txBody>
                  <a:tcPr>
                    <a:solidFill>
                      <a:srgbClr val="EEF3FA"/>
                    </a:solidFill>
                  </a:tcPr>
                </a:tc>
                <a:tc>
                  <a:txBody>
                    <a:bodyPr/>
                    <a:lstStyle/>
                    <a:p>
                      <a:pPr rtl="0" algn="l"/>
                      <a:r>
                        <a:rPr sz="1500" b="1" i="0" lang="en-US">
                          <a:solidFill>
                            <a:srgbClr val="942222"/>
                          </a:solidFill>
                          <a:latin typeface="Segoe UI"/>
                        </a:rPr>
                        <a:t>hungry</a:t>
                      </a:r>
                    </a:p>
                  </a:txBody>
                  <a:tcPr>
                    <a:solidFill>
                      <a:srgbClr val="EEF3FA"/>
                    </a:solidFill>
                  </a:tcPr>
                </a:tc>
                <a:tc>
                  <a:txBody>
                    <a:bodyPr/>
                    <a:lstStyle/>
                    <a:p>
                      <a:pPr rtl="1" algn="r"/>
                      <a:r>
                        <a:rPr sz="1700" b="0" i="0" lang="ar-EG" altLang="en-US">
                          <a:solidFill>
                            <a:srgbClr val="1C2333"/>
                          </a:solidFill>
                          <a:latin typeface="Traditional Arabic"/>
                        </a:rPr>
                        <a:t>جوعان</a:t>
                      </a:r>
                    </a:p>
                  </a:txBody>
                  <a:tcPr>
                    <a:solidFill>
                      <a:srgbClr val="EEF3FA"/>
                    </a:solidFill>
                  </a:tcPr>
                </a:tc>
                <a:tc>
                  <a:txBody>
                    <a:bodyPr/>
                    <a:lstStyle/>
                    <a:p>
                      <a:pPr rtl="0" algn="l"/>
                      <a:r>
                        <a:rPr sz="1500" b="1" i="0" lang="en-US">
                          <a:solidFill>
                            <a:srgbClr val="942222"/>
                          </a:solidFill>
                          <a:latin typeface="Segoe UI"/>
                        </a:rPr>
                        <a:t>last night</a:t>
                      </a:r>
                    </a:p>
                  </a:txBody>
                  <a:tcPr>
                    <a:solidFill>
                      <a:srgbClr val="EEF3FA"/>
                    </a:solidFill>
                  </a:tcPr>
                </a:tc>
                <a:tc>
                  <a:txBody>
                    <a:bodyPr/>
                    <a:lstStyle/>
                    <a:p>
                      <a:pPr rtl="1" algn="r"/>
                      <a:r>
                        <a:rPr sz="1700" b="0" i="0" lang="ar-EG" altLang="en-US">
                          <a:solidFill>
                            <a:srgbClr val="1C2333"/>
                          </a:solidFill>
                          <a:latin typeface="Traditional Arabic"/>
                        </a:rPr>
                        <a:t>الليلة الماضية</a:t>
                      </a:r>
                    </a:p>
                  </a:txBody>
                  <a:tcPr>
                    <a:solidFill>
                      <a:srgbClr val="EEF3FA"/>
                    </a:solidFill>
                  </a:tcPr>
                </a:tc>
              </a:tr>
              <a:tr h="384048">
                <a:tc>
                  <a:txBody>
                    <a:bodyPr/>
                    <a:lstStyle/>
                    <a:p>
                      <a:pPr rtl="0" algn="l"/>
                      <a:r>
                        <a:rPr sz="1500" b="1" i="0" lang="en-US">
                          <a:solidFill>
                            <a:srgbClr val="942222"/>
                          </a:solidFill>
                          <a:latin typeface="Segoe UI"/>
                        </a:rPr>
                        <a:t>busy</a:t>
                      </a:r>
                    </a:p>
                  </a:txBody>
                  <a:tcPr>
                    <a:solidFill>
                      <a:srgbClr val="FFFFFF"/>
                    </a:solidFill>
                  </a:tcPr>
                </a:tc>
                <a:tc>
                  <a:txBody>
                    <a:bodyPr/>
                    <a:lstStyle/>
                    <a:p>
                      <a:pPr rtl="1" algn="r"/>
                      <a:r>
                        <a:rPr sz="1700" b="0" i="0" lang="ar-EG" altLang="en-US">
                          <a:solidFill>
                            <a:srgbClr val="1C2333"/>
                          </a:solidFill>
                          <a:latin typeface="Traditional Arabic"/>
                        </a:rPr>
                        <a:t>مشغول</a:t>
                      </a:r>
                    </a:p>
                  </a:txBody>
                  <a:tcPr>
                    <a:solidFill>
                      <a:srgbClr val="FFFFFF"/>
                    </a:solidFill>
                  </a:tcPr>
                </a:tc>
                <a:tc>
                  <a:txBody>
                    <a:bodyPr/>
                    <a:lstStyle/>
                    <a:p>
                      <a:pPr rtl="0" algn="l"/>
                      <a:r>
                        <a:rPr sz="1500" b="1" i="0" lang="en-US">
                          <a:solidFill>
                            <a:srgbClr val="942222"/>
                          </a:solidFill>
                          <a:latin typeface="Segoe UI"/>
                        </a:rPr>
                        <a:t>hospital</a:t>
                      </a:r>
                    </a:p>
                  </a:txBody>
                  <a:tcPr>
                    <a:solidFill>
                      <a:srgbClr val="FFFFFF"/>
                    </a:solidFill>
                  </a:tcPr>
                </a:tc>
                <a:tc>
                  <a:txBody>
                    <a:bodyPr/>
                    <a:lstStyle/>
                    <a:p>
                      <a:pPr rtl="1" algn="r"/>
                      <a:r>
                        <a:rPr sz="1700" b="0" i="0" lang="ar-EG" altLang="en-US">
                          <a:solidFill>
                            <a:srgbClr val="1C2333"/>
                          </a:solidFill>
                          <a:latin typeface="Traditional Arabic"/>
                        </a:rPr>
                        <a:t>مستشفى</a:t>
                      </a:r>
                    </a:p>
                  </a:txBody>
                  <a:tcPr>
                    <a:solidFill>
                      <a:srgbClr val="FFFFFF"/>
                    </a:solidFill>
                  </a:tcPr>
                </a:tc>
                <a:tc>
                  <a:txBody>
                    <a:bodyPr/>
                    <a:lstStyle/>
                    <a:p>
                      <a:pPr rtl="0" algn="l"/>
                      <a:r>
                        <a:rPr sz="1500" b="1" i="0" lang="en-US">
                          <a:solidFill>
                            <a:srgbClr val="942222"/>
                          </a:solidFill>
                          <a:latin typeface="Segoe UI"/>
                        </a:rPr>
                        <a:t>last week</a:t>
                      </a:r>
                    </a:p>
                  </a:txBody>
                  <a:tcPr>
                    <a:solidFill>
                      <a:srgbClr val="FFFFFF"/>
                    </a:solidFill>
                  </a:tcPr>
                </a:tc>
                <a:tc>
                  <a:txBody>
                    <a:bodyPr/>
                    <a:lstStyle/>
                    <a:p>
                      <a:pPr rtl="1" algn="r"/>
                      <a:r>
                        <a:rPr sz="1700" b="0" i="0" lang="ar-EG" altLang="en-US">
                          <a:solidFill>
                            <a:srgbClr val="1C2333"/>
                          </a:solidFill>
                          <a:latin typeface="Traditional Arabic"/>
                        </a:rPr>
                        <a:t>الأسبوع الماضي</a:t>
                      </a:r>
                    </a:p>
                  </a:txBody>
                  <a:tcPr>
                    <a:solidFill>
                      <a:srgbClr val="FFFFFF"/>
                    </a:solidFill>
                  </a:tcPr>
                </a:tc>
              </a:tr>
            </a:tbl>
          </a:graphicData>
        </a:graphic>
      </p:graphicFrame>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We …… at school.   (was – is – were)</a:t>
            </a:r>
          </a:p>
          <a:p>
            <a:pPr rtl="0" algn="l">
              <a:spcAft>
                <a:spcPts val="800"/>
              </a:spcAft>
            </a:pPr>
            <a:r>
              <a:rPr sz="1800" b="0" i="0" lang="en-US">
                <a:solidFill>
                  <a:srgbClr val="1C2333"/>
                </a:solidFill>
                <a:latin typeface="Segoe UI"/>
              </a:rPr>
              <a:t>2) It …… a good day.   (were – was – are)</a:t>
            </a:r>
          </a:p>
          <a:p>
            <a:pPr rtl="0" algn="l">
              <a:spcAft>
                <a:spcPts val="800"/>
              </a:spcAft>
            </a:pPr>
            <a:r>
              <a:rPr sz="1800" b="0" i="0" lang="en-US">
                <a:solidFill>
                  <a:srgbClr val="1C2333"/>
                </a:solidFill>
                <a:latin typeface="Segoe UI"/>
              </a:rPr>
              <a:t>3) Rody …… at the club.   (was – are – were)</a:t>
            </a:r>
          </a:p>
          <a:p>
            <a:pPr rtl="0" algn="l">
              <a:spcAft>
                <a:spcPts val="800"/>
              </a:spcAft>
            </a:pPr>
            <a:r>
              <a:rPr sz="1800" b="0" i="0" lang="en-US">
                <a:solidFill>
                  <a:srgbClr val="1C2333"/>
                </a:solidFill>
                <a:latin typeface="Segoe UI"/>
              </a:rPr>
              <a:t>4) They …… late.   (was – is – were)</a:t>
            </a:r>
          </a:p>
          <a:p>
            <a:pPr rtl="0" algn="l">
              <a:spcAft>
                <a:spcPts val="800"/>
              </a:spcAft>
            </a:pPr>
            <a:r>
              <a:rPr sz="1800" b="0" i="0" lang="en-US">
                <a:solidFill>
                  <a:srgbClr val="1C2333"/>
                </a:solidFill>
                <a:latin typeface="Segoe UI"/>
              </a:rPr>
              <a:t>5) Mido and Rody …… sleeping.   (was – were – is)</a:t>
            </a:r>
          </a:p>
          <a:p>
            <a:pPr rtl="0" algn="l">
              <a:spcAft>
                <a:spcPts val="800"/>
              </a:spcAft>
            </a:pPr>
            <a:r>
              <a:rPr sz="1800" b="0" i="0" lang="en-US">
                <a:solidFill>
                  <a:srgbClr val="1C2333"/>
                </a:solidFill>
                <a:latin typeface="Segoe UI"/>
              </a:rPr>
              <a:t>6) She …… thin.   (was – are – were)</a:t>
            </a:r>
          </a:p>
          <a:p>
            <a:pPr rtl="0" algn="l">
              <a:spcAft>
                <a:spcPts val="800"/>
              </a:spcAft>
            </a:pPr>
            <a:r>
              <a:rPr sz="1800" b="0" i="0" lang="en-US">
                <a:solidFill>
                  <a:srgbClr val="1C2333"/>
                </a:solidFill>
                <a:latin typeface="Segoe UI"/>
              </a:rPr>
              <a:t>7) You …… busy.   (was – were – is)</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We …… at school.   (was – is – were)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2) It …… a good day.   (were – was – are)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3) Rody …… at the club.   (was – are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4) They …… late.   (was – is – were)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5) Mido and Rody …… sleeping.   (was – were – is)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6) She …… thin.   (was – are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7) You …… busy.   (was – were – is)</a:t>
            </a:r>
          </a:p>
          <a:p>
            <a:pPr lvl="1" rtl="0" algn="l">
              <a:spcAft>
                <a:spcPts val="700"/>
              </a:spcAft>
            </a:pPr>
            <a:r>
              <a:rPr sz="1600" b="1" i="0" lang="en-US">
                <a:solidFill>
                  <a:srgbClr val="0F7A3D"/>
                </a:solidFill>
                <a:latin typeface="Segoe UI"/>
              </a:rPr>
              <a:t>✔ were</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He …… fast.   (were – are – was)</a:t>
            </a:r>
          </a:p>
          <a:p>
            <a:pPr rtl="0" algn="l">
              <a:spcAft>
                <a:spcPts val="800"/>
              </a:spcAft>
            </a:pPr>
            <a:r>
              <a:rPr sz="1800" b="0" i="0" lang="en-US">
                <a:solidFill>
                  <a:srgbClr val="1C2333"/>
                </a:solidFill>
                <a:latin typeface="Segoe UI"/>
              </a:rPr>
              <a:t>9) I …… at home.   (were – was – are)</a:t>
            </a:r>
          </a:p>
          <a:p>
            <a:pPr rtl="0" algn="l">
              <a:spcAft>
                <a:spcPts val="800"/>
              </a:spcAft>
            </a:pPr>
            <a:r>
              <a:rPr sz="1800" b="0" i="0" lang="en-US">
                <a:solidFill>
                  <a:srgbClr val="1C2333"/>
                </a:solidFill>
                <a:latin typeface="Segoe UI"/>
              </a:rPr>
              <a:t>10) Sara …… reading.   (are – were – was)</a:t>
            </a:r>
          </a:p>
          <a:p>
            <a:pPr rtl="0" algn="l">
              <a:spcAft>
                <a:spcPts val="800"/>
              </a:spcAft>
            </a:pPr>
            <a:r>
              <a:rPr sz="1800" b="0" i="0" lang="en-US">
                <a:solidFill>
                  <a:srgbClr val="1C2333"/>
                </a:solidFill>
                <a:latin typeface="Segoe UI"/>
              </a:rPr>
              <a:t>11) My friends …… playing.   (were – was – is)</a:t>
            </a:r>
          </a:p>
          <a:p>
            <a:pPr rtl="0" algn="l">
              <a:spcAft>
                <a:spcPts val="800"/>
              </a:spcAft>
            </a:pPr>
            <a:r>
              <a:rPr sz="1800" b="0" i="0" lang="en-US">
                <a:solidFill>
                  <a:srgbClr val="1C2333"/>
                </a:solidFill>
                <a:latin typeface="Segoe UI"/>
              </a:rPr>
              <a:t>12) My sister …… studying.   (were – was – are)</a:t>
            </a:r>
          </a:p>
          <a:p>
            <a:pPr rtl="0" algn="l">
              <a:spcAft>
                <a:spcPts val="800"/>
              </a:spcAft>
            </a:pPr>
            <a:r>
              <a:rPr sz="1800" b="0" i="0" lang="en-US">
                <a:solidFill>
                  <a:srgbClr val="1C2333"/>
                </a:solidFill>
                <a:latin typeface="Segoe UI"/>
              </a:rPr>
              <a:t>13) Lions …… hungry.   (is – was – were)</a:t>
            </a:r>
          </a:p>
          <a:p>
            <a:pPr rtl="0" algn="l">
              <a:spcAft>
                <a:spcPts val="800"/>
              </a:spcAft>
            </a:pPr>
            <a:r>
              <a:rPr sz="1800" b="0" i="0" lang="en-US">
                <a:solidFill>
                  <a:srgbClr val="1C2333"/>
                </a:solidFill>
                <a:latin typeface="Segoe UI"/>
              </a:rPr>
              <a:t>14) I …… happy yesterday.   (is – was – were)</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A)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He …… fast.   (were – are – was)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9) I …… at home.   (were – was – are)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10) Sara …… reading.   (are – were – was)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11) My friends …… playing.   (were – was – is)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12) My sister …… studying.   (were – was – are)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13) Lions …… hungry.   (is – was – were)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14) I …… happy yesterday.   (is – was – were)</a:t>
            </a:r>
          </a:p>
          <a:p>
            <a:pPr lvl="1" rtl="0" algn="l">
              <a:spcAft>
                <a:spcPts val="700"/>
              </a:spcAft>
            </a:pPr>
            <a:r>
              <a:rPr sz="1600" b="1" i="0" lang="en-US">
                <a:solidFill>
                  <a:srgbClr val="0F7A3D"/>
                </a:solidFill>
                <a:latin typeface="Segoe UI"/>
              </a:rPr>
              <a:t>✔ was</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was at home yesterday.</a:t>
            </a:r>
          </a:p>
          <a:p>
            <a:pPr rtl="0" algn="l">
              <a:spcAft>
                <a:spcPts val="800"/>
              </a:spcAft>
            </a:pPr>
            <a:r>
              <a:rPr sz="1800" b="0" i="0" lang="en-US">
                <a:solidFill>
                  <a:srgbClr val="1C2333"/>
                </a:solidFill>
                <a:latin typeface="Segoe UI"/>
              </a:rPr>
              <a:t>2) They were hungry last night.</a:t>
            </a:r>
          </a:p>
          <a:p>
            <a:pPr rtl="0" algn="l">
              <a:spcAft>
                <a:spcPts val="800"/>
              </a:spcAft>
            </a:pPr>
            <a:r>
              <a:rPr sz="1800" b="0" i="0" lang="en-US">
                <a:solidFill>
                  <a:srgbClr val="1C2333"/>
                </a:solidFill>
                <a:latin typeface="Segoe UI"/>
              </a:rPr>
              <a:t>3) I was at school last week.</a:t>
            </a:r>
          </a:p>
          <a:p>
            <a:pPr rtl="0" algn="l">
              <a:spcAft>
                <a:spcPts val="800"/>
              </a:spcAft>
            </a:pPr>
            <a:r>
              <a:rPr sz="1800" b="0" i="0" lang="en-US">
                <a:solidFill>
                  <a:srgbClr val="1C2333"/>
                </a:solidFill>
                <a:latin typeface="Segoe UI"/>
              </a:rPr>
              <a:t>4) It was hot yesterday.</a:t>
            </a:r>
          </a:p>
          <a:p>
            <a:pPr rtl="0" algn="l">
              <a:spcAft>
                <a:spcPts val="800"/>
              </a:spcAft>
            </a:pPr>
            <a:r>
              <a:rPr sz="1800" b="0" i="0" lang="en-US">
                <a:solidFill>
                  <a:srgbClr val="1C2333"/>
                </a:solidFill>
                <a:latin typeface="Segoe UI"/>
              </a:rPr>
              <a:t>5) We were playing football.</a:t>
            </a:r>
          </a:p>
          <a:p>
            <a:pPr rtl="0" algn="l">
              <a:spcAft>
                <a:spcPts val="800"/>
              </a:spcAft>
            </a:pPr>
            <a:r>
              <a:rPr sz="1800" b="0" i="0" lang="en-US">
                <a:solidFill>
                  <a:srgbClr val="1C2333"/>
                </a:solidFill>
                <a:latin typeface="Segoe UI"/>
              </a:rPr>
              <a:t>6) She was in the hospital last night.</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was at home yesterday.</a:t>
            </a:r>
          </a:p>
          <a:p>
            <a:pPr lvl="1" rtl="0" algn="l">
              <a:spcAft>
                <a:spcPts val="700"/>
              </a:spcAft>
            </a:pPr>
            <a:r>
              <a:rPr sz="1600" b="1" i="0" lang="en-US">
                <a:solidFill>
                  <a:srgbClr val="0F7A3D"/>
                </a:solidFill>
                <a:latin typeface="Segoe UI"/>
              </a:rPr>
              <a:t>✔ He wasn't at home yesterday.</a:t>
            </a:r>
          </a:p>
          <a:p>
            <a:pPr rtl="0" algn="l">
              <a:spcAft>
                <a:spcPts val="300"/>
              </a:spcAft>
            </a:pPr>
            <a:r>
              <a:rPr sz="1700" b="0" i="0" lang="en-US">
                <a:solidFill>
                  <a:srgbClr val="1C2333"/>
                </a:solidFill>
                <a:latin typeface="Segoe UI"/>
              </a:rPr>
              <a:t>2) They were hungry last night.</a:t>
            </a:r>
          </a:p>
          <a:p>
            <a:pPr lvl="1" rtl="0" algn="l">
              <a:spcAft>
                <a:spcPts val="700"/>
              </a:spcAft>
            </a:pPr>
            <a:r>
              <a:rPr sz="1600" b="1" i="0" lang="en-US">
                <a:solidFill>
                  <a:srgbClr val="0F7A3D"/>
                </a:solidFill>
                <a:latin typeface="Segoe UI"/>
              </a:rPr>
              <a:t>✔ They weren't hungry last night.</a:t>
            </a:r>
          </a:p>
          <a:p>
            <a:pPr rtl="0" algn="l">
              <a:spcAft>
                <a:spcPts val="300"/>
              </a:spcAft>
            </a:pPr>
            <a:r>
              <a:rPr sz="1700" b="0" i="0" lang="en-US">
                <a:solidFill>
                  <a:srgbClr val="1C2333"/>
                </a:solidFill>
                <a:latin typeface="Segoe UI"/>
              </a:rPr>
              <a:t>3) I was at school last week.</a:t>
            </a:r>
          </a:p>
          <a:p>
            <a:pPr lvl="1" rtl="0" algn="l">
              <a:spcAft>
                <a:spcPts val="700"/>
              </a:spcAft>
            </a:pPr>
            <a:r>
              <a:rPr sz="1600" b="1" i="0" lang="en-US">
                <a:solidFill>
                  <a:srgbClr val="0F7A3D"/>
                </a:solidFill>
                <a:latin typeface="Segoe UI"/>
              </a:rPr>
              <a:t>✔ I wasn't at school last week.</a:t>
            </a:r>
          </a:p>
          <a:p>
            <a:pPr rtl="0" algn="l">
              <a:spcAft>
                <a:spcPts val="300"/>
              </a:spcAft>
            </a:pPr>
            <a:r>
              <a:rPr sz="1700" b="0" i="0" lang="en-US">
                <a:solidFill>
                  <a:srgbClr val="1C2333"/>
                </a:solidFill>
                <a:latin typeface="Segoe UI"/>
              </a:rPr>
              <a:t>4) It was hot yesterday.</a:t>
            </a:r>
          </a:p>
          <a:p>
            <a:pPr lvl="1" rtl="0" algn="l">
              <a:spcAft>
                <a:spcPts val="700"/>
              </a:spcAft>
            </a:pPr>
            <a:r>
              <a:rPr sz="1600" b="1" i="0" lang="en-US">
                <a:solidFill>
                  <a:srgbClr val="0F7A3D"/>
                </a:solidFill>
                <a:latin typeface="Segoe UI"/>
              </a:rPr>
              <a:t>✔ It wasn't hot yesterday.</a:t>
            </a:r>
          </a:p>
          <a:p>
            <a:pPr rtl="0" algn="l">
              <a:spcAft>
                <a:spcPts val="300"/>
              </a:spcAft>
            </a:pPr>
            <a:r>
              <a:rPr sz="1700" b="0" i="0" lang="en-US">
                <a:solidFill>
                  <a:srgbClr val="1C2333"/>
                </a:solidFill>
                <a:latin typeface="Segoe UI"/>
              </a:rPr>
              <a:t>5) We were playing football.</a:t>
            </a:r>
          </a:p>
          <a:p>
            <a:pPr lvl="1" rtl="0" algn="l">
              <a:spcAft>
                <a:spcPts val="700"/>
              </a:spcAft>
            </a:pPr>
            <a:r>
              <a:rPr sz="1600" b="1" i="0" lang="en-US">
                <a:solidFill>
                  <a:srgbClr val="0F7A3D"/>
                </a:solidFill>
                <a:latin typeface="Segoe UI"/>
              </a:rPr>
              <a:t>✔ We weren't playing football.</a:t>
            </a:r>
          </a:p>
          <a:p>
            <a:pPr rtl="0" algn="l">
              <a:spcAft>
                <a:spcPts val="300"/>
              </a:spcAft>
            </a:pPr>
            <a:r>
              <a:rPr sz="1700" b="0" i="0" lang="en-US">
                <a:solidFill>
                  <a:srgbClr val="1C2333"/>
                </a:solidFill>
                <a:latin typeface="Segoe UI"/>
              </a:rPr>
              <a:t>6) She was in the hospital last night.</a:t>
            </a:r>
          </a:p>
          <a:p>
            <a:pPr lvl="1" rtl="0" algn="l">
              <a:spcAft>
                <a:spcPts val="700"/>
              </a:spcAft>
            </a:pPr>
            <a:r>
              <a:rPr sz="1600" b="1" i="0" lang="en-US">
                <a:solidFill>
                  <a:srgbClr val="0F7A3D"/>
                </a:solidFill>
                <a:latin typeface="Segoe UI"/>
              </a:rPr>
              <a:t>✔ She wasn't in the hospital last night.</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Rody was studying English.</a:t>
            </a:r>
          </a:p>
          <a:p>
            <a:pPr rtl="0" algn="l">
              <a:spcAft>
                <a:spcPts val="800"/>
              </a:spcAft>
            </a:pPr>
            <a:r>
              <a:rPr sz="1800" b="0" i="0" lang="en-US">
                <a:solidFill>
                  <a:srgbClr val="1C2333"/>
                </a:solidFill>
                <a:latin typeface="Segoe UI"/>
              </a:rPr>
              <a:t>8) You were very fast.</a:t>
            </a:r>
          </a:p>
          <a:p>
            <a:pPr rtl="0" algn="l">
              <a:spcAft>
                <a:spcPts val="800"/>
              </a:spcAft>
            </a:pPr>
            <a:r>
              <a:rPr sz="1800" b="0" i="0" lang="en-US">
                <a:solidFill>
                  <a:srgbClr val="1C2333"/>
                </a:solidFill>
                <a:latin typeface="Segoe UI"/>
              </a:rPr>
              <a:t>9) My mum was cooking lunch.</a:t>
            </a:r>
          </a:p>
          <a:p>
            <a:pPr rtl="0" algn="l">
              <a:spcAft>
                <a:spcPts val="800"/>
              </a:spcAft>
            </a:pPr>
            <a:r>
              <a:rPr sz="1800" b="0" i="0" lang="en-US">
                <a:solidFill>
                  <a:srgbClr val="1C2333"/>
                </a:solidFill>
                <a:latin typeface="Segoe UI"/>
              </a:rPr>
              <a:t>10) My friends were reading yesterday.</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Rody was studying English.</a:t>
            </a:r>
          </a:p>
          <a:p>
            <a:pPr lvl="1" rtl="0" algn="l">
              <a:spcAft>
                <a:spcPts val="700"/>
              </a:spcAft>
            </a:pPr>
            <a:r>
              <a:rPr sz="1600" b="1" i="0" lang="en-US">
                <a:solidFill>
                  <a:srgbClr val="0F7A3D"/>
                </a:solidFill>
                <a:latin typeface="Segoe UI"/>
              </a:rPr>
              <a:t>✔ Rody wasn't studying English.</a:t>
            </a:r>
          </a:p>
          <a:p>
            <a:pPr rtl="0" algn="l">
              <a:spcAft>
                <a:spcPts val="300"/>
              </a:spcAft>
            </a:pPr>
            <a:r>
              <a:rPr sz="1700" b="0" i="0" lang="en-US">
                <a:solidFill>
                  <a:srgbClr val="1C2333"/>
                </a:solidFill>
                <a:latin typeface="Segoe UI"/>
              </a:rPr>
              <a:t>8) You were very fast.</a:t>
            </a:r>
          </a:p>
          <a:p>
            <a:pPr lvl="1" rtl="0" algn="l">
              <a:spcAft>
                <a:spcPts val="700"/>
              </a:spcAft>
            </a:pPr>
            <a:r>
              <a:rPr sz="1600" b="1" i="0" lang="en-US">
                <a:solidFill>
                  <a:srgbClr val="0F7A3D"/>
                </a:solidFill>
                <a:latin typeface="Segoe UI"/>
              </a:rPr>
              <a:t>✔ You weren't very fast.</a:t>
            </a:r>
          </a:p>
          <a:p>
            <a:pPr rtl="0" algn="l">
              <a:spcAft>
                <a:spcPts val="300"/>
              </a:spcAft>
            </a:pPr>
            <a:r>
              <a:rPr sz="1700" b="0" i="0" lang="en-US">
                <a:solidFill>
                  <a:srgbClr val="1C2333"/>
                </a:solidFill>
                <a:latin typeface="Segoe UI"/>
              </a:rPr>
              <a:t>9) My mum was cooking lunch.</a:t>
            </a:r>
          </a:p>
          <a:p>
            <a:pPr lvl="1" rtl="0" algn="l">
              <a:spcAft>
                <a:spcPts val="700"/>
              </a:spcAft>
            </a:pPr>
            <a:r>
              <a:rPr sz="1600" b="1" i="0" lang="en-US">
                <a:solidFill>
                  <a:srgbClr val="0F7A3D"/>
                </a:solidFill>
                <a:latin typeface="Segoe UI"/>
              </a:rPr>
              <a:t>✔ My mum wasn't cooking lunch.</a:t>
            </a:r>
          </a:p>
          <a:p>
            <a:pPr rtl="0" algn="l">
              <a:spcAft>
                <a:spcPts val="300"/>
              </a:spcAft>
            </a:pPr>
            <a:r>
              <a:rPr sz="1700" b="0" i="0" lang="en-US">
                <a:solidFill>
                  <a:srgbClr val="1C2333"/>
                </a:solidFill>
                <a:latin typeface="Segoe UI"/>
              </a:rPr>
              <a:t>10) My friends were reading yesterday.</a:t>
            </a:r>
          </a:p>
          <a:p>
            <a:pPr lvl="1" rtl="0" algn="l">
              <a:spcAft>
                <a:spcPts val="700"/>
              </a:spcAft>
            </a:pPr>
            <a:r>
              <a:rPr sz="1600" b="1" i="0" lang="en-US">
                <a:solidFill>
                  <a:srgbClr val="0F7A3D"/>
                </a:solidFill>
                <a:latin typeface="Segoe UI"/>
              </a:rPr>
              <a:t>✔ My friends weren't reading yesterday.</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was hungry.</a:t>
            </a:r>
          </a:p>
          <a:p>
            <a:pPr rtl="0" algn="l">
              <a:spcAft>
                <a:spcPts val="800"/>
              </a:spcAft>
            </a:pPr>
            <a:r>
              <a:rPr sz="1800" b="0" i="0" lang="en-US">
                <a:solidFill>
                  <a:srgbClr val="1C2333"/>
                </a:solidFill>
                <a:latin typeface="Segoe UI"/>
              </a:rPr>
              <a:t>2) They were very clever.</a:t>
            </a:r>
          </a:p>
          <a:p>
            <a:pPr rtl="0" algn="l">
              <a:spcAft>
                <a:spcPts val="800"/>
              </a:spcAft>
            </a:pPr>
            <a:r>
              <a:rPr sz="1800" b="0" i="0" lang="en-US">
                <a:solidFill>
                  <a:srgbClr val="1C2333"/>
                </a:solidFill>
                <a:latin typeface="Segoe UI"/>
              </a:rPr>
              <a:t>3) I was in the park.</a:t>
            </a:r>
          </a:p>
          <a:p>
            <a:pPr rtl="0" algn="l">
              <a:spcAft>
                <a:spcPts val="800"/>
              </a:spcAft>
            </a:pPr>
            <a:r>
              <a:rPr sz="1800" b="0" i="0" lang="en-US">
                <a:solidFill>
                  <a:srgbClr val="1C2333"/>
                </a:solidFill>
                <a:latin typeface="Segoe UI"/>
              </a:rPr>
              <a:t>4) It was hot yesterday.</a:t>
            </a:r>
          </a:p>
          <a:p>
            <a:pPr rtl="0" algn="l">
              <a:spcAft>
                <a:spcPts val="800"/>
              </a:spcAft>
            </a:pPr>
            <a:r>
              <a:rPr sz="1800" b="0" i="0" lang="en-US">
                <a:solidFill>
                  <a:srgbClr val="1C2333"/>
                </a:solidFill>
                <a:latin typeface="Segoe UI"/>
              </a:rPr>
              <a:t>5) You were playing football.</a:t>
            </a:r>
          </a:p>
          <a:p>
            <a:pPr rtl="0" algn="l">
              <a:spcAft>
                <a:spcPts val="800"/>
              </a:spcAft>
            </a:pPr>
            <a:r>
              <a:rPr sz="1800" b="0" i="0" lang="en-US">
                <a:solidFill>
                  <a:srgbClr val="1C2333"/>
                </a:solidFill>
                <a:latin typeface="Segoe UI"/>
              </a:rPr>
              <a:t>6) Leen was studying English.</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was hungry.</a:t>
            </a:r>
          </a:p>
          <a:p>
            <a:pPr lvl="1" rtl="0" algn="l">
              <a:spcAft>
                <a:spcPts val="700"/>
              </a:spcAft>
            </a:pPr>
            <a:r>
              <a:rPr sz="1600" b="1" i="0" lang="en-US">
                <a:solidFill>
                  <a:srgbClr val="0F7A3D"/>
                </a:solidFill>
                <a:latin typeface="Segoe UI"/>
              </a:rPr>
              <a:t>✔ Was he hungry?</a:t>
            </a:r>
          </a:p>
          <a:p>
            <a:pPr rtl="0" algn="l">
              <a:spcAft>
                <a:spcPts val="300"/>
              </a:spcAft>
            </a:pPr>
            <a:r>
              <a:rPr sz="1700" b="0" i="0" lang="en-US">
                <a:solidFill>
                  <a:srgbClr val="1C2333"/>
                </a:solidFill>
                <a:latin typeface="Segoe UI"/>
              </a:rPr>
              <a:t>2) They were very clever.</a:t>
            </a:r>
          </a:p>
          <a:p>
            <a:pPr lvl="1" rtl="0" algn="l">
              <a:spcAft>
                <a:spcPts val="700"/>
              </a:spcAft>
            </a:pPr>
            <a:r>
              <a:rPr sz="1600" b="1" i="0" lang="en-US">
                <a:solidFill>
                  <a:srgbClr val="0F7A3D"/>
                </a:solidFill>
                <a:latin typeface="Segoe UI"/>
              </a:rPr>
              <a:t>✔ Were they very clever?</a:t>
            </a:r>
          </a:p>
          <a:p>
            <a:pPr rtl="0" algn="l">
              <a:spcAft>
                <a:spcPts val="300"/>
              </a:spcAft>
            </a:pPr>
            <a:r>
              <a:rPr sz="1700" b="0" i="0" lang="en-US">
                <a:solidFill>
                  <a:srgbClr val="1C2333"/>
                </a:solidFill>
                <a:latin typeface="Segoe UI"/>
              </a:rPr>
              <a:t>3) I was in the park.</a:t>
            </a:r>
          </a:p>
          <a:p>
            <a:pPr lvl="1" rtl="0" algn="l">
              <a:spcAft>
                <a:spcPts val="700"/>
              </a:spcAft>
            </a:pPr>
            <a:r>
              <a:rPr sz="1600" b="1" i="0" lang="en-US">
                <a:solidFill>
                  <a:srgbClr val="0F7A3D"/>
                </a:solidFill>
                <a:latin typeface="Segoe UI"/>
              </a:rPr>
              <a:t>✔ Were you in the park?</a:t>
            </a:r>
          </a:p>
          <a:p>
            <a:pPr rtl="0" algn="l">
              <a:spcAft>
                <a:spcPts val="300"/>
              </a:spcAft>
            </a:pPr>
            <a:r>
              <a:rPr sz="1700" b="0" i="0" lang="en-US">
                <a:solidFill>
                  <a:srgbClr val="1C2333"/>
                </a:solidFill>
                <a:latin typeface="Segoe UI"/>
              </a:rPr>
              <a:t>4) It was hot yesterday.</a:t>
            </a:r>
          </a:p>
          <a:p>
            <a:pPr lvl="1" rtl="0" algn="l">
              <a:spcAft>
                <a:spcPts val="700"/>
              </a:spcAft>
            </a:pPr>
            <a:r>
              <a:rPr sz="1600" b="1" i="0" lang="en-US">
                <a:solidFill>
                  <a:srgbClr val="0F7A3D"/>
                </a:solidFill>
                <a:latin typeface="Segoe UI"/>
              </a:rPr>
              <a:t>✔ Was it hot yesterday?</a:t>
            </a:r>
          </a:p>
          <a:p>
            <a:pPr rtl="0" algn="l">
              <a:spcAft>
                <a:spcPts val="300"/>
              </a:spcAft>
            </a:pPr>
            <a:r>
              <a:rPr sz="1700" b="0" i="0" lang="en-US">
                <a:solidFill>
                  <a:srgbClr val="1C2333"/>
                </a:solidFill>
                <a:latin typeface="Segoe UI"/>
              </a:rPr>
              <a:t>5) You were playing football.</a:t>
            </a:r>
          </a:p>
          <a:p>
            <a:pPr lvl="1" rtl="0" algn="l">
              <a:spcAft>
                <a:spcPts val="700"/>
              </a:spcAft>
            </a:pPr>
            <a:r>
              <a:rPr sz="1600" b="1" i="0" lang="en-US">
                <a:solidFill>
                  <a:srgbClr val="0F7A3D"/>
                </a:solidFill>
                <a:latin typeface="Segoe UI"/>
              </a:rPr>
              <a:t>✔ Was I playing football?</a:t>
            </a:r>
          </a:p>
          <a:p>
            <a:pPr rtl="0" algn="l">
              <a:spcAft>
                <a:spcPts val="300"/>
              </a:spcAft>
            </a:pPr>
            <a:r>
              <a:rPr sz="1700" b="0" i="0" lang="en-US">
                <a:solidFill>
                  <a:srgbClr val="1C2333"/>
                </a:solidFill>
                <a:latin typeface="Segoe UI"/>
              </a:rPr>
              <a:t>6) Leen was studying English.</a:t>
            </a:r>
          </a:p>
          <a:p>
            <a:pPr lvl="1" rtl="0" algn="l">
              <a:spcAft>
                <a:spcPts val="700"/>
              </a:spcAft>
            </a:pPr>
            <a:r>
              <a:rPr sz="1600" b="1" i="0" lang="en-US">
                <a:solidFill>
                  <a:srgbClr val="0F7A3D"/>
                </a:solidFill>
                <a:latin typeface="Segoe UI"/>
              </a:rPr>
              <a:t>✔ Was Leen studying English?</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Lions were hungry last night.</a:t>
            </a:r>
          </a:p>
          <a:p>
            <a:pPr rtl="0" algn="l">
              <a:spcAft>
                <a:spcPts val="800"/>
              </a:spcAft>
            </a:pPr>
            <a:r>
              <a:rPr sz="1800" b="0" i="0" lang="en-US">
                <a:solidFill>
                  <a:srgbClr val="1C2333"/>
                </a:solidFill>
                <a:latin typeface="Segoe UI"/>
              </a:rPr>
              <a:t>8) We were happy yesterday.</a:t>
            </a:r>
          </a:p>
          <a:p>
            <a:pPr rtl="0" algn="l">
              <a:spcAft>
                <a:spcPts val="800"/>
              </a:spcAft>
            </a:pPr>
            <a:r>
              <a:rPr sz="1800" b="0" i="0" lang="en-US">
                <a:solidFill>
                  <a:srgbClr val="1C2333"/>
                </a:solidFill>
                <a:latin typeface="Segoe UI"/>
              </a:rPr>
              <a:t>9) I was at the hospital last night.</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Lions were hungry last night.</a:t>
            </a:r>
          </a:p>
          <a:p>
            <a:pPr lvl="1" rtl="0" algn="l">
              <a:spcAft>
                <a:spcPts val="700"/>
              </a:spcAft>
            </a:pPr>
            <a:r>
              <a:rPr sz="1600" b="1" i="0" lang="en-US">
                <a:solidFill>
                  <a:srgbClr val="0F7A3D"/>
                </a:solidFill>
                <a:latin typeface="Segoe UI"/>
              </a:rPr>
              <a:t>✔ Were lions hungry last night?</a:t>
            </a:r>
          </a:p>
          <a:p>
            <a:pPr rtl="0" algn="l">
              <a:spcAft>
                <a:spcPts val="300"/>
              </a:spcAft>
            </a:pPr>
            <a:r>
              <a:rPr sz="1700" b="0" i="0" lang="en-US">
                <a:solidFill>
                  <a:srgbClr val="1C2333"/>
                </a:solidFill>
                <a:latin typeface="Segoe UI"/>
              </a:rPr>
              <a:t>8) We were happy yesterday.</a:t>
            </a:r>
          </a:p>
          <a:p>
            <a:pPr lvl="1" rtl="0" algn="l">
              <a:spcAft>
                <a:spcPts val="700"/>
              </a:spcAft>
            </a:pPr>
            <a:r>
              <a:rPr sz="1600" b="1" i="0" lang="en-US">
                <a:solidFill>
                  <a:srgbClr val="0F7A3D"/>
                </a:solidFill>
                <a:latin typeface="Segoe UI"/>
              </a:rPr>
              <a:t>✔ Were you happy yesterday?</a:t>
            </a:r>
          </a:p>
          <a:p>
            <a:pPr rtl="0" algn="l">
              <a:spcAft>
                <a:spcPts val="300"/>
              </a:spcAft>
            </a:pPr>
            <a:r>
              <a:rPr sz="1700" b="0" i="0" lang="en-US">
                <a:solidFill>
                  <a:srgbClr val="1C2333"/>
                </a:solidFill>
                <a:latin typeface="Segoe UI"/>
              </a:rPr>
              <a:t>9) I was at the hospital last night.</a:t>
            </a:r>
          </a:p>
          <a:p>
            <a:pPr lvl="1" rtl="0" algn="l">
              <a:spcAft>
                <a:spcPts val="700"/>
              </a:spcAft>
            </a:pPr>
            <a:r>
              <a:rPr sz="1600" b="1" i="0" lang="en-US">
                <a:solidFill>
                  <a:srgbClr val="0F7A3D"/>
                </a:solidFill>
                <a:latin typeface="Segoe UI"/>
              </a:rPr>
              <a:t>✔ Were you at the hospital last night?</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Was he at school yesterday?</a:t>
            </a:r>
          </a:p>
          <a:p>
            <a:pPr rtl="0" algn="l">
              <a:spcAft>
                <a:spcPts val="800"/>
              </a:spcAft>
            </a:pPr>
            <a:r>
              <a:rPr sz="1800" b="0" i="0" lang="en-US">
                <a:solidFill>
                  <a:srgbClr val="1C2333"/>
                </a:solidFill>
                <a:latin typeface="Segoe UI"/>
              </a:rPr>
              <a:t>2) Were you playing last night?</a:t>
            </a:r>
          </a:p>
          <a:p>
            <a:pPr rtl="0" algn="l">
              <a:spcAft>
                <a:spcPts val="800"/>
              </a:spcAft>
            </a:pPr>
            <a:r>
              <a:rPr sz="1800" b="0" i="0" lang="en-US">
                <a:solidFill>
                  <a:srgbClr val="1C2333"/>
                </a:solidFill>
                <a:latin typeface="Segoe UI"/>
              </a:rPr>
              <a:t>3) Was it thirsty yesterday?</a:t>
            </a:r>
          </a:p>
          <a:p>
            <a:pPr rtl="0" algn="l">
              <a:spcAft>
                <a:spcPts val="800"/>
              </a:spcAft>
            </a:pPr>
            <a:r>
              <a:rPr sz="1800" b="0" i="0" lang="en-US">
                <a:solidFill>
                  <a:srgbClr val="1C2333"/>
                </a:solidFill>
                <a:latin typeface="Segoe UI"/>
              </a:rPr>
              <a:t>4) Were they happy last night?</a:t>
            </a:r>
          </a:p>
          <a:p>
            <a:pPr rtl="0" algn="l">
              <a:spcAft>
                <a:spcPts val="800"/>
              </a:spcAft>
            </a:pPr>
            <a:r>
              <a:rPr sz="1800" b="0" i="0" lang="en-US">
                <a:solidFill>
                  <a:srgbClr val="1C2333"/>
                </a:solidFill>
                <a:latin typeface="Segoe UI"/>
              </a:rPr>
              <a:t>5) Was Sara at the hospital yesterday?</a:t>
            </a:r>
          </a:p>
          <a:p>
            <a:pPr rtl="0" algn="l">
              <a:spcAft>
                <a:spcPts val="800"/>
              </a:spcAft>
            </a:pPr>
            <a:r>
              <a:rPr sz="1800" b="0" i="0" lang="en-US">
                <a:solidFill>
                  <a:srgbClr val="1C2333"/>
                </a:solidFill>
                <a:latin typeface="Segoe UI"/>
              </a:rPr>
              <a:t>6) Were lions hungry yesterday?</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Was he at school yesterday?</a:t>
            </a:r>
          </a:p>
          <a:p>
            <a:pPr lvl="1" rtl="0" algn="l">
              <a:spcAft>
                <a:spcPts val="700"/>
              </a:spcAft>
            </a:pPr>
            <a:r>
              <a:rPr sz="1600" b="1" i="0" lang="en-US">
                <a:solidFill>
                  <a:srgbClr val="0F7A3D"/>
                </a:solidFill>
                <a:latin typeface="Segoe UI"/>
              </a:rPr>
              <a:t>✔ Yes, he was. / No, he wasn't.</a:t>
            </a:r>
          </a:p>
          <a:p>
            <a:pPr rtl="0" algn="l">
              <a:spcAft>
                <a:spcPts val="300"/>
              </a:spcAft>
            </a:pPr>
            <a:r>
              <a:rPr sz="1700" b="0" i="0" lang="en-US">
                <a:solidFill>
                  <a:srgbClr val="1C2333"/>
                </a:solidFill>
                <a:latin typeface="Segoe UI"/>
              </a:rPr>
              <a:t>2) Were you playing last night?</a:t>
            </a:r>
          </a:p>
          <a:p>
            <a:pPr lvl="1" rtl="0" algn="l">
              <a:spcAft>
                <a:spcPts val="700"/>
              </a:spcAft>
            </a:pPr>
            <a:r>
              <a:rPr sz="1600" b="1" i="0" lang="en-US">
                <a:solidFill>
                  <a:srgbClr val="0F7A3D"/>
                </a:solidFill>
                <a:latin typeface="Segoe UI"/>
              </a:rPr>
              <a:t>✔ Yes, I was. / No, I wasn't.</a:t>
            </a:r>
          </a:p>
          <a:p>
            <a:pPr rtl="0" algn="l">
              <a:spcAft>
                <a:spcPts val="300"/>
              </a:spcAft>
            </a:pPr>
            <a:r>
              <a:rPr sz="1700" b="0" i="0" lang="en-US">
                <a:solidFill>
                  <a:srgbClr val="1C2333"/>
                </a:solidFill>
                <a:latin typeface="Segoe UI"/>
              </a:rPr>
              <a:t>3) Was it thirsty yesterday?</a:t>
            </a:r>
          </a:p>
          <a:p>
            <a:pPr lvl="1" rtl="0" algn="l">
              <a:spcAft>
                <a:spcPts val="700"/>
              </a:spcAft>
            </a:pPr>
            <a:r>
              <a:rPr sz="1600" b="1" i="0" lang="en-US">
                <a:solidFill>
                  <a:srgbClr val="0F7A3D"/>
                </a:solidFill>
                <a:latin typeface="Segoe UI"/>
              </a:rPr>
              <a:t>✔ Yes, it was. / No, it wasn't.</a:t>
            </a:r>
          </a:p>
          <a:p>
            <a:pPr rtl="0" algn="l">
              <a:spcAft>
                <a:spcPts val="300"/>
              </a:spcAft>
            </a:pPr>
            <a:r>
              <a:rPr sz="1700" b="0" i="0" lang="en-US">
                <a:solidFill>
                  <a:srgbClr val="1C2333"/>
                </a:solidFill>
                <a:latin typeface="Segoe UI"/>
              </a:rPr>
              <a:t>4) Were they happy last night?</a:t>
            </a:r>
          </a:p>
          <a:p>
            <a:pPr lvl="1" rtl="0" algn="l">
              <a:spcAft>
                <a:spcPts val="700"/>
              </a:spcAft>
            </a:pPr>
            <a:r>
              <a:rPr sz="1600" b="1" i="0" lang="en-US">
                <a:solidFill>
                  <a:srgbClr val="0F7A3D"/>
                </a:solidFill>
                <a:latin typeface="Segoe UI"/>
              </a:rPr>
              <a:t>✔ Yes, they were. / No, they weren't.</a:t>
            </a:r>
          </a:p>
          <a:p>
            <a:pPr rtl="0" algn="l">
              <a:spcAft>
                <a:spcPts val="300"/>
              </a:spcAft>
            </a:pPr>
            <a:r>
              <a:rPr sz="1700" b="0" i="0" lang="en-US">
                <a:solidFill>
                  <a:srgbClr val="1C2333"/>
                </a:solidFill>
                <a:latin typeface="Segoe UI"/>
              </a:rPr>
              <a:t>5) Was Sara at the hospital yesterday?</a:t>
            </a:r>
          </a:p>
          <a:p>
            <a:pPr lvl="1" rtl="0" algn="l">
              <a:spcAft>
                <a:spcPts val="700"/>
              </a:spcAft>
            </a:pPr>
            <a:r>
              <a:rPr sz="1600" b="1" i="0" lang="en-US">
                <a:solidFill>
                  <a:srgbClr val="0F7A3D"/>
                </a:solidFill>
                <a:latin typeface="Segoe UI"/>
              </a:rPr>
              <a:t>✔ Yes, she was. / No, she wasn't.</a:t>
            </a:r>
          </a:p>
          <a:p>
            <a:pPr rtl="0" algn="l">
              <a:spcAft>
                <a:spcPts val="300"/>
              </a:spcAft>
            </a:pPr>
            <a:r>
              <a:rPr sz="1700" b="0" i="0" lang="en-US">
                <a:solidFill>
                  <a:srgbClr val="1C2333"/>
                </a:solidFill>
                <a:latin typeface="Segoe UI"/>
              </a:rPr>
              <a:t>6) Were lions hungry yesterday?</a:t>
            </a:r>
          </a:p>
          <a:p>
            <a:pPr lvl="1" rtl="0" algn="l">
              <a:spcAft>
                <a:spcPts val="700"/>
              </a:spcAft>
            </a:pPr>
            <a:r>
              <a:rPr sz="1600" b="1" i="0" lang="en-US">
                <a:solidFill>
                  <a:srgbClr val="0F7A3D"/>
                </a:solidFill>
                <a:latin typeface="Segoe UI"/>
              </a:rPr>
              <a:t>✔ Yes, they were. / No, they weren't.</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Was he in the park last night?</a:t>
            </a:r>
          </a:p>
          <a:p>
            <a:pPr rtl="0" algn="l">
              <a:spcAft>
                <a:spcPts val="800"/>
              </a:spcAft>
            </a:pPr>
            <a:r>
              <a:rPr sz="1800" b="0" i="0" lang="en-US">
                <a:solidFill>
                  <a:srgbClr val="1C2333"/>
                </a:solidFill>
                <a:latin typeface="Segoe UI"/>
              </a:rPr>
              <a:t>8) Were you watching TV at 5 yesterday?</a:t>
            </a:r>
          </a:p>
          <a:p>
            <a:pPr rtl="0" algn="l">
              <a:spcAft>
                <a:spcPts val="800"/>
              </a:spcAft>
            </a:pPr>
            <a:r>
              <a:rPr sz="1800" b="0" i="0" lang="en-US">
                <a:solidFill>
                  <a:srgbClr val="1C2333"/>
                </a:solidFill>
                <a:latin typeface="Segoe UI"/>
              </a:rPr>
              <a:t>9) Were birds flying high in the sky?</a:t>
            </a:r>
          </a:p>
          <a:p>
            <a:pPr rtl="0" algn="l">
              <a:spcAft>
                <a:spcPts val="800"/>
              </a:spcAft>
            </a:pPr>
            <a:r>
              <a:rPr sz="1800" b="0" i="0" lang="en-US">
                <a:solidFill>
                  <a:srgbClr val="1C2333"/>
                </a:solidFill>
                <a:latin typeface="Segoe UI"/>
              </a:rPr>
              <a:t>10) Was she studying English?</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D)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Was he in the park last night?</a:t>
            </a:r>
          </a:p>
          <a:p>
            <a:pPr lvl="1" rtl="0" algn="l">
              <a:spcAft>
                <a:spcPts val="700"/>
              </a:spcAft>
            </a:pPr>
            <a:r>
              <a:rPr sz="1600" b="1" i="0" lang="en-US">
                <a:solidFill>
                  <a:srgbClr val="0F7A3D"/>
                </a:solidFill>
                <a:latin typeface="Segoe UI"/>
              </a:rPr>
              <a:t>✔ Yes, he was. / No, he wasn't.</a:t>
            </a:r>
          </a:p>
          <a:p>
            <a:pPr rtl="0" algn="l">
              <a:spcAft>
                <a:spcPts val="300"/>
              </a:spcAft>
            </a:pPr>
            <a:r>
              <a:rPr sz="1700" b="0" i="0" lang="en-US">
                <a:solidFill>
                  <a:srgbClr val="1C2333"/>
                </a:solidFill>
                <a:latin typeface="Segoe UI"/>
              </a:rPr>
              <a:t>8) Were you watching TV at 5 yesterday?</a:t>
            </a:r>
          </a:p>
          <a:p>
            <a:pPr lvl="1" rtl="0" algn="l">
              <a:spcAft>
                <a:spcPts val="700"/>
              </a:spcAft>
            </a:pPr>
            <a:r>
              <a:rPr sz="1600" b="1" i="0" lang="en-US">
                <a:solidFill>
                  <a:srgbClr val="0F7A3D"/>
                </a:solidFill>
                <a:latin typeface="Segoe UI"/>
              </a:rPr>
              <a:t>✔ Yes, I was. / No, I wasn't.</a:t>
            </a:r>
          </a:p>
          <a:p>
            <a:pPr rtl="0" algn="l">
              <a:spcAft>
                <a:spcPts val="300"/>
              </a:spcAft>
            </a:pPr>
            <a:r>
              <a:rPr sz="1700" b="0" i="0" lang="en-US">
                <a:solidFill>
                  <a:srgbClr val="1C2333"/>
                </a:solidFill>
                <a:latin typeface="Segoe UI"/>
              </a:rPr>
              <a:t>9) Were birds flying high in the sky?</a:t>
            </a:r>
          </a:p>
          <a:p>
            <a:pPr lvl="1" rtl="0" algn="l">
              <a:spcAft>
                <a:spcPts val="700"/>
              </a:spcAft>
            </a:pPr>
            <a:r>
              <a:rPr sz="1600" b="1" i="0" lang="en-US">
                <a:solidFill>
                  <a:srgbClr val="0F7A3D"/>
                </a:solidFill>
                <a:latin typeface="Segoe UI"/>
              </a:rPr>
              <a:t>✔ Yes, they were. / No, they weren't.</a:t>
            </a:r>
          </a:p>
          <a:p>
            <a:pPr rtl="0" algn="l">
              <a:spcAft>
                <a:spcPts val="300"/>
              </a:spcAft>
            </a:pPr>
            <a:r>
              <a:rPr sz="1700" b="0" i="0" lang="en-US">
                <a:solidFill>
                  <a:srgbClr val="1C2333"/>
                </a:solidFill>
                <a:latin typeface="Segoe UI"/>
              </a:rPr>
              <a:t>10) Was she studying English?</a:t>
            </a:r>
          </a:p>
          <a:p>
            <a:pPr lvl="1" rtl="0" algn="l">
              <a:spcAft>
                <a:spcPts val="700"/>
              </a:spcAft>
            </a:pPr>
            <a:r>
              <a:rPr sz="1600" b="1" i="0" lang="en-US">
                <a:solidFill>
                  <a:srgbClr val="0F7A3D"/>
                </a:solidFill>
                <a:latin typeface="Segoe UI"/>
              </a:rPr>
              <a:t>✔ Yes, she was. / No, she wasn't.</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No, they weren't at school yesterday.</a:t>
            </a:r>
          </a:p>
          <a:p>
            <a:pPr rtl="0" algn="l">
              <a:spcAft>
                <a:spcPts val="800"/>
              </a:spcAft>
            </a:pPr>
            <a:r>
              <a:rPr sz="1800" b="0" i="0" lang="en-US">
                <a:solidFill>
                  <a:srgbClr val="1C2333"/>
                </a:solidFill>
                <a:latin typeface="Segoe UI"/>
              </a:rPr>
              <a:t>2) Yes, she was at the garden last night.</a:t>
            </a:r>
          </a:p>
          <a:p>
            <a:pPr rtl="0" algn="l">
              <a:spcAft>
                <a:spcPts val="800"/>
              </a:spcAft>
            </a:pPr>
            <a:r>
              <a:rPr sz="1800" b="0" i="0" lang="en-US">
                <a:solidFill>
                  <a:srgbClr val="1C2333"/>
                </a:solidFill>
                <a:latin typeface="Segoe UI"/>
              </a:rPr>
              <a:t>3) No, there wasn't a bench in the park.</a:t>
            </a:r>
          </a:p>
          <a:p>
            <a:pPr rtl="0" algn="l">
              <a:spcAft>
                <a:spcPts val="800"/>
              </a:spcAft>
            </a:pPr>
            <a:r>
              <a:rPr sz="1800" b="0" i="0" lang="en-US">
                <a:solidFill>
                  <a:srgbClr val="1C2333"/>
                </a:solidFill>
                <a:latin typeface="Segoe UI"/>
              </a:rPr>
              <a:t>4) Yes, there were cars next to the school.</a:t>
            </a:r>
          </a:p>
          <a:p>
            <a:pPr rtl="0" algn="l">
              <a:spcAft>
                <a:spcPts val="800"/>
              </a:spcAft>
            </a:pPr>
            <a:r>
              <a:rPr sz="1800" b="0" i="0" lang="en-US">
                <a:solidFill>
                  <a:srgbClr val="1C2333"/>
                </a:solidFill>
                <a:latin typeface="Segoe UI"/>
              </a:rPr>
              <a:t>5) No, I wasn't listening to music.</a:t>
            </a:r>
          </a:p>
          <a:p>
            <a:pPr rtl="0" algn="l">
              <a:spcAft>
                <a:spcPts val="800"/>
              </a:spcAft>
            </a:pPr>
            <a:r>
              <a:rPr sz="1800" b="0" i="0" lang="en-US">
                <a:solidFill>
                  <a:srgbClr val="1C2333"/>
                </a:solidFill>
                <a:latin typeface="Segoe UI"/>
              </a:rPr>
              <a:t>6) Yes, she was a nurse.</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No, they weren't at school yesterday.</a:t>
            </a:r>
          </a:p>
          <a:p>
            <a:pPr lvl="1" rtl="0" algn="l">
              <a:spcAft>
                <a:spcPts val="700"/>
              </a:spcAft>
            </a:pPr>
            <a:r>
              <a:rPr sz="1600" b="1" i="0" lang="en-US">
                <a:solidFill>
                  <a:srgbClr val="0F7A3D"/>
                </a:solidFill>
                <a:latin typeface="Segoe UI"/>
              </a:rPr>
              <a:t>✔ Were they at school yesterday?</a:t>
            </a:r>
          </a:p>
          <a:p>
            <a:pPr rtl="0" algn="l">
              <a:spcAft>
                <a:spcPts val="300"/>
              </a:spcAft>
            </a:pPr>
            <a:r>
              <a:rPr sz="1700" b="0" i="0" lang="en-US">
                <a:solidFill>
                  <a:srgbClr val="1C2333"/>
                </a:solidFill>
                <a:latin typeface="Segoe UI"/>
              </a:rPr>
              <a:t>2) Yes, she was at the garden last night.</a:t>
            </a:r>
          </a:p>
          <a:p>
            <a:pPr lvl="1" rtl="0" algn="l">
              <a:spcAft>
                <a:spcPts val="700"/>
              </a:spcAft>
            </a:pPr>
            <a:r>
              <a:rPr sz="1600" b="1" i="0" lang="en-US">
                <a:solidFill>
                  <a:srgbClr val="0F7A3D"/>
                </a:solidFill>
                <a:latin typeface="Segoe UI"/>
              </a:rPr>
              <a:t>✔ Was she at the garden last night?</a:t>
            </a:r>
          </a:p>
          <a:p>
            <a:pPr rtl="0" algn="l">
              <a:spcAft>
                <a:spcPts val="300"/>
              </a:spcAft>
            </a:pPr>
            <a:r>
              <a:rPr sz="1700" b="0" i="0" lang="en-US">
                <a:solidFill>
                  <a:srgbClr val="1C2333"/>
                </a:solidFill>
                <a:latin typeface="Segoe UI"/>
              </a:rPr>
              <a:t>3) No, there wasn't a bench in the park.</a:t>
            </a:r>
          </a:p>
          <a:p>
            <a:pPr lvl="1" rtl="0" algn="l">
              <a:spcAft>
                <a:spcPts val="700"/>
              </a:spcAft>
            </a:pPr>
            <a:r>
              <a:rPr sz="1600" b="1" i="0" lang="en-US">
                <a:solidFill>
                  <a:srgbClr val="0F7A3D"/>
                </a:solidFill>
                <a:latin typeface="Segoe UI"/>
              </a:rPr>
              <a:t>✔ Was there a bench in the park?</a:t>
            </a:r>
          </a:p>
          <a:p>
            <a:pPr rtl="0" algn="l">
              <a:spcAft>
                <a:spcPts val="300"/>
              </a:spcAft>
            </a:pPr>
            <a:r>
              <a:rPr sz="1700" b="0" i="0" lang="en-US">
                <a:solidFill>
                  <a:srgbClr val="1C2333"/>
                </a:solidFill>
                <a:latin typeface="Segoe UI"/>
              </a:rPr>
              <a:t>4) Yes, there were cars next to the school.</a:t>
            </a:r>
          </a:p>
          <a:p>
            <a:pPr lvl="1" rtl="0" algn="l">
              <a:spcAft>
                <a:spcPts val="700"/>
              </a:spcAft>
            </a:pPr>
            <a:r>
              <a:rPr sz="1600" b="1" i="0" lang="en-US">
                <a:solidFill>
                  <a:srgbClr val="0F7A3D"/>
                </a:solidFill>
                <a:latin typeface="Segoe UI"/>
              </a:rPr>
              <a:t>✔ Were there cars next to the school?</a:t>
            </a:r>
          </a:p>
          <a:p>
            <a:pPr rtl="0" algn="l">
              <a:spcAft>
                <a:spcPts val="300"/>
              </a:spcAft>
            </a:pPr>
            <a:r>
              <a:rPr sz="1700" b="0" i="0" lang="en-US">
                <a:solidFill>
                  <a:srgbClr val="1C2333"/>
                </a:solidFill>
                <a:latin typeface="Segoe UI"/>
              </a:rPr>
              <a:t>5) No, I wasn't listening to music.</a:t>
            </a:r>
          </a:p>
          <a:p>
            <a:pPr lvl="1" rtl="0" algn="l">
              <a:spcAft>
                <a:spcPts val="700"/>
              </a:spcAft>
            </a:pPr>
            <a:r>
              <a:rPr sz="1600" b="1" i="0" lang="en-US">
                <a:solidFill>
                  <a:srgbClr val="0F7A3D"/>
                </a:solidFill>
                <a:latin typeface="Segoe UI"/>
              </a:rPr>
              <a:t>✔ Were you listening to music?</a:t>
            </a:r>
          </a:p>
          <a:p>
            <a:pPr rtl="0" algn="l">
              <a:spcAft>
                <a:spcPts val="300"/>
              </a:spcAft>
            </a:pPr>
            <a:r>
              <a:rPr sz="1700" b="0" i="0" lang="en-US">
                <a:solidFill>
                  <a:srgbClr val="1C2333"/>
                </a:solidFill>
                <a:latin typeface="Segoe UI"/>
              </a:rPr>
              <a:t>6) Yes, she was a nurse.</a:t>
            </a:r>
          </a:p>
          <a:p>
            <a:pPr lvl="1" rtl="0" algn="l">
              <a:spcAft>
                <a:spcPts val="700"/>
              </a:spcAft>
            </a:pPr>
            <a:r>
              <a:rPr sz="1600" b="1" i="0" lang="en-US">
                <a:solidFill>
                  <a:srgbClr val="0F7A3D"/>
                </a:solidFill>
                <a:latin typeface="Segoe UI"/>
              </a:rPr>
              <a:t>✔ Was she a nurse?</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No, it wasn't hungry last night.</a:t>
            </a:r>
          </a:p>
          <a:p>
            <a:pPr rtl="0" algn="l">
              <a:spcAft>
                <a:spcPts val="800"/>
              </a:spcAft>
            </a:pPr>
            <a:r>
              <a:rPr sz="1800" b="0" i="0" lang="en-US">
                <a:solidFill>
                  <a:srgbClr val="1C2333"/>
                </a:solidFill>
                <a:latin typeface="Segoe UI"/>
              </a:rPr>
              <a:t>8) Yes, he was a dentist.</a:t>
            </a:r>
          </a:p>
          <a:p>
            <a:pPr rtl="0" algn="l">
              <a:spcAft>
                <a:spcPts val="800"/>
              </a:spcAft>
            </a:pPr>
            <a:r>
              <a:rPr sz="1800" b="0" i="0" lang="en-US">
                <a:solidFill>
                  <a:srgbClr val="1C2333"/>
                </a:solidFill>
                <a:latin typeface="Segoe UI"/>
              </a:rPr>
              <a:t>9) No, we weren't watching TV last night.</a:t>
            </a:r>
          </a:p>
          <a:p>
            <a:pPr rtl="0" algn="l">
              <a:spcAft>
                <a:spcPts val="800"/>
              </a:spcAft>
            </a:pPr>
            <a:r>
              <a:rPr sz="1800" b="0" i="0" lang="en-US">
                <a:solidFill>
                  <a:srgbClr val="1C2333"/>
                </a:solidFill>
                <a:latin typeface="Segoe UI"/>
              </a:rPr>
              <a:t>10) Yes, lions were thirsty yesterday.</a:t>
            </a:r>
          </a:p>
          <a:p>
            <a:pPr rtl="0" algn="l">
              <a:spcAft>
                <a:spcPts val="800"/>
              </a:spcAft>
            </a:pPr>
            <a:r>
              <a:rPr sz="1800" b="0" i="0" lang="en-US">
                <a:solidFill>
                  <a:srgbClr val="1C2333"/>
                </a:solidFill>
                <a:latin typeface="Segoe UI"/>
              </a:rPr>
              <a:t>11) No, my mum wasn't angry yesterday.</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E) Make a question for these answers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No, it wasn't hungry last night.</a:t>
            </a:r>
          </a:p>
          <a:p>
            <a:pPr lvl="1" rtl="0" algn="l">
              <a:spcAft>
                <a:spcPts val="700"/>
              </a:spcAft>
            </a:pPr>
            <a:r>
              <a:rPr sz="1600" b="1" i="0" lang="en-US">
                <a:solidFill>
                  <a:srgbClr val="0F7A3D"/>
                </a:solidFill>
                <a:latin typeface="Segoe UI"/>
              </a:rPr>
              <a:t>✔ Was it hungry last night?</a:t>
            </a:r>
          </a:p>
          <a:p>
            <a:pPr rtl="0" algn="l">
              <a:spcAft>
                <a:spcPts val="300"/>
              </a:spcAft>
            </a:pPr>
            <a:r>
              <a:rPr sz="1700" b="0" i="0" lang="en-US">
                <a:solidFill>
                  <a:srgbClr val="1C2333"/>
                </a:solidFill>
                <a:latin typeface="Segoe UI"/>
              </a:rPr>
              <a:t>8) Yes, he was a dentist.</a:t>
            </a:r>
          </a:p>
          <a:p>
            <a:pPr lvl="1" rtl="0" algn="l">
              <a:spcAft>
                <a:spcPts val="700"/>
              </a:spcAft>
            </a:pPr>
            <a:r>
              <a:rPr sz="1600" b="1" i="0" lang="en-US">
                <a:solidFill>
                  <a:srgbClr val="0F7A3D"/>
                </a:solidFill>
                <a:latin typeface="Segoe UI"/>
              </a:rPr>
              <a:t>✔ Was he a dentist?</a:t>
            </a:r>
          </a:p>
          <a:p>
            <a:pPr rtl="0" algn="l">
              <a:spcAft>
                <a:spcPts val="300"/>
              </a:spcAft>
            </a:pPr>
            <a:r>
              <a:rPr sz="1700" b="0" i="0" lang="en-US">
                <a:solidFill>
                  <a:srgbClr val="1C2333"/>
                </a:solidFill>
                <a:latin typeface="Segoe UI"/>
              </a:rPr>
              <a:t>9) No, we weren't watching TV last night.</a:t>
            </a:r>
          </a:p>
          <a:p>
            <a:pPr lvl="1" rtl="0" algn="l">
              <a:spcAft>
                <a:spcPts val="700"/>
              </a:spcAft>
            </a:pPr>
            <a:r>
              <a:rPr sz="1600" b="1" i="0" lang="en-US">
                <a:solidFill>
                  <a:srgbClr val="0F7A3D"/>
                </a:solidFill>
                <a:latin typeface="Segoe UI"/>
              </a:rPr>
              <a:t>✔ Were you watching TV last night?</a:t>
            </a:r>
          </a:p>
          <a:p>
            <a:pPr rtl="0" algn="l">
              <a:spcAft>
                <a:spcPts val="300"/>
              </a:spcAft>
            </a:pPr>
            <a:r>
              <a:rPr sz="1700" b="0" i="0" lang="en-US">
                <a:solidFill>
                  <a:srgbClr val="1C2333"/>
                </a:solidFill>
                <a:latin typeface="Segoe UI"/>
              </a:rPr>
              <a:t>10) Yes, lions were thirsty yesterday.</a:t>
            </a:r>
          </a:p>
          <a:p>
            <a:pPr lvl="1" rtl="0" algn="l">
              <a:spcAft>
                <a:spcPts val="700"/>
              </a:spcAft>
            </a:pPr>
            <a:r>
              <a:rPr sz="1600" b="1" i="0" lang="en-US">
                <a:solidFill>
                  <a:srgbClr val="0F7A3D"/>
                </a:solidFill>
                <a:latin typeface="Segoe UI"/>
              </a:rPr>
              <a:t>✔ Were lions thirsty yesterday?</a:t>
            </a:r>
          </a:p>
          <a:p>
            <a:pPr rtl="0" algn="l">
              <a:spcAft>
                <a:spcPts val="300"/>
              </a:spcAft>
            </a:pPr>
            <a:r>
              <a:rPr sz="1700" b="0" i="0" lang="en-US">
                <a:solidFill>
                  <a:srgbClr val="1C2333"/>
                </a:solidFill>
                <a:latin typeface="Segoe UI"/>
              </a:rPr>
              <a:t>11) No, my mum wasn't angry yesterday.</a:t>
            </a:r>
          </a:p>
          <a:p>
            <a:pPr lvl="1" rtl="0" algn="l">
              <a:spcAft>
                <a:spcPts val="700"/>
              </a:spcAft>
            </a:pPr>
            <a:r>
              <a:rPr sz="1600" b="1" i="0" lang="en-US">
                <a:solidFill>
                  <a:srgbClr val="0F7A3D"/>
                </a:solidFill>
                <a:latin typeface="Segoe UI"/>
              </a:rPr>
              <a:t>✔ Was your mum angry yesterday?</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 school – Were – yesterday – at?</a:t>
            </a:r>
          </a:p>
          <a:p>
            <a:pPr rtl="0" algn="l">
              <a:spcAft>
                <a:spcPts val="800"/>
              </a:spcAft>
            </a:pPr>
            <a:r>
              <a:rPr sz="1800" b="0" i="0" lang="en-US">
                <a:solidFill>
                  <a:srgbClr val="1C2333"/>
                </a:solidFill>
                <a:latin typeface="Segoe UI"/>
              </a:rPr>
              <a:t>2) busy – was – night – She – last.</a:t>
            </a:r>
          </a:p>
          <a:p>
            <a:pPr rtl="0" algn="l">
              <a:spcAft>
                <a:spcPts val="800"/>
              </a:spcAft>
            </a:pPr>
            <a:r>
              <a:rPr sz="1800" b="0" i="0" lang="en-US">
                <a:solidFill>
                  <a:srgbClr val="1C2333"/>
                </a:solidFill>
                <a:latin typeface="Segoe UI"/>
              </a:rPr>
              <a:t>3) playing – and – Rody – yesterday – Rawan – were.</a:t>
            </a:r>
          </a:p>
          <a:p>
            <a:pPr rtl="0" algn="l">
              <a:spcAft>
                <a:spcPts val="800"/>
              </a:spcAft>
            </a:pPr>
            <a:r>
              <a:rPr sz="1800" b="0" i="0" lang="en-US">
                <a:solidFill>
                  <a:srgbClr val="1C2333"/>
                </a:solidFill>
                <a:latin typeface="Segoe UI"/>
              </a:rPr>
              <a:t>4) were – yesterday – Where – you?</a:t>
            </a:r>
          </a:p>
          <a:p>
            <a:pPr rtl="0" algn="l">
              <a:spcAft>
                <a:spcPts val="800"/>
              </a:spcAft>
            </a:pPr>
            <a:r>
              <a:rPr sz="1800" b="0" i="0" lang="en-US">
                <a:solidFill>
                  <a:srgbClr val="1C2333"/>
                </a:solidFill>
                <a:latin typeface="Segoe UI"/>
              </a:rPr>
              <a:t>5) week – was – I – last – the library – at.</a:t>
            </a:r>
          </a:p>
          <a:p>
            <a:pPr rtl="0" algn="l">
              <a:spcAft>
                <a:spcPts val="800"/>
              </a:spcAft>
            </a:pPr>
            <a:r>
              <a:rPr sz="1800" b="0" i="0" lang="en-US">
                <a:solidFill>
                  <a:srgbClr val="1C2333"/>
                </a:solidFill>
                <a:latin typeface="Segoe UI"/>
              </a:rPr>
              <a:t>6) weren't – We – late – yesterday.</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 school – Were – yesterday – at?</a:t>
            </a:r>
          </a:p>
          <a:p>
            <a:pPr lvl="1" rtl="0" algn="l">
              <a:spcAft>
                <a:spcPts val="700"/>
              </a:spcAft>
            </a:pPr>
            <a:r>
              <a:rPr sz="1600" b="1" i="0" lang="en-US">
                <a:solidFill>
                  <a:srgbClr val="0F7A3D"/>
                </a:solidFill>
                <a:latin typeface="Segoe UI"/>
              </a:rPr>
              <a:t>✔ Were they at school yesterday?</a:t>
            </a:r>
          </a:p>
          <a:p>
            <a:pPr rtl="0" algn="l">
              <a:spcAft>
                <a:spcPts val="300"/>
              </a:spcAft>
            </a:pPr>
            <a:r>
              <a:rPr sz="1700" b="0" i="0" lang="en-US">
                <a:solidFill>
                  <a:srgbClr val="1C2333"/>
                </a:solidFill>
                <a:latin typeface="Segoe UI"/>
              </a:rPr>
              <a:t>2) busy – was – night – She – last.</a:t>
            </a:r>
          </a:p>
          <a:p>
            <a:pPr lvl="1" rtl="0" algn="l">
              <a:spcAft>
                <a:spcPts val="700"/>
              </a:spcAft>
            </a:pPr>
            <a:r>
              <a:rPr sz="1600" b="1" i="0" lang="en-US">
                <a:solidFill>
                  <a:srgbClr val="0F7A3D"/>
                </a:solidFill>
                <a:latin typeface="Segoe UI"/>
              </a:rPr>
              <a:t>✔ She was busy last night.</a:t>
            </a:r>
          </a:p>
          <a:p>
            <a:pPr rtl="0" algn="l">
              <a:spcAft>
                <a:spcPts val="300"/>
              </a:spcAft>
            </a:pPr>
            <a:r>
              <a:rPr sz="1700" b="0" i="0" lang="en-US">
                <a:solidFill>
                  <a:srgbClr val="1C2333"/>
                </a:solidFill>
                <a:latin typeface="Segoe UI"/>
              </a:rPr>
              <a:t>3) playing – and – Rody – yesterday – Rawan – were.</a:t>
            </a:r>
          </a:p>
          <a:p>
            <a:pPr lvl="1" rtl="0" algn="l">
              <a:spcAft>
                <a:spcPts val="700"/>
              </a:spcAft>
            </a:pPr>
            <a:r>
              <a:rPr sz="1600" b="1" i="0" lang="en-US">
                <a:solidFill>
                  <a:srgbClr val="0F7A3D"/>
                </a:solidFill>
                <a:latin typeface="Segoe UI"/>
              </a:rPr>
              <a:t>✔ Rody and Rawan were playing yesterday.</a:t>
            </a:r>
          </a:p>
          <a:p>
            <a:pPr rtl="0" algn="l">
              <a:spcAft>
                <a:spcPts val="300"/>
              </a:spcAft>
            </a:pPr>
            <a:r>
              <a:rPr sz="1700" b="0" i="0" lang="en-US">
                <a:solidFill>
                  <a:srgbClr val="1C2333"/>
                </a:solidFill>
                <a:latin typeface="Segoe UI"/>
              </a:rPr>
              <a:t>4) were – yesterday – Where – you?</a:t>
            </a:r>
          </a:p>
          <a:p>
            <a:pPr lvl="1" rtl="0" algn="l">
              <a:spcAft>
                <a:spcPts val="700"/>
              </a:spcAft>
            </a:pPr>
            <a:r>
              <a:rPr sz="1600" b="1" i="0" lang="en-US">
                <a:solidFill>
                  <a:srgbClr val="0F7A3D"/>
                </a:solidFill>
                <a:latin typeface="Segoe UI"/>
              </a:rPr>
              <a:t>✔ Where were you yesterday?</a:t>
            </a:r>
          </a:p>
          <a:p>
            <a:pPr rtl="0" algn="l">
              <a:spcAft>
                <a:spcPts val="300"/>
              </a:spcAft>
            </a:pPr>
            <a:r>
              <a:rPr sz="1700" b="0" i="0" lang="en-US">
                <a:solidFill>
                  <a:srgbClr val="1C2333"/>
                </a:solidFill>
                <a:latin typeface="Segoe UI"/>
              </a:rPr>
              <a:t>5) week – was – I – last – the library – at.</a:t>
            </a:r>
          </a:p>
          <a:p>
            <a:pPr lvl="1" rtl="0" algn="l">
              <a:spcAft>
                <a:spcPts val="700"/>
              </a:spcAft>
            </a:pPr>
            <a:r>
              <a:rPr sz="1600" b="1" i="0" lang="en-US">
                <a:solidFill>
                  <a:srgbClr val="0F7A3D"/>
                </a:solidFill>
                <a:latin typeface="Segoe UI"/>
              </a:rPr>
              <a:t>✔ I was at the library last week.</a:t>
            </a:r>
          </a:p>
          <a:p>
            <a:pPr rtl="0" algn="l">
              <a:spcAft>
                <a:spcPts val="300"/>
              </a:spcAft>
            </a:pPr>
            <a:r>
              <a:rPr sz="1700" b="0" i="0" lang="en-US">
                <a:solidFill>
                  <a:srgbClr val="1C2333"/>
                </a:solidFill>
                <a:latin typeface="Segoe UI"/>
              </a:rPr>
              <a:t>6) weren't – We – late – yesterday.</a:t>
            </a:r>
          </a:p>
          <a:p>
            <a:pPr lvl="1" rtl="0" algn="l">
              <a:spcAft>
                <a:spcPts val="700"/>
              </a:spcAft>
            </a:pPr>
            <a:r>
              <a:rPr sz="1600" b="1" i="0" lang="en-US">
                <a:solidFill>
                  <a:srgbClr val="0F7A3D"/>
                </a:solidFill>
                <a:latin typeface="Segoe UI"/>
              </a:rPr>
              <a:t>✔ We weren't late yesterday.</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happy – Was – night – Haneen – last?</a:t>
            </a:r>
          </a:p>
          <a:p>
            <a:pPr rtl="0" algn="l">
              <a:spcAft>
                <a:spcPts val="800"/>
              </a:spcAft>
            </a:pPr>
            <a:r>
              <a:rPr sz="1800" b="0" i="0" lang="en-US">
                <a:solidFill>
                  <a:srgbClr val="1C2333"/>
                </a:solidFill>
                <a:latin typeface="Segoe UI"/>
              </a:rPr>
              <a:t>8) at – Were – the – you – party?</a:t>
            </a:r>
          </a:p>
          <a:p>
            <a:pPr rtl="0" algn="l">
              <a:spcAft>
                <a:spcPts val="800"/>
              </a:spcAft>
            </a:pPr>
            <a:r>
              <a:rPr sz="1800" b="0" i="0" lang="en-US">
                <a:solidFill>
                  <a:srgbClr val="1C2333"/>
                </a:solidFill>
                <a:latin typeface="Segoe UI"/>
              </a:rPr>
              <a:t>9) wasn't – It – thirsty – yesterday.</a:t>
            </a:r>
          </a:p>
          <a:p>
            <a:pPr rtl="0" algn="l">
              <a:spcAft>
                <a:spcPts val="800"/>
              </a:spcAft>
            </a:pPr>
            <a:r>
              <a:rPr sz="1800" b="0" i="0" lang="en-US">
                <a:solidFill>
                  <a:srgbClr val="1C2333"/>
                </a:solidFill>
                <a:latin typeface="Segoe UI"/>
              </a:rPr>
              <a:t>10) wasn't – there – No, – park – a.</a:t>
            </a:r>
          </a:p>
          <a:p>
            <a:pPr rtl="0" algn="l">
              <a:spcAft>
                <a:spcPts val="800"/>
              </a:spcAft>
            </a:pPr>
            <a:r>
              <a:rPr sz="1800" b="0" i="0" lang="en-US">
                <a:solidFill>
                  <a:srgbClr val="1C2333"/>
                </a:solidFill>
                <a:latin typeface="Segoe UI"/>
              </a:rPr>
              <a:t>11) there – Was – school – a?</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F) Rearrange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happy – Was – night – Haneen – last?</a:t>
            </a:r>
          </a:p>
          <a:p>
            <a:pPr lvl="1" rtl="0" algn="l">
              <a:spcAft>
                <a:spcPts val="700"/>
              </a:spcAft>
            </a:pPr>
            <a:r>
              <a:rPr sz="1600" b="1" i="0" lang="en-US">
                <a:solidFill>
                  <a:srgbClr val="0F7A3D"/>
                </a:solidFill>
                <a:latin typeface="Segoe UI"/>
              </a:rPr>
              <a:t>✔ Was Haneen happy last night?</a:t>
            </a:r>
          </a:p>
          <a:p>
            <a:pPr rtl="0" algn="l">
              <a:spcAft>
                <a:spcPts val="300"/>
              </a:spcAft>
            </a:pPr>
            <a:r>
              <a:rPr sz="1700" b="0" i="0" lang="en-US">
                <a:solidFill>
                  <a:srgbClr val="1C2333"/>
                </a:solidFill>
                <a:latin typeface="Segoe UI"/>
              </a:rPr>
              <a:t>8) at – Were – the – you – party?</a:t>
            </a:r>
          </a:p>
          <a:p>
            <a:pPr lvl="1" rtl="0" algn="l">
              <a:spcAft>
                <a:spcPts val="700"/>
              </a:spcAft>
            </a:pPr>
            <a:r>
              <a:rPr sz="1600" b="1" i="0" lang="en-US">
                <a:solidFill>
                  <a:srgbClr val="0F7A3D"/>
                </a:solidFill>
                <a:latin typeface="Segoe UI"/>
              </a:rPr>
              <a:t>✔ Were you at the party?</a:t>
            </a:r>
          </a:p>
          <a:p>
            <a:pPr rtl="0" algn="l">
              <a:spcAft>
                <a:spcPts val="300"/>
              </a:spcAft>
            </a:pPr>
            <a:r>
              <a:rPr sz="1700" b="0" i="0" lang="en-US">
                <a:solidFill>
                  <a:srgbClr val="1C2333"/>
                </a:solidFill>
                <a:latin typeface="Segoe UI"/>
              </a:rPr>
              <a:t>9) wasn't – It – thirsty – yesterday.</a:t>
            </a:r>
          </a:p>
          <a:p>
            <a:pPr lvl="1" rtl="0" algn="l">
              <a:spcAft>
                <a:spcPts val="700"/>
              </a:spcAft>
            </a:pPr>
            <a:r>
              <a:rPr sz="1600" b="1" i="0" lang="en-US">
                <a:solidFill>
                  <a:srgbClr val="0F7A3D"/>
                </a:solidFill>
                <a:latin typeface="Segoe UI"/>
              </a:rPr>
              <a:t>✔ It wasn't thirsty yesterday.</a:t>
            </a:r>
          </a:p>
          <a:p>
            <a:pPr rtl="0" algn="l">
              <a:spcAft>
                <a:spcPts val="300"/>
              </a:spcAft>
            </a:pPr>
            <a:r>
              <a:rPr sz="1700" b="0" i="0" lang="en-US">
                <a:solidFill>
                  <a:srgbClr val="1C2333"/>
                </a:solidFill>
                <a:latin typeface="Segoe UI"/>
              </a:rPr>
              <a:t>10) wasn't – there – No, – park – a.</a:t>
            </a:r>
          </a:p>
          <a:p>
            <a:pPr lvl="1" rtl="0" algn="l">
              <a:spcAft>
                <a:spcPts val="700"/>
              </a:spcAft>
            </a:pPr>
            <a:r>
              <a:rPr sz="1600" b="1" i="0" lang="en-US">
                <a:solidFill>
                  <a:srgbClr val="0F7A3D"/>
                </a:solidFill>
                <a:latin typeface="Segoe UI"/>
              </a:rPr>
              <a:t>✔ No, there wasn't a park.</a:t>
            </a:r>
          </a:p>
          <a:p>
            <a:pPr rtl="0" algn="l">
              <a:spcAft>
                <a:spcPts val="300"/>
              </a:spcAft>
            </a:pPr>
            <a:r>
              <a:rPr sz="1700" b="0" i="0" lang="en-US">
                <a:solidFill>
                  <a:srgbClr val="1C2333"/>
                </a:solidFill>
                <a:latin typeface="Segoe UI"/>
              </a:rPr>
              <a:t>11) there – Was – school – a?</a:t>
            </a:r>
          </a:p>
          <a:p>
            <a:pPr lvl="1" rtl="0" algn="l">
              <a:spcAft>
                <a:spcPts val="700"/>
              </a:spcAft>
            </a:pPr>
            <a:r>
              <a:rPr sz="1600" b="1" i="0" lang="en-US">
                <a:solidFill>
                  <a:srgbClr val="0F7A3D"/>
                </a:solidFill>
                <a:latin typeface="Segoe UI"/>
              </a:rPr>
              <a:t>✔ Was there a school?</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 they at the park yesterday?   (Was – Were – Is)</a:t>
            </a:r>
          </a:p>
          <a:p>
            <a:pPr rtl="0" algn="l">
              <a:spcAft>
                <a:spcPts val="800"/>
              </a:spcAft>
            </a:pPr>
            <a:r>
              <a:rPr sz="1800" b="0" i="0" lang="en-US">
                <a:solidFill>
                  <a:srgbClr val="1C2333"/>
                </a:solidFill>
                <a:latin typeface="Segoe UI"/>
              </a:rPr>
              <a:t>2) I …… playing football last night.   (am – was – were)</a:t>
            </a:r>
          </a:p>
          <a:p>
            <a:pPr rtl="0" algn="l">
              <a:spcAft>
                <a:spcPts val="800"/>
              </a:spcAft>
            </a:pPr>
            <a:r>
              <a:rPr sz="1800" b="0" i="0" lang="en-US">
                <a:solidFill>
                  <a:srgbClr val="1C2333"/>
                </a:solidFill>
                <a:latin typeface="Segoe UI"/>
              </a:rPr>
              <a:t>3) …… were happy yesterday.   (He – She – We)</a:t>
            </a:r>
          </a:p>
          <a:p>
            <a:pPr rtl="0" algn="l">
              <a:spcAft>
                <a:spcPts val="800"/>
              </a:spcAft>
            </a:pPr>
            <a:r>
              <a:rPr sz="1800" b="0" i="0" lang="en-US">
                <a:solidFill>
                  <a:srgbClr val="1C2333"/>
                </a:solidFill>
                <a:latin typeface="Segoe UI"/>
              </a:rPr>
              <a:t>4) He …… tired after the match.   (was – are – were)</a:t>
            </a:r>
          </a:p>
          <a:p>
            <a:pPr rtl="0" algn="l">
              <a:spcAft>
                <a:spcPts val="800"/>
              </a:spcAft>
            </a:pPr>
            <a:r>
              <a:rPr sz="1800" b="0" i="0" lang="en-US">
                <a:solidFill>
                  <a:srgbClr val="1C2333"/>
                </a:solidFill>
                <a:latin typeface="Segoe UI"/>
              </a:rPr>
              <a:t>5) Where …… they yesterday?   (was – are – were)</a:t>
            </a:r>
          </a:p>
          <a:p>
            <a:pPr rtl="0" algn="l">
              <a:spcAft>
                <a:spcPts val="800"/>
              </a:spcAft>
            </a:pPr>
            <a:r>
              <a:rPr sz="1800" b="0" i="0" lang="en-US">
                <a:solidFill>
                  <a:srgbClr val="1C2333"/>
                </a:solidFill>
                <a:latin typeface="Segoe UI"/>
              </a:rPr>
              <a:t>6) No, I …… not angry yesterday.   (is – was – were)</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 they at the park yesterday?   (Was – Were – Is)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2) I …… playing football last night.   (am – was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3) …… were happy yesterday.   (He – She – We)</a:t>
            </a:r>
          </a:p>
          <a:p>
            <a:pPr lvl="1" rtl="0" algn="l">
              <a:spcAft>
                <a:spcPts val="700"/>
              </a:spcAft>
            </a:pPr>
            <a:r>
              <a:rPr sz="1600" b="1" i="0" lang="en-US">
                <a:solidFill>
                  <a:srgbClr val="0F7A3D"/>
                </a:solidFill>
                <a:latin typeface="Segoe UI"/>
              </a:rPr>
              <a:t>✔ We</a:t>
            </a:r>
          </a:p>
          <a:p>
            <a:pPr rtl="0" algn="l">
              <a:spcAft>
                <a:spcPts val="300"/>
              </a:spcAft>
            </a:pPr>
            <a:r>
              <a:rPr sz="1700" b="0" i="0" lang="en-US">
                <a:solidFill>
                  <a:srgbClr val="1C2333"/>
                </a:solidFill>
                <a:latin typeface="Segoe UI"/>
              </a:rPr>
              <a:t>4) He …… tired after the match.   (was – are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5) Where …… they yesterday?   (was – are – were)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6) No, I …… not angry yesterday.   (is – was – were)</a:t>
            </a:r>
          </a:p>
          <a:p>
            <a:pPr lvl="1" rtl="0" algn="l">
              <a:spcAft>
                <a:spcPts val="700"/>
              </a:spcAft>
            </a:pPr>
            <a:r>
              <a:rPr sz="1600" b="1" i="0" lang="en-US">
                <a:solidFill>
                  <a:srgbClr val="0F7A3D"/>
                </a:solidFill>
                <a:latin typeface="Segoe UI"/>
              </a:rPr>
              <a:t>✔ was</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 it a good day?   (Are – Were – Was)</a:t>
            </a:r>
          </a:p>
          <a:p>
            <a:pPr rtl="0" algn="l">
              <a:spcAft>
                <a:spcPts val="800"/>
              </a:spcAft>
            </a:pPr>
            <a:r>
              <a:rPr sz="1800" b="0" i="0" lang="en-US">
                <a:solidFill>
                  <a:srgbClr val="1C2333"/>
                </a:solidFill>
                <a:latin typeface="Segoe UI"/>
              </a:rPr>
              <a:t>8) …… was sad last night.   (They – She – We)</a:t>
            </a:r>
          </a:p>
          <a:p>
            <a:pPr rtl="0" algn="l">
              <a:spcAft>
                <a:spcPts val="800"/>
              </a:spcAft>
            </a:pPr>
            <a:r>
              <a:rPr sz="1800" b="0" i="0" lang="en-US">
                <a:solidFill>
                  <a:srgbClr val="1C2333"/>
                </a:solidFill>
                <a:latin typeface="Segoe UI"/>
              </a:rPr>
              <a:t>9) They …… at home yesterday.   (were – are – was)</a:t>
            </a:r>
          </a:p>
          <a:p>
            <a:pPr rtl="0" algn="l">
              <a:spcAft>
                <a:spcPts val="800"/>
              </a:spcAft>
            </a:pPr>
            <a:r>
              <a:rPr sz="1800" b="0" i="0" lang="en-US">
                <a:solidFill>
                  <a:srgbClr val="1C2333"/>
                </a:solidFill>
                <a:latin typeface="Segoe UI"/>
              </a:rPr>
              <a:t>10) My parents …… proud of me.   (is – was – were)</a:t>
            </a:r>
          </a:p>
          <a:p>
            <a:pPr rtl="0" algn="l">
              <a:spcAft>
                <a:spcPts val="800"/>
              </a:spcAft>
            </a:pPr>
            <a:r>
              <a:rPr sz="1800" b="0" i="0" lang="en-US">
                <a:solidFill>
                  <a:srgbClr val="1C2333"/>
                </a:solidFill>
                <a:latin typeface="Segoe UI"/>
              </a:rPr>
              <a:t>11) The cat …… running fast.   (are – was – were)</a:t>
            </a:r>
          </a:p>
          <a:p>
            <a:pPr rtl="0" algn="l">
              <a:spcAft>
                <a:spcPts val="800"/>
              </a:spcAft>
            </a:pPr>
            <a:r>
              <a:rPr sz="1800" b="0" i="0" lang="en-US">
                <a:solidFill>
                  <a:srgbClr val="1C2333"/>
                </a:solidFill>
                <a:latin typeface="Segoe UI"/>
              </a:rPr>
              <a:t>12) We …… in Cairo last summer.   (are – was – were)</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 it a good day?   (Are – Were – Was)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8) …… was sad last night.   (They – She – We)</a:t>
            </a:r>
          </a:p>
          <a:p>
            <a:pPr lvl="1" rtl="0" algn="l">
              <a:spcAft>
                <a:spcPts val="700"/>
              </a:spcAft>
            </a:pPr>
            <a:r>
              <a:rPr sz="1600" b="1" i="0" lang="en-US">
                <a:solidFill>
                  <a:srgbClr val="0F7A3D"/>
                </a:solidFill>
                <a:latin typeface="Segoe UI"/>
              </a:rPr>
              <a:t>✔ She</a:t>
            </a:r>
          </a:p>
          <a:p>
            <a:pPr rtl="0" algn="l">
              <a:spcAft>
                <a:spcPts val="300"/>
              </a:spcAft>
            </a:pPr>
            <a:r>
              <a:rPr sz="1700" b="0" i="0" lang="en-US">
                <a:solidFill>
                  <a:srgbClr val="1C2333"/>
                </a:solidFill>
                <a:latin typeface="Segoe UI"/>
              </a:rPr>
              <a:t>9) They …… at home yesterday.   (were – are – was)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10) My parents …… proud of me.   (is – was – were)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11) The cat …… running fast.   (are – was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12) We …… in Cairo last summer.   (are – was – were)</a:t>
            </a:r>
          </a:p>
          <a:p>
            <a:pPr lvl="1" rtl="0" algn="l">
              <a:spcAft>
                <a:spcPts val="700"/>
              </a:spcAft>
            </a:pPr>
            <a:r>
              <a:rPr sz="1600" b="1" i="0" lang="en-US">
                <a:solidFill>
                  <a:srgbClr val="0F7A3D"/>
                </a:solidFill>
                <a:latin typeface="Segoe UI"/>
              </a:rPr>
              <a:t>✔ were</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The children …… in the park.   (is – were – was)</a:t>
            </a:r>
          </a:p>
          <a:p>
            <a:pPr rtl="0" algn="l">
              <a:spcAft>
                <a:spcPts val="800"/>
              </a:spcAft>
            </a:pPr>
            <a:r>
              <a:rPr sz="1800" b="0" i="0" lang="en-US">
                <a:solidFill>
                  <a:srgbClr val="1C2333"/>
                </a:solidFill>
                <a:latin typeface="Segoe UI"/>
              </a:rPr>
              <a:t>14) The weather …… hot yesterday.   (was – were – is)</a:t>
            </a:r>
          </a:p>
          <a:p>
            <a:pPr rtl="0" algn="l">
              <a:spcAft>
                <a:spcPts val="800"/>
              </a:spcAft>
            </a:pPr>
            <a:r>
              <a:rPr sz="1800" b="0" i="0" lang="en-US">
                <a:solidFill>
                  <a:srgbClr val="1C2333"/>
                </a:solidFill>
                <a:latin typeface="Segoe UI"/>
              </a:rPr>
              <a:t>15) You …… late yesterday.   (was – were – are)</a:t>
            </a:r>
          </a:p>
          <a:p>
            <a:pPr rtl="0" algn="l">
              <a:spcAft>
                <a:spcPts val="800"/>
              </a:spcAft>
            </a:pPr>
            <a:r>
              <a:rPr sz="1800" b="0" i="0" lang="en-US">
                <a:solidFill>
                  <a:srgbClr val="1C2333"/>
                </a:solidFill>
                <a:latin typeface="Segoe UI"/>
              </a:rPr>
              <a:t>16) …… he at the cinema?   (Were – Are – Was)</a:t>
            </a:r>
          </a:p>
          <a:p>
            <a:pPr rtl="0" algn="l">
              <a:spcAft>
                <a:spcPts val="800"/>
              </a:spcAft>
            </a:pPr>
            <a:r>
              <a:rPr sz="1800" b="0" i="0" lang="en-US">
                <a:solidFill>
                  <a:srgbClr val="1C2333"/>
                </a:solidFill>
                <a:latin typeface="Segoe UI"/>
              </a:rPr>
              <a:t>17) My mum …… at the hospital.   (was – are – were)</a:t>
            </a:r>
          </a:p>
          <a:p>
            <a:pPr rtl="0" algn="l">
              <a:spcAft>
                <a:spcPts val="800"/>
              </a:spcAft>
            </a:pPr>
            <a:r>
              <a:rPr sz="1800" b="0" i="0" lang="en-US">
                <a:solidFill>
                  <a:srgbClr val="1C2333"/>
                </a:solidFill>
                <a:latin typeface="Segoe UI"/>
              </a:rPr>
              <a:t>18) Yes, there …… a park.   (were – was – are)</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The children …… in the park.   (is – were – was)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14) The weather …… hot yesterday.   (was – were – is)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15) You …… late yesterday.   (was – were – are)</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16) …… he at the cinema?   (Were – Are – Was)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17) My mum …… at the hospital.   (was – are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18) Yes, there …… a park.   (were – was – are)</a:t>
            </a:r>
          </a:p>
          <a:p>
            <a:pPr lvl="1" rtl="0" algn="l">
              <a:spcAft>
                <a:spcPts val="700"/>
              </a:spcAft>
            </a:pPr>
            <a:r>
              <a:rPr sz="1600" b="1" i="0" lang="en-US">
                <a:solidFill>
                  <a:srgbClr val="0F7A3D"/>
                </a:solidFill>
                <a:latin typeface="Segoe UI"/>
              </a:rPr>
              <a:t>✔ was</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No, there …… not cars.   (were – was – is)</a:t>
            </a:r>
          </a:p>
          <a:p>
            <a:pPr rtl="0" algn="l">
              <a:spcAft>
                <a:spcPts val="800"/>
              </a:spcAft>
            </a:pPr>
            <a:r>
              <a:rPr sz="1800" b="0" i="0" lang="en-US">
                <a:solidFill>
                  <a:srgbClr val="1C2333"/>
                </a:solidFill>
                <a:latin typeface="Segoe UI"/>
              </a:rPr>
              <a:t>20) I …… busy last night.   (am – were – was)</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G) Choose the correct answer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No, there …… not cars.   (were – was – is)</a:t>
            </a:r>
          </a:p>
          <a:p>
            <a:pPr lvl="1" rtl="0" algn="l">
              <a:spcAft>
                <a:spcPts val="700"/>
              </a:spcAft>
            </a:pPr>
            <a:r>
              <a:rPr sz="1600" b="1" i="0" lang="en-US">
                <a:solidFill>
                  <a:srgbClr val="0F7A3D"/>
                </a:solidFill>
                <a:latin typeface="Segoe UI"/>
              </a:rPr>
              <a:t>✔ were</a:t>
            </a:r>
          </a:p>
          <a:p>
            <a:pPr rtl="0" algn="l">
              <a:spcAft>
                <a:spcPts val="300"/>
              </a:spcAft>
            </a:pPr>
            <a:r>
              <a:rPr sz="1700" b="0" i="0" lang="en-US">
                <a:solidFill>
                  <a:srgbClr val="1C2333"/>
                </a:solidFill>
                <a:latin typeface="Segoe UI"/>
              </a:rPr>
              <a:t>20) I …… busy last night.   (am – were – was)</a:t>
            </a:r>
          </a:p>
          <a:p>
            <a:pPr lvl="1" rtl="0" algn="l">
              <a:spcAft>
                <a:spcPts val="700"/>
              </a:spcAft>
            </a:pPr>
            <a:r>
              <a:rPr sz="1600" b="1" i="0" lang="en-US">
                <a:solidFill>
                  <a:srgbClr val="0F7A3D"/>
                </a:solidFill>
                <a:latin typeface="Segoe UI"/>
              </a:rPr>
              <a:t>✔ was</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was at the hospital yesterday.</a:t>
            </a:r>
          </a:p>
          <a:p>
            <a:pPr rtl="0" algn="l">
              <a:spcAft>
                <a:spcPts val="800"/>
              </a:spcAft>
            </a:pPr>
            <a:r>
              <a:rPr sz="1800" b="0" i="0" lang="en-US">
                <a:solidFill>
                  <a:srgbClr val="1C2333"/>
                </a:solidFill>
                <a:latin typeface="Segoe UI"/>
              </a:rPr>
              <a:t>2) She were at the hospital last night.</a:t>
            </a:r>
          </a:p>
          <a:p>
            <a:pPr rtl="0" algn="l">
              <a:spcAft>
                <a:spcPts val="800"/>
              </a:spcAft>
            </a:pPr>
            <a:r>
              <a:rPr sz="1800" b="0" i="0" lang="en-US">
                <a:solidFill>
                  <a:srgbClr val="1C2333"/>
                </a:solidFill>
                <a:latin typeface="Segoe UI"/>
              </a:rPr>
              <a:t>3) We was late for school yesterday.</a:t>
            </a:r>
          </a:p>
          <a:p>
            <a:pPr rtl="0" algn="l">
              <a:spcAft>
                <a:spcPts val="800"/>
              </a:spcAft>
            </a:pPr>
            <a:r>
              <a:rPr sz="1800" b="0" i="0" lang="en-US">
                <a:solidFill>
                  <a:srgbClr val="1C2333"/>
                </a:solidFill>
                <a:latin typeface="Segoe UI"/>
              </a:rPr>
              <a:t>4) I weren't at home last night.</a:t>
            </a:r>
          </a:p>
          <a:p>
            <a:pPr rtl="0" algn="l">
              <a:spcAft>
                <a:spcPts val="800"/>
              </a:spcAft>
            </a:pPr>
            <a:r>
              <a:rPr sz="1800" b="0" i="0" lang="en-US">
                <a:solidFill>
                  <a:srgbClr val="1C2333"/>
                </a:solidFill>
                <a:latin typeface="Segoe UI"/>
              </a:rPr>
              <a:t>5) He weren't happy about the test.</a:t>
            </a:r>
          </a:p>
          <a:p>
            <a:pPr rtl="0" algn="l">
              <a:spcAft>
                <a:spcPts val="800"/>
              </a:spcAft>
            </a:pPr>
            <a:r>
              <a:rPr sz="1800" b="0" i="0" lang="en-US">
                <a:solidFill>
                  <a:srgbClr val="1C2333"/>
                </a:solidFill>
                <a:latin typeface="Segoe UI"/>
              </a:rPr>
              <a:t>6) My brothers was on vacation last week.</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was at the hospital yesterday.</a:t>
            </a:r>
          </a:p>
          <a:p>
            <a:pPr lvl="1" rtl="0" algn="l">
              <a:spcAft>
                <a:spcPts val="700"/>
              </a:spcAft>
            </a:pPr>
            <a:r>
              <a:rPr sz="1600" b="1" i="0" lang="en-US">
                <a:solidFill>
                  <a:srgbClr val="0F7A3D"/>
                </a:solidFill>
                <a:latin typeface="Segoe UI"/>
              </a:rPr>
              <a:t>✔ They were at the hospital yesterday.</a:t>
            </a:r>
          </a:p>
          <a:p>
            <a:pPr rtl="0" algn="l">
              <a:spcAft>
                <a:spcPts val="300"/>
              </a:spcAft>
            </a:pPr>
            <a:r>
              <a:rPr sz="1700" b="0" i="0" lang="en-US">
                <a:solidFill>
                  <a:srgbClr val="1C2333"/>
                </a:solidFill>
                <a:latin typeface="Segoe UI"/>
              </a:rPr>
              <a:t>2) She were at the hospital last night.</a:t>
            </a:r>
          </a:p>
          <a:p>
            <a:pPr lvl="1" rtl="0" algn="l">
              <a:spcAft>
                <a:spcPts val="700"/>
              </a:spcAft>
            </a:pPr>
            <a:r>
              <a:rPr sz="1600" b="1" i="0" lang="en-US">
                <a:solidFill>
                  <a:srgbClr val="0F7A3D"/>
                </a:solidFill>
                <a:latin typeface="Segoe UI"/>
              </a:rPr>
              <a:t>✔ She was at the hospital last night.</a:t>
            </a:r>
          </a:p>
          <a:p>
            <a:pPr rtl="0" algn="l">
              <a:spcAft>
                <a:spcPts val="300"/>
              </a:spcAft>
            </a:pPr>
            <a:r>
              <a:rPr sz="1700" b="0" i="0" lang="en-US">
                <a:solidFill>
                  <a:srgbClr val="1C2333"/>
                </a:solidFill>
                <a:latin typeface="Segoe UI"/>
              </a:rPr>
              <a:t>3) We was late for school yesterday.</a:t>
            </a:r>
          </a:p>
          <a:p>
            <a:pPr lvl="1" rtl="0" algn="l">
              <a:spcAft>
                <a:spcPts val="700"/>
              </a:spcAft>
            </a:pPr>
            <a:r>
              <a:rPr sz="1600" b="1" i="0" lang="en-US">
                <a:solidFill>
                  <a:srgbClr val="0F7A3D"/>
                </a:solidFill>
                <a:latin typeface="Segoe UI"/>
              </a:rPr>
              <a:t>✔ We were late for school yesterday.</a:t>
            </a:r>
          </a:p>
          <a:p>
            <a:pPr rtl="0" algn="l">
              <a:spcAft>
                <a:spcPts val="300"/>
              </a:spcAft>
            </a:pPr>
            <a:r>
              <a:rPr sz="1700" b="0" i="0" lang="en-US">
                <a:solidFill>
                  <a:srgbClr val="1C2333"/>
                </a:solidFill>
                <a:latin typeface="Segoe UI"/>
              </a:rPr>
              <a:t>4) I weren't at home last night.</a:t>
            </a:r>
          </a:p>
          <a:p>
            <a:pPr lvl="1" rtl="0" algn="l">
              <a:spcAft>
                <a:spcPts val="700"/>
              </a:spcAft>
            </a:pPr>
            <a:r>
              <a:rPr sz="1600" b="1" i="0" lang="en-US">
                <a:solidFill>
                  <a:srgbClr val="0F7A3D"/>
                </a:solidFill>
                <a:latin typeface="Segoe UI"/>
              </a:rPr>
              <a:t>✔ I wasn't at home last night.</a:t>
            </a:r>
          </a:p>
          <a:p>
            <a:pPr rtl="0" algn="l">
              <a:spcAft>
                <a:spcPts val="300"/>
              </a:spcAft>
            </a:pPr>
            <a:r>
              <a:rPr sz="1700" b="0" i="0" lang="en-US">
                <a:solidFill>
                  <a:srgbClr val="1C2333"/>
                </a:solidFill>
                <a:latin typeface="Segoe UI"/>
              </a:rPr>
              <a:t>5) He weren't happy about the test.</a:t>
            </a:r>
          </a:p>
          <a:p>
            <a:pPr lvl="1" rtl="0" algn="l">
              <a:spcAft>
                <a:spcPts val="700"/>
              </a:spcAft>
            </a:pPr>
            <a:r>
              <a:rPr sz="1600" b="1" i="0" lang="en-US">
                <a:solidFill>
                  <a:srgbClr val="0F7A3D"/>
                </a:solidFill>
                <a:latin typeface="Segoe UI"/>
              </a:rPr>
              <a:t>✔ He wasn't happy about the test.</a:t>
            </a:r>
          </a:p>
          <a:p>
            <a:pPr rtl="0" algn="l">
              <a:spcAft>
                <a:spcPts val="300"/>
              </a:spcAft>
            </a:pPr>
            <a:r>
              <a:rPr sz="1700" b="0" i="0" lang="en-US">
                <a:solidFill>
                  <a:srgbClr val="1C2333"/>
                </a:solidFill>
                <a:latin typeface="Segoe UI"/>
              </a:rPr>
              <a:t>6) My brothers was on vacation last week.</a:t>
            </a:r>
          </a:p>
          <a:p>
            <a:pPr lvl="1" rtl="0" algn="l">
              <a:spcAft>
                <a:spcPts val="700"/>
              </a:spcAft>
            </a:pPr>
            <a:r>
              <a:rPr sz="1600" b="1" i="0" lang="en-US">
                <a:solidFill>
                  <a:srgbClr val="0F7A3D"/>
                </a:solidFill>
                <a:latin typeface="Segoe UI"/>
              </a:rPr>
              <a:t>✔ My brothers were on vacation last week.</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You wasn't in the meeting.</a:t>
            </a:r>
          </a:p>
          <a:p>
            <a:pPr rtl="0" algn="l">
              <a:spcAft>
                <a:spcPts val="800"/>
              </a:spcAft>
            </a:pPr>
            <a:r>
              <a:rPr sz="1800" b="0" i="0" lang="en-US">
                <a:solidFill>
                  <a:srgbClr val="1C2333"/>
                </a:solidFill>
                <a:latin typeface="Segoe UI"/>
              </a:rPr>
              <a:t>8) The cat were on the sofa.</a:t>
            </a:r>
          </a:p>
          <a:p>
            <a:pPr rtl="0" algn="l">
              <a:spcAft>
                <a:spcPts val="800"/>
              </a:spcAft>
            </a:pPr>
            <a:r>
              <a:rPr sz="1800" b="0" i="0" lang="en-US">
                <a:solidFill>
                  <a:srgbClr val="1C2333"/>
                </a:solidFill>
                <a:latin typeface="Segoe UI"/>
              </a:rPr>
              <a:t>9) My friends was very happy.</a:t>
            </a:r>
          </a:p>
          <a:p>
            <a:pPr rtl="0" algn="l">
              <a:spcAft>
                <a:spcPts val="800"/>
              </a:spcAft>
            </a:pPr>
            <a:r>
              <a:rPr sz="1800" b="0" i="0" lang="en-US">
                <a:solidFill>
                  <a:srgbClr val="1C2333"/>
                </a:solidFill>
                <a:latin typeface="Segoe UI"/>
              </a:rPr>
              <a:t>10) Were he at the party?</a:t>
            </a:r>
          </a:p>
          <a:p>
            <a:pPr rtl="0" algn="l">
              <a:spcAft>
                <a:spcPts val="800"/>
              </a:spcAft>
            </a:pPr>
            <a:r>
              <a:rPr sz="1800" b="0" i="0" lang="en-US">
                <a:solidFill>
                  <a:srgbClr val="1C2333"/>
                </a:solidFill>
                <a:latin typeface="Segoe UI"/>
              </a:rPr>
              <a:t>11) Was they at the cinema last night?</a:t>
            </a:r>
          </a:p>
          <a:p>
            <a:pPr rtl="0" algn="l">
              <a:spcAft>
                <a:spcPts val="800"/>
              </a:spcAft>
            </a:pPr>
            <a:r>
              <a:rPr sz="1800" b="0" i="0" lang="en-US">
                <a:solidFill>
                  <a:srgbClr val="1C2333"/>
                </a:solidFill>
                <a:latin typeface="Segoe UI"/>
              </a:rPr>
              <a:t>12) They wasn't ready for the exam.</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You wasn't in the meeting.</a:t>
            </a:r>
          </a:p>
          <a:p>
            <a:pPr lvl="1" rtl="0" algn="l">
              <a:spcAft>
                <a:spcPts val="700"/>
              </a:spcAft>
            </a:pPr>
            <a:r>
              <a:rPr sz="1600" b="1" i="0" lang="en-US">
                <a:solidFill>
                  <a:srgbClr val="0F7A3D"/>
                </a:solidFill>
                <a:latin typeface="Segoe UI"/>
              </a:rPr>
              <a:t>✔ You weren't in the meeting.</a:t>
            </a:r>
          </a:p>
          <a:p>
            <a:pPr rtl="0" algn="l">
              <a:spcAft>
                <a:spcPts val="300"/>
              </a:spcAft>
            </a:pPr>
            <a:r>
              <a:rPr sz="1700" b="0" i="0" lang="en-US">
                <a:solidFill>
                  <a:srgbClr val="1C2333"/>
                </a:solidFill>
                <a:latin typeface="Segoe UI"/>
              </a:rPr>
              <a:t>8) The cat were on the sofa.</a:t>
            </a:r>
          </a:p>
          <a:p>
            <a:pPr lvl="1" rtl="0" algn="l">
              <a:spcAft>
                <a:spcPts val="700"/>
              </a:spcAft>
            </a:pPr>
            <a:r>
              <a:rPr sz="1600" b="1" i="0" lang="en-US">
                <a:solidFill>
                  <a:srgbClr val="0F7A3D"/>
                </a:solidFill>
                <a:latin typeface="Segoe UI"/>
              </a:rPr>
              <a:t>✔ The cat was on the sofa.</a:t>
            </a:r>
          </a:p>
          <a:p>
            <a:pPr rtl="0" algn="l">
              <a:spcAft>
                <a:spcPts val="300"/>
              </a:spcAft>
            </a:pPr>
            <a:r>
              <a:rPr sz="1700" b="0" i="0" lang="en-US">
                <a:solidFill>
                  <a:srgbClr val="1C2333"/>
                </a:solidFill>
                <a:latin typeface="Segoe UI"/>
              </a:rPr>
              <a:t>9) My friends was very happy.</a:t>
            </a:r>
          </a:p>
          <a:p>
            <a:pPr lvl="1" rtl="0" algn="l">
              <a:spcAft>
                <a:spcPts val="700"/>
              </a:spcAft>
            </a:pPr>
            <a:r>
              <a:rPr sz="1600" b="1" i="0" lang="en-US">
                <a:solidFill>
                  <a:srgbClr val="0F7A3D"/>
                </a:solidFill>
                <a:latin typeface="Segoe UI"/>
              </a:rPr>
              <a:t>✔ My friends were very happy.</a:t>
            </a:r>
          </a:p>
          <a:p>
            <a:pPr rtl="0" algn="l">
              <a:spcAft>
                <a:spcPts val="300"/>
              </a:spcAft>
            </a:pPr>
            <a:r>
              <a:rPr sz="1700" b="0" i="0" lang="en-US">
                <a:solidFill>
                  <a:srgbClr val="1C2333"/>
                </a:solidFill>
                <a:latin typeface="Segoe UI"/>
              </a:rPr>
              <a:t>10) Were he at the party?</a:t>
            </a:r>
          </a:p>
          <a:p>
            <a:pPr lvl="1" rtl="0" algn="l">
              <a:spcAft>
                <a:spcPts val="700"/>
              </a:spcAft>
            </a:pPr>
            <a:r>
              <a:rPr sz="1600" b="1" i="0" lang="en-US">
                <a:solidFill>
                  <a:srgbClr val="0F7A3D"/>
                </a:solidFill>
                <a:latin typeface="Segoe UI"/>
              </a:rPr>
              <a:t>✔ Was he at the party?</a:t>
            </a:r>
          </a:p>
          <a:p>
            <a:pPr rtl="0" algn="l">
              <a:spcAft>
                <a:spcPts val="300"/>
              </a:spcAft>
            </a:pPr>
            <a:r>
              <a:rPr sz="1700" b="0" i="0" lang="en-US">
                <a:solidFill>
                  <a:srgbClr val="1C2333"/>
                </a:solidFill>
                <a:latin typeface="Segoe UI"/>
              </a:rPr>
              <a:t>11) Was they at the cinema last night?</a:t>
            </a:r>
          </a:p>
          <a:p>
            <a:pPr lvl="1" rtl="0" algn="l">
              <a:spcAft>
                <a:spcPts val="700"/>
              </a:spcAft>
            </a:pPr>
            <a:r>
              <a:rPr sz="1600" b="1" i="0" lang="en-US">
                <a:solidFill>
                  <a:srgbClr val="0F7A3D"/>
                </a:solidFill>
                <a:latin typeface="Segoe UI"/>
              </a:rPr>
              <a:t>✔ Were they at the cinema last night?</a:t>
            </a:r>
          </a:p>
          <a:p>
            <a:pPr rtl="0" algn="l">
              <a:spcAft>
                <a:spcPts val="300"/>
              </a:spcAft>
            </a:pPr>
            <a:r>
              <a:rPr sz="1700" b="0" i="0" lang="en-US">
                <a:solidFill>
                  <a:srgbClr val="1C2333"/>
                </a:solidFill>
                <a:latin typeface="Segoe UI"/>
              </a:rPr>
              <a:t>12) They wasn't ready for the exam.</a:t>
            </a:r>
          </a:p>
          <a:p>
            <a:pPr lvl="1" rtl="0" algn="l">
              <a:spcAft>
                <a:spcPts val="700"/>
              </a:spcAft>
            </a:pPr>
            <a:r>
              <a:rPr sz="1600" b="1" i="0" lang="en-US">
                <a:solidFill>
                  <a:srgbClr val="0F7A3D"/>
                </a:solidFill>
                <a:latin typeface="Segoe UI"/>
              </a:rPr>
              <a:t>✔ They weren't ready for the exam.</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We was in London in 2010.</a:t>
            </a:r>
          </a:p>
          <a:p>
            <a:pPr rtl="0" algn="l">
              <a:spcAft>
                <a:spcPts val="800"/>
              </a:spcAft>
            </a:pPr>
            <a:r>
              <a:rPr sz="1800" b="0" i="0" lang="en-US">
                <a:solidFill>
                  <a:srgbClr val="1C2333"/>
                </a:solidFill>
                <a:latin typeface="Segoe UI"/>
              </a:rPr>
              <a:t>14) Was your parents at home yesterday?</a:t>
            </a:r>
          </a:p>
          <a:p>
            <a:pPr rtl="0" algn="l">
              <a:spcAft>
                <a:spcPts val="800"/>
              </a:spcAft>
            </a:pPr>
            <a:r>
              <a:rPr sz="1800" b="0" i="0" lang="en-US">
                <a:solidFill>
                  <a:srgbClr val="1C2333"/>
                </a:solidFill>
                <a:latin typeface="Segoe UI"/>
              </a:rPr>
              <a:t>15) Were she your teacher last year?</a:t>
            </a:r>
          </a:p>
          <a:p>
            <a:pPr rtl="0" algn="l">
              <a:spcAft>
                <a:spcPts val="800"/>
              </a:spcAft>
            </a:pPr>
            <a:r>
              <a:rPr sz="1800" b="0" i="0" lang="en-US">
                <a:solidFill>
                  <a:srgbClr val="1C2333"/>
                </a:solidFill>
                <a:latin typeface="Segoe UI"/>
              </a:rPr>
              <a:t>16) Where was you yesterday?</a:t>
            </a:r>
          </a:p>
          <a:p>
            <a:pPr rtl="0" algn="l">
              <a:spcAft>
                <a:spcPts val="800"/>
              </a:spcAft>
            </a:pPr>
            <a:r>
              <a:rPr sz="1800" b="0" i="0" lang="en-US">
                <a:solidFill>
                  <a:srgbClr val="1C2333"/>
                </a:solidFill>
                <a:latin typeface="Segoe UI"/>
              </a:rPr>
              <a:t>17) When were his birthday?</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H)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We was in London in 2010.</a:t>
            </a:r>
          </a:p>
          <a:p>
            <a:pPr lvl="1" rtl="0" algn="l">
              <a:spcAft>
                <a:spcPts val="700"/>
              </a:spcAft>
            </a:pPr>
            <a:r>
              <a:rPr sz="1600" b="1" i="0" lang="en-US">
                <a:solidFill>
                  <a:srgbClr val="0F7A3D"/>
                </a:solidFill>
                <a:latin typeface="Segoe UI"/>
              </a:rPr>
              <a:t>✔ We were in London in 2010.</a:t>
            </a:r>
          </a:p>
          <a:p>
            <a:pPr rtl="0" algn="l">
              <a:spcAft>
                <a:spcPts val="300"/>
              </a:spcAft>
            </a:pPr>
            <a:r>
              <a:rPr sz="1700" b="0" i="0" lang="en-US">
                <a:solidFill>
                  <a:srgbClr val="1C2333"/>
                </a:solidFill>
                <a:latin typeface="Segoe UI"/>
              </a:rPr>
              <a:t>14) Was your parents at home yesterday?</a:t>
            </a:r>
          </a:p>
          <a:p>
            <a:pPr lvl="1" rtl="0" algn="l">
              <a:spcAft>
                <a:spcPts val="700"/>
              </a:spcAft>
            </a:pPr>
            <a:r>
              <a:rPr sz="1600" b="1" i="0" lang="en-US">
                <a:solidFill>
                  <a:srgbClr val="0F7A3D"/>
                </a:solidFill>
                <a:latin typeface="Segoe UI"/>
              </a:rPr>
              <a:t>✔ Were your parents at home yesterday?</a:t>
            </a:r>
          </a:p>
          <a:p>
            <a:pPr rtl="0" algn="l">
              <a:spcAft>
                <a:spcPts val="300"/>
              </a:spcAft>
            </a:pPr>
            <a:r>
              <a:rPr sz="1700" b="0" i="0" lang="en-US">
                <a:solidFill>
                  <a:srgbClr val="1C2333"/>
                </a:solidFill>
                <a:latin typeface="Segoe UI"/>
              </a:rPr>
              <a:t>15) Were she your teacher last year?</a:t>
            </a:r>
          </a:p>
          <a:p>
            <a:pPr lvl="1" rtl="0" algn="l">
              <a:spcAft>
                <a:spcPts val="700"/>
              </a:spcAft>
            </a:pPr>
            <a:r>
              <a:rPr sz="1600" b="1" i="0" lang="en-US">
                <a:solidFill>
                  <a:srgbClr val="0F7A3D"/>
                </a:solidFill>
                <a:latin typeface="Segoe UI"/>
              </a:rPr>
              <a:t>✔ Was she your teacher last year?</a:t>
            </a:r>
          </a:p>
          <a:p>
            <a:pPr rtl="0" algn="l">
              <a:spcAft>
                <a:spcPts val="300"/>
              </a:spcAft>
            </a:pPr>
            <a:r>
              <a:rPr sz="1700" b="0" i="0" lang="en-US">
                <a:solidFill>
                  <a:srgbClr val="1C2333"/>
                </a:solidFill>
                <a:latin typeface="Segoe UI"/>
              </a:rPr>
              <a:t>16) Where was you yesterday?</a:t>
            </a:r>
          </a:p>
          <a:p>
            <a:pPr lvl="1" rtl="0" algn="l">
              <a:spcAft>
                <a:spcPts val="700"/>
              </a:spcAft>
            </a:pPr>
            <a:r>
              <a:rPr sz="1600" b="1" i="0" lang="en-US">
                <a:solidFill>
                  <a:srgbClr val="0F7A3D"/>
                </a:solidFill>
                <a:latin typeface="Segoe UI"/>
              </a:rPr>
              <a:t>✔ Where were you yesterday?</a:t>
            </a:r>
          </a:p>
          <a:p>
            <a:pPr rtl="0" algn="l">
              <a:spcAft>
                <a:spcPts val="300"/>
              </a:spcAft>
            </a:pPr>
            <a:r>
              <a:rPr sz="1700" b="0" i="0" lang="en-US">
                <a:solidFill>
                  <a:srgbClr val="1C2333"/>
                </a:solidFill>
                <a:latin typeface="Segoe UI"/>
              </a:rPr>
              <a:t>17) When were his birthday?</a:t>
            </a:r>
          </a:p>
          <a:p>
            <a:pPr lvl="1" rtl="0" algn="l">
              <a:spcAft>
                <a:spcPts val="700"/>
              </a:spcAft>
            </a:pPr>
            <a:r>
              <a:rPr sz="1600" b="1" i="0" lang="en-US">
                <a:solidFill>
                  <a:srgbClr val="0F7A3D"/>
                </a:solidFill>
                <a:latin typeface="Segoe UI"/>
              </a:rPr>
              <a:t>✔ When was his birthday?</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was playing football yesterday.</a:t>
            </a:r>
          </a:p>
          <a:p>
            <a:pPr rtl="0" algn="l">
              <a:spcAft>
                <a:spcPts val="800"/>
              </a:spcAft>
            </a:pPr>
            <a:r>
              <a:rPr sz="1800" b="0" i="0" lang="en-US">
                <a:solidFill>
                  <a:srgbClr val="1C2333"/>
                </a:solidFill>
                <a:latin typeface="Segoe UI"/>
              </a:rPr>
              <a:t>2) He was at school last week.</a:t>
            </a:r>
          </a:p>
          <a:p>
            <a:pPr rtl="0" algn="l">
              <a:spcAft>
                <a:spcPts val="800"/>
              </a:spcAft>
            </a:pPr>
            <a:r>
              <a:rPr sz="1800" b="0" i="0" lang="en-US">
                <a:solidFill>
                  <a:srgbClr val="1C2333"/>
                </a:solidFill>
                <a:latin typeface="Segoe UI"/>
              </a:rPr>
              <a:t>3) Were you thirsty yesterday?</a:t>
            </a:r>
          </a:p>
          <a:p>
            <a:pPr rtl="0" algn="l">
              <a:spcAft>
                <a:spcPts val="800"/>
              </a:spcAft>
            </a:pPr>
            <a:r>
              <a:rPr sz="1800" b="0" i="0" lang="en-US">
                <a:solidFill>
                  <a:srgbClr val="1C2333"/>
                </a:solidFill>
                <a:latin typeface="Segoe UI"/>
              </a:rPr>
              <a:t>4) She was listening to music yesterday.</a:t>
            </a:r>
          </a:p>
          <a:p>
            <a:pPr rtl="0" algn="l">
              <a:spcAft>
                <a:spcPts val="800"/>
              </a:spcAft>
            </a:pPr>
            <a:r>
              <a:rPr sz="1800" b="0" i="0" lang="en-US">
                <a:solidFill>
                  <a:srgbClr val="1C2333"/>
                </a:solidFill>
                <a:latin typeface="Segoe UI"/>
              </a:rPr>
              <a:t>5) My mum was cooking breakfast.</a:t>
            </a:r>
          </a:p>
          <a:p>
            <a:pPr rtl="0" algn="l">
              <a:spcAft>
                <a:spcPts val="800"/>
              </a:spcAft>
            </a:pPr>
            <a:r>
              <a:rPr sz="1800" b="0" i="0" lang="en-US">
                <a:solidFill>
                  <a:srgbClr val="1C2333"/>
                </a:solidFill>
                <a:latin typeface="Segoe UI"/>
              </a:rPr>
              <a:t>6) It wasn't a lion.</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was playing football yesterday.</a:t>
            </a:r>
          </a:p>
          <a:p>
            <a:pPr lvl="1" rtl="1" algn="r">
              <a:spcAft>
                <a:spcPts val="700"/>
              </a:spcAft>
            </a:pPr>
            <a:r>
              <a:rPr sz="1900" b="1" i="0" lang="ar-EG" altLang="en-US">
                <a:solidFill>
                  <a:srgbClr val="0F7A3D"/>
                </a:solidFill>
                <a:latin typeface="Traditional Arabic"/>
              </a:rPr>
              <a:t>✔ كنت ألعب كرة القدم أمس.</a:t>
            </a:r>
          </a:p>
          <a:p>
            <a:pPr rtl="0" algn="l">
              <a:spcAft>
                <a:spcPts val="300"/>
              </a:spcAft>
            </a:pPr>
            <a:r>
              <a:rPr sz="1700" b="0" i="0" lang="en-US">
                <a:solidFill>
                  <a:srgbClr val="1C2333"/>
                </a:solidFill>
                <a:latin typeface="Segoe UI"/>
              </a:rPr>
              <a:t>2) He was at school last week.</a:t>
            </a:r>
          </a:p>
          <a:p>
            <a:pPr lvl="1" rtl="1" algn="r">
              <a:spcAft>
                <a:spcPts val="700"/>
              </a:spcAft>
            </a:pPr>
            <a:r>
              <a:rPr sz="1900" b="1" i="0" lang="ar-EG" altLang="en-US">
                <a:solidFill>
                  <a:srgbClr val="0F7A3D"/>
                </a:solidFill>
                <a:latin typeface="Traditional Arabic"/>
              </a:rPr>
              <a:t>✔ كان في المدرسة الأسبوع الماضي.</a:t>
            </a:r>
          </a:p>
          <a:p>
            <a:pPr rtl="0" algn="l">
              <a:spcAft>
                <a:spcPts val="300"/>
              </a:spcAft>
            </a:pPr>
            <a:r>
              <a:rPr sz="1700" b="0" i="0" lang="en-US">
                <a:solidFill>
                  <a:srgbClr val="1C2333"/>
                </a:solidFill>
                <a:latin typeface="Segoe UI"/>
              </a:rPr>
              <a:t>3) Were you thirsty yesterday?</a:t>
            </a:r>
          </a:p>
          <a:p>
            <a:pPr lvl="1" rtl="1" algn="r">
              <a:spcAft>
                <a:spcPts val="700"/>
              </a:spcAft>
            </a:pPr>
            <a:r>
              <a:rPr sz="1900" b="1" i="0" lang="ar-EG" altLang="en-US">
                <a:solidFill>
                  <a:srgbClr val="0F7A3D"/>
                </a:solidFill>
                <a:latin typeface="Traditional Arabic"/>
              </a:rPr>
              <a:t>✔ هل كنت عطشاناً أمس؟</a:t>
            </a:r>
          </a:p>
          <a:p>
            <a:pPr rtl="0" algn="l">
              <a:spcAft>
                <a:spcPts val="300"/>
              </a:spcAft>
            </a:pPr>
            <a:r>
              <a:rPr sz="1700" b="0" i="0" lang="en-US">
                <a:solidFill>
                  <a:srgbClr val="1C2333"/>
                </a:solidFill>
                <a:latin typeface="Segoe UI"/>
              </a:rPr>
              <a:t>4) She was listening to music yesterday.</a:t>
            </a:r>
          </a:p>
          <a:p>
            <a:pPr lvl="1" rtl="1" algn="r">
              <a:spcAft>
                <a:spcPts val="700"/>
              </a:spcAft>
            </a:pPr>
            <a:r>
              <a:rPr sz="1900" b="1" i="0" lang="ar-EG" altLang="en-US">
                <a:solidFill>
                  <a:srgbClr val="0F7A3D"/>
                </a:solidFill>
                <a:latin typeface="Traditional Arabic"/>
              </a:rPr>
              <a:t>✔ كانت تستمع إلى الموسيقى أمس.</a:t>
            </a:r>
          </a:p>
          <a:p>
            <a:pPr rtl="0" algn="l">
              <a:spcAft>
                <a:spcPts val="300"/>
              </a:spcAft>
            </a:pPr>
            <a:r>
              <a:rPr sz="1700" b="0" i="0" lang="en-US">
                <a:solidFill>
                  <a:srgbClr val="1C2333"/>
                </a:solidFill>
                <a:latin typeface="Segoe UI"/>
              </a:rPr>
              <a:t>5) My mum was cooking breakfast.</a:t>
            </a:r>
          </a:p>
          <a:p>
            <a:pPr lvl="1" rtl="1" algn="r">
              <a:spcAft>
                <a:spcPts val="700"/>
              </a:spcAft>
            </a:pPr>
            <a:r>
              <a:rPr sz="1900" b="1" i="0" lang="ar-EG" altLang="en-US">
                <a:solidFill>
                  <a:srgbClr val="0F7A3D"/>
                </a:solidFill>
                <a:latin typeface="Traditional Arabic"/>
              </a:rPr>
              <a:t>✔ كانت أمي تطبخ الإفطار.</a:t>
            </a:r>
          </a:p>
          <a:p>
            <a:pPr rtl="0" algn="l">
              <a:spcAft>
                <a:spcPts val="300"/>
              </a:spcAft>
            </a:pPr>
            <a:r>
              <a:rPr sz="1700" b="0" i="0" lang="en-US">
                <a:solidFill>
                  <a:srgbClr val="1C2333"/>
                </a:solidFill>
                <a:latin typeface="Segoe UI"/>
              </a:rPr>
              <a:t>6) It wasn't a lion.</a:t>
            </a:r>
          </a:p>
          <a:p>
            <a:pPr lvl="1" rtl="1" algn="r">
              <a:spcAft>
                <a:spcPts val="700"/>
              </a:spcAft>
            </a:pPr>
            <a:r>
              <a:rPr sz="1900" b="1" i="0" lang="ar-EG" altLang="en-US">
                <a:solidFill>
                  <a:srgbClr val="0F7A3D"/>
                </a:solidFill>
                <a:latin typeface="Traditional Arabic"/>
              </a:rPr>
              <a:t>✔ لم يكن أسداً.</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They were doctors.</a:t>
            </a:r>
          </a:p>
          <a:p>
            <a:pPr rtl="0" algn="l">
              <a:spcAft>
                <a:spcPts val="800"/>
              </a:spcAft>
            </a:pPr>
            <a:r>
              <a:rPr sz="1800" b="0" i="0" lang="en-US">
                <a:solidFill>
                  <a:srgbClr val="1C2333"/>
                </a:solidFill>
                <a:latin typeface="Segoe UI"/>
              </a:rPr>
              <a:t>8) Birds were flying in the sky.</a:t>
            </a:r>
          </a:p>
          <a:p>
            <a:pPr rtl="0" algn="l">
              <a:spcAft>
                <a:spcPts val="800"/>
              </a:spcAft>
            </a:pPr>
            <a:r>
              <a:rPr sz="1800" b="0" i="0" lang="en-US">
                <a:solidFill>
                  <a:srgbClr val="1C2333"/>
                </a:solidFill>
                <a:latin typeface="Segoe UI"/>
              </a:rPr>
              <a:t>9) You were studying English yesterday.</a:t>
            </a:r>
          </a:p>
          <a:p>
            <a:pPr rtl="0" algn="l">
              <a:spcAft>
                <a:spcPts val="800"/>
              </a:spcAft>
            </a:pPr>
            <a:r>
              <a:rPr sz="1800" b="0" i="0" lang="en-US">
                <a:solidFill>
                  <a:srgbClr val="1C2333"/>
                </a:solidFill>
                <a:latin typeface="Segoe UI"/>
              </a:rPr>
              <a:t>10) Yes, they were boys.</a:t>
            </a:r>
          </a:p>
          <a:p>
            <a:pPr rtl="0" algn="l">
              <a:spcAft>
                <a:spcPts val="800"/>
              </a:spcAft>
            </a:pPr>
            <a:r>
              <a:rPr sz="1800" b="0" i="0" lang="en-US">
                <a:solidFill>
                  <a:srgbClr val="1C2333"/>
                </a:solidFill>
                <a:latin typeface="Segoe UI"/>
              </a:rPr>
              <a:t>11) I was happy yesterday.</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I) Translate into Arabic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They were doctors.</a:t>
            </a:r>
          </a:p>
          <a:p>
            <a:pPr lvl="1" rtl="1" algn="r">
              <a:spcAft>
                <a:spcPts val="700"/>
              </a:spcAft>
            </a:pPr>
            <a:r>
              <a:rPr sz="1900" b="1" i="0" lang="ar-EG" altLang="en-US">
                <a:solidFill>
                  <a:srgbClr val="0F7A3D"/>
                </a:solidFill>
                <a:latin typeface="Traditional Arabic"/>
              </a:rPr>
              <a:t>✔ كانوا أطباء.</a:t>
            </a:r>
          </a:p>
          <a:p>
            <a:pPr rtl="0" algn="l">
              <a:spcAft>
                <a:spcPts val="300"/>
              </a:spcAft>
            </a:pPr>
            <a:r>
              <a:rPr sz="1700" b="0" i="0" lang="en-US">
                <a:solidFill>
                  <a:srgbClr val="1C2333"/>
                </a:solidFill>
                <a:latin typeface="Segoe UI"/>
              </a:rPr>
              <a:t>8) Birds were flying in the sky.</a:t>
            </a:r>
          </a:p>
          <a:p>
            <a:pPr lvl="1" rtl="1" algn="r">
              <a:spcAft>
                <a:spcPts val="700"/>
              </a:spcAft>
            </a:pPr>
            <a:r>
              <a:rPr sz="1900" b="1" i="0" lang="ar-EG" altLang="en-US">
                <a:solidFill>
                  <a:srgbClr val="0F7A3D"/>
                </a:solidFill>
                <a:latin typeface="Traditional Arabic"/>
              </a:rPr>
              <a:t>✔ كانت الطيور تطير في السماء.</a:t>
            </a:r>
          </a:p>
          <a:p>
            <a:pPr rtl="0" algn="l">
              <a:spcAft>
                <a:spcPts val="300"/>
              </a:spcAft>
            </a:pPr>
            <a:r>
              <a:rPr sz="1700" b="0" i="0" lang="en-US">
                <a:solidFill>
                  <a:srgbClr val="1C2333"/>
                </a:solidFill>
                <a:latin typeface="Segoe UI"/>
              </a:rPr>
              <a:t>9) You were studying English yesterday.</a:t>
            </a:r>
          </a:p>
          <a:p>
            <a:pPr lvl="1" rtl="1" algn="r">
              <a:spcAft>
                <a:spcPts val="700"/>
              </a:spcAft>
            </a:pPr>
            <a:r>
              <a:rPr sz="1900" b="1" i="0" lang="ar-EG" altLang="en-US">
                <a:solidFill>
                  <a:srgbClr val="0F7A3D"/>
                </a:solidFill>
                <a:latin typeface="Traditional Arabic"/>
              </a:rPr>
              <a:t>✔ كنت تذاكر الإنجليزية أمس.</a:t>
            </a:r>
          </a:p>
          <a:p>
            <a:pPr rtl="0" algn="l">
              <a:spcAft>
                <a:spcPts val="300"/>
              </a:spcAft>
            </a:pPr>
            <a:r>
              <a:rPr sz="1700" b="0" i="0" lang="en-US">
                <a:solidFill>
                  <a:srgbClr val="1C2333"/>
                </a:solidFill>
                <a:latin typeface="Segoe UI"/>
              </a:rPr>
              <a:t>10) Yes, they were boys.</a:t>
            </a:r>
          </a:p>
          <a:p>
            <a:pPr lvl="1" rtl="1" algn="r">
              <a:spcAft>
                <a:spcPts val="700"/>
              </a:spcAft>
            </a:pPr>
            <a:r>
              <a:rPr sz="1900" b="1" i="0" lang="ar-EG" altLang="en-US">
                <a:solidFill>
                  <a:srgbClr val="0F7A3D"/>
                </a:solidFill>
                <a:latin typeface="Traditional Arabic"/>
              </a:rPr>
              <a:t>✔ نعم، كانوا أولاداً.</a:t>
            </a:r>
          </a:p>
          <a:p>
            <a:pPr rtl="0" algn="l">
              <a:spcAft>
                <a:spcPts val="300"/>
              </a:spcAft>
            </a:pPr>
            <a:r>
              <a:rPr sz="1700" b="0" i="0" lang="en-US">
                <a:solidFill>
                  <a:srgbClr val="1C2333"/>
                </a:solidFill>
                <a:latin typeface="Segoe UI"/>
              </a:rPr>
              <a:t>11) I was happy yesterday.</a:t>
            </a:r>
          </a:p>
          <a:p>
            <a:pPr lvl="1" rtl="1" algn="r">
              <a:spcAft>
                <a:spcPts val="700"/>
              </a:spcAft>
            </a:pPr>
            <a:r>
              <a:rPr sz="1900" b="1" i="0" lang="ar-EG" altLang="en-US">
                <a:solidFill>
                  <a:srgbClr val="0F7A3D"/>
                </a:solidFill>
                <a:latin typeface="Traditional Arabic"/>
              </a:rPr>
              <a:t>✔ كنت سعيداً أمس.</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Youssef: How are you, Ahmed?</a:t>
            </a:r>
          </a:p>
          <a:p>
            <a:pPr rtl="0" algn="l">
              <a:spcAft>
                <a:spcPts val="400"/>
              </a:spcAft>
            </a:pPr>
            <a:r>
              <a:rPr sz="1700" b="0" i="0" lang="en-US">
                <a:solidFill>
                  <a:srgbClr val="1C2333"/>
                </a:solidFill>
                <a:latin typeface="Segoe UI"/>
              </a:rPr>
              <a:t>Ahmed: ……</a:t>
            </a:r>
          </a:p>
          <a:p>
            <a:pPr rtl="0" algn="l">
              <a:spcAft>
                <a:spcPts val="400"/>
              </a:spcAft>
            </a:pPr>
            <a:r>
              <a:rPr sz="1700" b="0" i="0" lang="en-US">
                <a:solidFill>
                  <a:srgbClr val="1C2333"/>
                </a:solidFill>
                <a:latin typeface="Segoe UI"/>
              </a:rPr>
              <a:t>Youssef: Where were you yesterday?</a:t>
            </a:r>
          </a:p>
          <a:p>
            <a:pPr rtl="0" algn="l">
              <a:spcAft>
                <a:spcPts val="400"/>
              </a:spcAft>
            </a:pPr>
            <a:r>
              <a:rPr sz="1700" b="0" i="0" lang="en-US">
                <a:solidFill>
                  <a:srgbClr val="1C2333"/>
                </a:solidFill>
                <a:latin typeface="Segoe UI"/>
              </a:rPr>
              <a:t>Ahmed: I …… at the zoo.</a:t>
            </a:r>
          </a:p>
          <a:p>
            <a:pPr rtl="0" algn="l">
              <a:spcAft>
                <a:spcPts val="400"/>
              </a:spcAft>
            </a:pPr>
            <a:r>
              <a:rPr sz="1700" b="0" i="0" lang="en-US">
                <a:solidFill>
                  <a:srgbClr val="1C2333"/>
                </a:solidFill>
                <a:latin typeface="Segoe UI"/>
              </a:rPr>
              <a:t>Youssef: Do you like animals?</a:t>
            </a:r>
          </a:p>
          <a:p>
            <a:pPr rtl="0" algn="l">
              <a:spcAft>
                <a:spcPts val="400"/>
              </a:spcAft>
            </a:pPr>
            <a:r>
              <a:rPr sz="1700" b="0" i="0" lang="en-US">
                <a:solidFill>
                  <a:srgbClr val="1C2333"/>
                </a:solidFill>
                <a:latin typeface="Segoe UI"/>
              </a:rPr>
              <a:t>Ahmed: Yes, I …… animals.</a:t>
            </a:r>
          </a:p>
          <a:p>
            <a:pPr rtl="0" algn="l">
              <a:spcAft>
                <a:spcPts val="400"/>
              </a:spcAft>
            </a:pPr>
            <a:r>
              <a:rPr sz="1700" b="0" i="0" lang="en-US">
                <a:solidFill>
                  <a:srgbClr val="1C2333"/>
                </a:solidFill>
                <a:latin typeface="Segoe UI"/>
              </a:rPr>
              <a:t>Youssef: …… you happy at the zoo?</a:t>
            </a:r>
          </a:p>
          <a:p>
            <a:pPr rtl="0" algn="l">
              <a:spcAft>
                <a:spcPts val="400"/>
              </a:spcAft>
            </a:pPr>
            <a:r>
              <a:rPr sz="1700" b="0" i="0" lang="en-US">
                <a:solidFill>
                  <a:srgbClr val="1C2333"/>
                </a:solidFill>
                <a:latin typeface="Segoe UI"/>
              </a:rPr>
              <a:t>Ahmed: Yes, I …… happy at the zoo.</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Youssef: How are you, Ahmed?</a:t>
            </a:r>
          </a:p>
          <a:p>
            <a:pPr rtl="0" algn="l">
              <a:spcAft>
                <a:spcPts val="400"/>
              </a:spcAft>
            </a:pPr>
            <a:r>
              <a:rPr sz="1700" b="0" i="0" lang="en-US">
                <a:solidFill>
                  <a:srgbClr val="0F7A3D"/>
                </a:solidFill>
                <a:latin typeface="Segoe UI"/>
              </a:rPr>
              <a:t>Ahmed: I'm fine, thank you.</a:t>
            </a:r>
          </a:p>
          <a:p>
            <a:pPr rtl="0" algn="l">
              <a:spcAft>
                <a:spcPts val="400"/>
              </a:spcAft>
            </a:pPr>
            <a:r>
              <a:rPr sz="1700" b="0" i="0" lang="en-US">
                <a:solidFill>
                  <a:srgbClr val="0F7A3D"/>
                </a:solidFill>
                <a:latin typeface="Segoe UI"/>
              </a:rPr>
              <a:t>Youssef: Where were you yesterday?</a:t>
            </a:r>
          </a:p>
          <a:p>
            <a:pPr rtl="0" algn="l">
              <a:spcAft>
                <a:spcPts val="400"/>
              </a:spcAft>
            </a:pPr>
            <a:r>
              <a:rPr sz="1700" b="0" i="0" lang="en-US">
                <a:solidFill>
                  <a:srgbClr val="0F7A3D"/>
                </a:solidFill>
                <a:latin typeface="Segoe UI"/>
              </a:rPr>
              <a:t>Ahmed: I was at the zoo.</a:t>
            </a:r>
          </a:p>
          <a:p>
            <a:pPr rtl="0" algn="l">
              <a:spcAft>
                <a:spcPts val="400"/>
              </a:spcAft>
            </a:pPr>
            <a:r>
              <a:rPr sz="1700" b="0" i="0" lang="en-US">
                <a:solidFill>
                  <a:srgbClr val="0F7A3D"/>
                </a:solidFill>
                <a:latin typeface="Segoe UI"/>
              </a:rPr>
              <a:t>Youssef: Do you like animals?</a:t>
            </a:r>
          </a:p>
          <a:p>
            <a:pPr rtl="0" algn="l">
              <a:spcAft>
                <a:spcPts val="400"/>
              </a:spcAft>
            </a:pPr>
            <a:r>
              <a:rPr sz="1700" b="0" i="0" lang="en-US">
                <a:solidFill>
                  <a:srgbClr val="0F7A3D"/>
                </a:solidFill>
                <a:latin typeface="Segoe UI"/>
              </a:rPr>
              <a:t>Ahmed: Yes, I like animals.</a:t>
            </a:r>
          </a:p>
          <a:p>
            <a:pPr rtl="0" algn="l">
              <a:spcAft>
                <a:spcPts val="400"/>
              </a:spcAft>
            </a:pPr>
            <a:r>
              <a:rPr sz="1700" b="0" i="0" lang="en-US">
                <a:solidFill>
                  <a:srgbClr val="0F7A3D"/>
                </a:solidFill>
                <a:latin typeface="Segoe UI"/>
              </a:rPr>
              <a:t>Youssef: Were you happy at the zoo?</a:t>
            </a:r>
          </a:p>
          <a:p>
            <a:pPr rtl="0" algn="l">
              <a:spcAft>
                <a:spcPts val="400"/>
              </a:spcAft>
            </a:pPr>
            <a:r>
              <a:rPr sz="1700" b="0" i="0" lang="en-US">
                <a:solidFill>
                  <a:srgbClr val="0F7A3D"/>
                </a:solidFill>
                <a:latin typeface="Segoe UI"/>
              </a:rPr>
              <a:t>Ahmed: Yes, I was happy at the zoo.</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Teacher: Why …… you late yesterday?</a:t>
            </a:r>
          </a:p>
          <a:p>
            <a:pPr rtl="0" algn="l">
              <a:spcAft>
                <a:spcPts val="400"/>
              </a:spcAft>
            </a:pPr>
            <a:r>
              <a:rPr sz="1700" b="0" i="0" lang="en-US">
                <a:solidFill>
                  <a:srgbClr val="1C2333"/>
                </a:solidFill>
                <a:latin typeface="Segoe UI"/>
              </a:rPr>
              <a:t>Student: Because I …… sick.</a:t>
            </a:r>
          </a:p>
          <a:p>
            <a:pPr rtl="0" algn="l">
              <a:spcAft>
                <a:spcPts val="400"/>
              </a:spcAft>
            </a:pPr>
            <a:r>
              <a:rPr sz="1700" b="0" i="0" lang="en-US">
                <a:solidFill>
                  <a:srgbClr val="1C2333"/>
                </a:solidFill>
                <a:latin typeface="Segoe UI"/>
              </a:rPr>
              <a:t>Teacher: …… your brother sick too?</a:t>
            </a:r>
          </a:p>
          <a:p>
            <a:pPr rtl="0" algn="l">
              <a:spcAft>
                <a:spcPts val="400"/>
              </a:spcAft>
            </a:pPr>
            <a:r>
              <a:rPr sz="1700" b="0" i="0" lang="en-US">
                <a:solidFill>
                  <a:srgbClr val="1C2333"/>
                </a:solidFill>
                <a:latin typeface="Segoe UI"/>
              </a:rPr>
              <a:t>Student: No, he …… okay.</a:t>
            </a:r>
          </a:p>
          <a:p>
            <a:pPr rtl="0" algn="l">
              <a:spcAft>
                <a:spcPts val="400"/>
              </a:spcAft>
            </a:pPr>
            <a:r>
              <a:rPr sz="1700" b="0" i="0" lang="en-US">
                <a:solidFill>
                  <a:srgbClr val="1C2333"/>
                </a:solidFill>
                <a:latin typeface="Segoe UI"/>
              </a:rPr>
              <a:t>Teacher: I hope you …… better today.</a:t>
            </a:r>
          </a:p>
          <a:p>
            <a:pPr rtl="0" algn="l">
              <a:spcAft>
                <a:spcPts val="400"/>
              </a:spcAft>
            </a:pPr>
            <a:r>
              <a:rPr sz="1700" b="0" i="0" lang="en-US">
                <a:solidFill>
                  <a:srgbClr val="1C2333"/>
                </a:solidFill>
                <a:latin typeface="Segoe UI"/>
              </a:rPr>
              <a:t>Student: Thank you.</a:t>
            </a:r>
          </a:p>
          <a:p>
            <a:pPr rtl="0" algn="l">
              <a:spcAft>
                <a:spcPts val="400"/>
              </a:spcAft>
            </a:pPr>
            <a:r>
              <a:rPr sz="1700" b="0" i="0" lang="en-US">
                <a:solidFill>
                  <a:srgbClr val="1C2333"/>
                </a:solidFill>
                <a:latin typeface="Segoe UI"/>
              </a:rPr>
              <a:t>Teacher: You are welcome.</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Teacher: Why were you late yesterday?</a:t>
            </a:r>
          </a:p>
          <a:p>
            <a:pPr rtl="0" algn="l">
              <a:spcAft>
                <a:spcPts val="400"/>
              </a:spcAft>
            </a:pPr>
            <a:r>
              <a:rPr sz="1700" b="0" i="0" lang="en-US">
                <a:solidFill>
                  <a:srgbClr val="0F7A3D"/>
                </a:solidFill>
                <a:latin typeface="Segoe UI"/>
              </a:rPr>
              <a:t>Student: Because I was sick.</a:t>
            </a:r>
          </a:p>
          <a:p>
            <a:pPr rtl="0" algn="l">
              <a:spcAft>
                <a:spcPts val="400"/>
              </a:spcAft>
            </a:pPr>
            <a:r>
              <a:rPr sz="1700" b="0" i="0" lang="en-US">
                <a:solidFill>
                  <a:srgbClr val="0F7A3D"/>
                </a:solidFill>
                <a:latin typeface="Segoe UI"/>
              </a:rPr>
              <a:t>Teacher: Was your brother sick too?</a:t>
            </a:r>
          </a:p>
          <a:p>
            <a:pPr rtl="0" algn="l">
              <a:spcAft>
                <a:spcPts val="400"/>
              </a:spcAft>
            </a:pPr>
            <a:r>
              <a:rPr sz="1700" b="0" i="0" lang="en-US">
                <a:solidFill>
                  <a:srgbClr val="0F7A3D"/>
                </a:solidFill>
                <a:latin typeface="Segoe UI"/>
              </a:rPr>
              <a:t>Student: No, he was okay.</a:t>
            </a:r>
          </a:p>
          <a:p>
            <a:pPr rtl="0" algn="l">
              <a:spcAft>
                <a:spcPts val="400"/>
              </a:spcAft>
            </a:pPr>
            <a:r>
              <a:rPr sz="1700" b="0" i="0" lang="en-US">
                <a:solidFill>
                  <a:srgbClr val="0F7A3D"/>
                </a:solidFill>
                <a:latin typeface="Segoe UI"/>
              </a:rPr>
              <a:t>Teacher: I hope you are better today.</a:t>
            </a:r>
          </a:p>
          <a:p>
            <a:pPr rtl="0" algn="l">
              <a:spcAft>
                <a:spcPts val="400"/>
              </a:spcAft>
            </a:pPr>
            <a:r>
              <a:rPr sz="1700" b="0" i="0" lang="en-US">
                <a:solidFill>
                  <a:srgbClr val="0F7A3D"/>
                </a:solidFill>
                <a:latin typeface="Segoe UI"/>
              </a:rPr>
              <a:t>Student: Thank you.</a:t>
            </a:r>
          </a:p>
          <a:p>
            <a:pPr rtl="0" algn="l">
              <a:spcAft>
                <a:spcPts val="400"/>
              </a:spcAft>
            </a:pPr>
            <a:r>
              <a:rPr sz="1700" b="0" i="0" lang="en-US">
                <a:solidFill>
                  <a:srgbClr val="0F7A3D"/>
                </a:solidFill>
                <a:latin typeface="Segoe UI"/>
              </a:rPr>
              <a:t>Teacher: You are welcome.</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We have a fish tank in our room. There are ten fish in the tank. We put green plants in the water. We put rocks on the bottom. We put a snail in the tank. The snail keeps the tank clean. My sister feeds the fish every morning.</a:t>
            </a:r>
          </a:p>
          <a:p>
            <a:pPr rtl="0" algn="r">
              <a:spcBef>
                <a:spcPts val="800"/>
              </a:spcBef>
            </a:pPr>
            <a:r>
              <a:rPr sz="1400" b="0" i="0" lang="en-US">
                <a:solidFill>
                  <a:srgbClr val="5B6478"/>
                </a:solidFill>
                <a:latin typeface="Segoe UI"/>
              </a:rPr>
              <a:t>fish tank: حوض سمك   rocks: صخور   bottom: القاع   snail: حلزون   feeds: تُطعم</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We put …… plants in the tank.   (red – green – yellow)</a:t>
            </a:r>
          </a:p>
          <a:p>
            <a:pPr rtl="0" algn="l">
              <a:spcAft>
                <a:spcPts val="800"/>
              </a:spcAft>
            </a:pPr>
            <a:r>
              <a:rPr sz="1800" b="0" i="0" lang="en-US">
                <a:solidFill>
                  <a:srgbClr val="1C2333"/>
                </a:solidFill>
                <a:latin typeface="Segoe UI"/>
              </a:rPr>
              <a:t>2) My sister feeds the fish every …… .   (morning – night – day)</a:t>
            </a:r>
          </a:p>
          <a:p>
            <a:pPr rtl="0" algn="l">
              <a:spcAft>
                <a:spcPts val="800"/>
              </a:spcAft>
            </a:pPr>
            <a:r>
              <a:rPr sz="1800" b="0" i="0" lang="en-US">
                <a:solidFill>
                  <a:srgbClr val="1C2333"/>
                </a:solidFill>
                <a:latin typeface="Segoe UI"/>
              </a:rPr>
              <a:t>1) How many fish are in the tank?</a:t>
            </a:r>
          </a:p>
          <a:p>
            <a:pPr rtl="0" algn="l">
              <a:spcAft>
                <a:spcPts val="800"/>
              </a:spcAft>
            </a:pPr>
            <a:r>
              <a:rPr sz="1800" b="0" i="0" lang="en-US">
                <a:solidFill>
                  <a:srgbClr val="1C2333"/>
                </a:solidFill>
                <a:latin typeface="Segoe UI"/>
              </a:rPr>
              <a:t>2) Who feeds the fish every morning?</a:t>
            </a:r>
          </a:p>
          <a:p>
            <a:pPr rtl="0" algn="l">
              <a:spcAft>
                <a:spcPts val="800"/>
              </a:spcAft>
            </a:pPr>
            <a:r>
              <a:rPr sz="1800" b="0" i="0" lang="en-US">
                <a:solidFill>
                  <a:srgbClr val="1C2333"/>
                </a:solidFill>
                <a:latin typeface="Segoe UI"/>
              </a:rPr>
              <a:t>3) Where did we put rocks?</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K) Read the text and answer (1)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We put …… plants in the tank.   (red – green – yellow)</a:t>
            </a:r>
          </a:p>
          <a:p>
            <a:pPr lvl="1" rtl="0" algn="l">
              <a:spcAft>
                <a:spcPts val="700"/>
              </a:spcAft>
            </a:pPr>
            <a:r>
              <a:rPr sz="1600" b="1" i="0" lang="en-US">
                <a:solidFill>
                  <a:srgbClr val="0F7A3D"/>
                </a:solidFill>
                <a:latin typeface="Segoe UI"/>
              </a:rPr>
              <a:t>✔ green</a:t>
            </a:r>
          </a:p>
          <a:p>
            <a:pPr rtl="0" algn="l">
              <a:spcAft>
                <a:spcPts val="300"/>
              </a:spcAft>
            </a:pPr>
            <a:r>
              <a:rPr sz="1700" b="0" i="0" lang="en-US">
                <a:solidFill>
                  <a:srgbClr val="1C2333"/>
                </a:solidFill>
                <a:latin typeface="Segoe UI"/>
              </a:rPr>
              <a:t>2) My sister feeds the fish every …… .   (morning – night – day)</a:t>
            </a:r>
          </a:p>
          <a:p>
            <a:pPr lvl="1" rtl="0" algn="l">
              <a:spcAft>
                <a:spcPts val="700"/>
              </a:spcAft>
            </a:pPr>
            <a:r>
              <a:rPr sz="1600" b="1" i="0" lang="en-US">
                <a:solidFill>
                  <a:srgbClr val="0F7A3D"/>
                </a:solidFill>
                <a:latin typeface="Segoe UI"/>
              </a:rPr>
              <a:t>✔ morning</a:t>
            </a:r>
          </a:p>
          <a:p>
            <a:pPr rtl="0" algn="l">
              <a:spcAft>
                <a:spcPts val="300"/>
              </a:spcAft>
            </a:pPr>
            <a:r>
              <a:rPr sz="1700" b="0" i="0" lang="en-US">
                <a:solidFill>
                  <a:srgbClr val="1C2333"/>
                </a:solidFill>
                <a:latin typeface="Segoe UI"/>
              </a:rPr>
              <a:t>1) How many fish are in the tank?</a:t>
            </a:r>
          </a:p>
          <a:p>
            <a:pPr lvl="1" rtl="0" algn="l">
              <a:spcAft>
                <a:spcPts val="700"/>
              </a:spcAft>
            </a:pPr>
            <a:r>
              <a:rPr sz="1600" b="1" i="0" lang="en-US">
                <a:solidFill>
                  <a:srgbClr val="0F7A3D"/>
                </a:solidFill>
                <a:latin typeface="Segoe UI"/>
              </a:rPr>
              <a:t>✔ There are ten fish in the tank.</a:t>
            </a:r>
          </a:p>
          <a:p>
            <a:pPr rtl="0" algn="l">
              <a:spcAft>
                <a:spcPts val="300"/>
              </a:spcAft>
            </a:pPr>
            <a:r>
              <a:rPr sz="1700" b="0" i="0" lang="en-US">
                <a:solidFill>
                  <a:srgbClr val="1C2333"/>
                </a:solidFill>
                <a:latin typeface="Segoe UI"/>
              </a:rPr>
              <a:t>2) Who feeds the fish every morning?</a:t>
            </a:r>
          </a:p>
          <a:p>
            <a:pPr lvl="1" rtl="0" algn="l">
              <a:spcAft>
                <a:spcPts val="700"/>
              </a:spcAft>
            </a:pPr>
            <a:r>
              <a:rPr sz="1600" b="1" i="0" lang="en-US">
                <a:solidFill>
                  <a:srgbClr val="0F7A3D"/>
                </a:solidFill>
                <a:latin typeface="Segoe UI"/>
              </a:rPr>
              <a:t>✔ My sister feeds the fish every morning.</a:t>
            </a:r>
          </a:p>
          <a:p>
            <a:pPr rtl="0" algn="l">
              <a:spcAft>
                <a:spcPts val="300"/>
              </a:spcAft>
            </a:pPr>
            <a:r>
              <a:rPr sz="1700" b="0" i="0" lang="en-US">
                <a:solidFill>
                  <a:srgbClr val="1C2333"/>
                </a:solidFill>
                <a:latin typeface="Segoe UI"/>
              </a:rPr>
              <a:t>3) Where did we put rocks?</a:t>
            </a:r>
          </a:p>
          <a:p>
            <a:pPr lvl="1" rtl="0" algn="l">
              <a:spcAft>
                <a:spcPts val="700"/>
              </a:spcAft>
            </a:pPr>
            <a:r>
              <a:rPr sz="1600" b="1" i="0" lang="en-US">
                <a:solidFill>
                  <a:srgbClr val="0F7A3D"/>
                </a:solidFill>
                <a:latin typeface="Segoe UI"/>
              </a:rPr>
              <a:t>✔ We put rocks on the bottom of the tank.</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r>
              <a:rPr sz="1600" b="1" i="0" lang="en-US">
                <a:solidFill>
                  <a:srgbClr val="C26A12"/>
                </a:solidFill>
                <a:latin typeface="Segoe UI"/>
              </a:rPr>
              <a:t>Read the text — اقرأ النص</a:t>
            </a:r>
          </a:p>
          <a:p>
            <a:pPr rtl="0" algn="l">
              <a:spcBef>
                <a:spcPts val="600"/>
              </a:spcBef>
            </a:pPr>
            <a:r>
              <a:rPr sz="1900" b="0" i="0" lang="en-US">
                <a:solidFill>
                  <a:srgbClr val="1C2333"/>
                </a:solidFill>
                <a:latin typeface="Segoe UI"/>
              </a:rPr>
              <a:t>I want to be a teacher. For me, the teacher's job is the best in the world. For a teacher every day is different. Students always ask surprising questions. Teachers need to think quickly. They need to encourage their students. They need to be very patient. They work for many hours every day. It's a hard job, but it's exciting. A teacher can change his students' lives.</a:t>
            </a:r>
          </a:p>
          <a:p>
            <a:pPr rtl="0" algn="r">
              <a:spcBef>
                <a:spcPts val="800"/>
              </a:spcBef>
            </a:pPr>
            <a:r>
              <a:rPr sz="1400" b="0" i="0" lang="en-US">
                <a:solidFill>
                  <a:srgbClr val="5B6478"/>
                </a:solidFill>
                <a:latin typeface="Segoe UI"/>
              </a:rPr>
              <a:t>surprising: مفاجئة   encourage: يشجع   patient: صبور   exciting: مثير   lives: حياة</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This text is about a …… job.   (doctor's – teacher's – engineer's)</a:t>
            </a:r>
          </a:p>
          <a:p>
            <a:pPr rtl="0" algn="l">
              <a:spcAft>
                <a:spcPts val="800"/>
              </a:spcAft>
            </a:pPr>
            <a:r>
              <a:rPr sz="1800" b="0" i="0" lang="en-US">
                <a:solidFill>
                  <a:srgbClr val="1C2333"/>
                </a:solidFill>
                <a:latin typeface="Segoe UI"/>
              </a:rPr>
              <a:t>2) Teachers need to be very …… .   (nervous – unkind – patient)</a:t>
            </a:r>
          </a:p>
          <a:p>
            <a:pPr rtl="0" algn="l">
              <a:spcAft>
                <a:spcPts val="800"/>
              </a:spcAft>
            </a:pPr>
            <a:r>
              <a:rPr sz="1800" b="0" i="0" lang="en-US">
                <a:solidFill>
                  <a:srgbClr val="1C2333"/>
                </a:solidFill>
                <a:latin typeface="Segoe UI"/>
              </a:rPr>
              <a:t>1) What do students usually ask their teacher?</a:t>
            </a:r>
          </a:p>
          <a:p>
            <a:pPr rtl="0" algn="l">
              <a:spcAft>
                <a:spcPts val="800"/>
              </a:spcAft>
            </a:pPr>
            <a:r>
              <a:rPr sz="1800" b="0" i="0" lang="en-US">
                <a:solidFill>
                  <a:srgbClr val="1C2333"/>
                </a:solidFill>
                <a:latin typeface="Segoe UI"/>
              </a:rPr>
              <a:t>2) Who can change the students' lives?</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2"/>
                </a:solidFill>
                <a:latin typeface="Segoe UI"/>
              </a:rPr>
              <a:t>14</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14 — Verb to be in the past (was / were)</a:t>
            </a:r>
          </a:p>
          <a:p>
            <a:pPr rtl="0" algn="l"/>
            <a:r>
              <a:rPr sz="1400" b="0" i="0" lang="en-US">
                <a:solidFill>
                  <a:srgbClr val="DDE6F3"/>
                </a:solidFill>
                <a:latin typeface="Segoe UI"/>
              </a:rPr>
              <a:t>L) Read the text and answer (2)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This text is about a …… job.   (doctor's – teacher's – engineer's)</a:t>
            </a:r>
          </a:p>
          <a:p>
            <a:pPr lvl="1" rtl="0" algn="l">
              <a:spcAft>
                <a:spcPts val="700"/>
              </a:spcAft>
            </a:pPr>
            <a:r>
              <a:rPr sz="1600" b="1" i="0" lang="en-US">
                <a:solidFill>
                  <a:srgbClr val="0F7A3D"/>
                </a:solidFill>
                <a:latin typeface="Segoe UI"/>
              </a:rPr>
              <a:t>✔ teacher's</a:t>
            </a:r>
          </a:p>
          <a:p>
            <a:pPr rtl="0" algn="l">
              <a:spcAft>
                <a:spcPts val="300"/>
              </a:spcAft>
            </a:pPr>
            <a:r>
              <a:rPr sz="1700" b="0" i="0" lang="en-US">
                <a:solidFill>
                  <a:srgbClr val="1C2333"/>
                </a:solidFill>
                <a:latin typeface="Segoe UI"/>
              </a:rPr>
              <a:t>2) Teachers need to be very …… .   (nervous – unkind – patient)</a:t>
            </a:r>
          </a:p>
          <a:p>
            <a:pPr lvl="1" rtl="0" algn="l">
              <a:spcAft>
                <a:spcPts val="700"/>
              </a:spcAft>
            </a:pPr>
            <a:r>
              <a:rPr sz="1600" b="1" i="0" lang="en-US">
                <a:solidFill>
                  <a:srgbClr val="0F7A3D"/>
                </a:solidFill>
                <a:latin typeface="Segoe UI"/>
              </a:rPr>
              <a:t>✔ patient</a:t>
            </a:r>
          </a:p>
          <a:p>
            <a:pPr rtl="0" algn="l">
              <a:spcAft>
                <a:spcPts val="300"/>
              </a:spcAft>
            </a:pPr>
            <a:r>
              <a:rPr sz="1700" b="0" i="0" lang="en-US">
                <a:solidFill>
                  <a:srgbClr val="1C2333"/>
                </a:solidFill>
                <a:latin typeface="Segoe UI"/>
              </a:rPr>
              <a:t>1) What do students usually ask their teacher?</a:t>
            </a:r>
          </a:p>
          <a:p>
            <a:pPr lvl="1" rtl="0" algn="l">
              <a:spcAft>
                <a:spcPts val="700"/>
              </a:spcAft>
            </a:pPr>
            <a:r>
              <a:rPr sz="1600" b="1" i="0" lang="en-US">
                <a:solidFill>
                  <a:srgbClr val="0F7A3D"/>
                </a:solidFill>
                <a:latin typeface="Segoe UI"/>
              </a:rPr>
              <a:t>✔ They ask surprising questions .</a:t>
            </a:r>
          </a:p>
          <a:p>
            <a:pPr rtl="0" algn="l">
              <a:spcAft>
                <a:spcPts val="300"/>
              </a:spcAft>
            </a:pPr>
            <a:r>
              <a:rPr sz="1700" b="0" i="0" lang="en-US">
                <a:solidFill>
                  <a:srgbClr val="1C2333"/>
                </a:solidFill>
                <a:latin typeface="Segoe UI"/>
              </a:rPr>
              <a:t>2) Who can change the students' lives?</a:t>
            </a:r>
          </a:p>
          <a:p>
            <a:pPr lvl="1" rtl="0" algn="l">
              <a:spcAft>
                <a:spcPts val="700"/>
              </a:spcAft>
            </a:pPr>
            <a:r>
              <a:rPr sz="1600" b="1" i="0" lang="en-US">
                <a:solidFill>
                  <a:srgbClr val="0F7A3D"/>
                </a:solidFill>
                <a:latin typeface="Segoe UI"/>
              </a:rPr>
              <a:t>✔ A teacher can change his students' lives.</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15</a:t>
            </a:r>
          </a:p>
          <a:p>
            <a:pPr algn="ctr" rtl="0"/>
            <a:r>
              <a:rPr sz="4600" b="1" i="0" lang="en-US">
                <a:solidFill>
                  <a:srgbClr val="FFFFFF"/>
                </a:solidFill>
                <a:latin typeface="Segoe UI"/>
              </a:rPr>
              <a:t>Writing: A paragraph about an animal or a bird</a:t>
            </a:r>
          </a:p>
          <a:p>
            <a:pPr algn="ctr" rtl="1"/>
            <a:r>
              <a:rPr sz="2900" b="0" i="0" lang="ar-EG" altLang="en-US">
                <a:solidFill>
                  <a:srgbClr val="FFFFFF"/>
                </a:solidFill>
                <a:latin typeface="Traditional Arabic"/>
              </a:rPr>
              <a:t>كيف تكتب براجراف عن حيوان أو طائر</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Model paragraph — نموذج</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1700" b="0" i="1" lang="en-US">
                <a:solidFill>
                  <a:srgbClr val="5B6478"/>
                </a:solidFill>
                <a:latin typeface="Segoe UI"/>
              </a:rPr>
              <a:t>   e.g. It's a lion. It's an animal. It lives in the forest. It's strong and dangerous. It has four legs and strong teeth. It eats meat.</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2084832"/>
        </p:xfrm>
        <a:graphic>
          <a:graphicData uri="http://schemas.openxmlformats.org/drawingml/2006/table">
            <a:tbl>
              <a:tblPr firstRow="1" bandRow="1">
                <a:tableStyleId>{5C22544A-7EE6-4342-B048-85BDC9FD1C3A}</a:tableStyleId>
              </a:tblPr>
              <a:tblGrid>
                <a:gridCol w="5638647"/>
                <a:gridCol w="5638648"/>
              </a:tblGrid>
              <a:tr h="347472">
                <a:tc>
                  <a:txBody>
                    <a:bodyPr/>
                    <a:lstStyle/>
                    <a:p>
                      <a:pPr rtl="0" algn="l"/>
                      <a:r>
                        <a:rPr sz="1400" b="1" i="0" lang="en-US">
                          <a:solidFill>
                            <a:srgbClr val="FFFFFF"/>
                          </a:solidFill>
                          <a:latin typeface="Segoe UI"/>
                        </a:rPr>
                        <a:t>Sentence</a:t>
                      </a:r>
                    </a:p>
                  </a:txBody>
                  <a:tcPr>
                    <a:solidFill>
                      <a:srgbClr val="489422"/>
                    </a:solidFill>
                  </a:tcPr>
                </a:tc>
                <a:tc>
                  <a:txBody>
                    <a:bodyPr/>
                    <a:lstStyle/>
                    <a:p>
                      <a:pPr rtl="1" algn="r"/>
                      <a:r>
                        <a:rPr sz="1700" b="1" i="0" lang="ar-EG" altLang="en-US">
                          <a:solidFill>
                            <a:srgbClr val="FFFFFF"/>
                          </a:solidFill>
                          <a:latin typeface="Traditional Arabic"/>
                        </a:rPr>
                        <a:t>Choices — الاختيارات</a:t>
                      </a:r>
                    </a:p>
                  </a:txBody>
                  <a:tcPr>
                    <a:solidFill>
                      <a:srgbClr val="489422"/>
                    </a:solidFill>
                  </a:tcPr>
                </a:tc>
              </a:tr>
              <a:tr h="347472">
                <a:tc>
                  <a:txBody>
                    <a:bodyPr/>
                    <a:lstStyle/>
                    <a:p>
                      <a:pPr rtl="1" algn="r"/>
                      <a:r>
                        <a:rPr sz="1600" b="0" i="0" lang="ar-EG" altLang="en-US">
                          <a:solidFill>
                            <a:srgbClr val="1C2333"/>
                          </a:solidFill>
                          <a:latin typeface="Traditional Arabic"/>
                        </a:rPr>
                        <a:t>It's a / an … (اسم الحيوان أو الطائر)</a:t>
                      </a:r>
                    </a:p>
                  </a:txBody>
                  <a:tcPr>
                    <a:solidFill>
                      <a:srgbClr val="FFFFFF"/>
                    </a:solidFill>
                  </a:tcPr>
                </a:tc>
                <a:tc>
                  <a:txBody>
                    <a:bodyPr/>
                    <a:lstStyle/>
                    <a:p>
                      <a:pPr rtl="0" algn="l"/>
                      <a:r>
                        <a:rPr sz="1300" b="0" i="0" lang="en-US">
                          <a:solidFill>
                            <a:srgbClr val="1C2333"/>
                          </a:solidFill>
                          <a:latin typeface="Segoe UI"/>
                        </a:rPr>
                        <a:t>It's an animal / It's a bird</a:t>
                      </a:r>
                    </a:p>
                  </a:txBody>
                  <a:tcPr>
                    <a:solidFill>
                      <a:srgbClr val="FFFFFF"/>
                    </a:solidFill>
                  </a:tcPr>
                </a:tc>
              </a:tr>
              <a:tr h="347472">
                <a:tc>
                  <a:txBody>
                    <a:bodyPr/>
                    <a:lstStyle/>
                    <a:p>
                      <a:pPr rtl="0" algn="l"/>
                      <a:r>
                        <a:rPr sz="1300" b="0" i="0" lang="en-US">
                          <a:solidFill>
                            <a:srgbClr val="1C2333"/>
                          </a:solidFill>
                          <a:latin typeface="Segoe UI"/>
                        </a:rPr>
                        <a:t>It lives in the …</a:t>
                      </a:r>
                    </a:p>
                  </a:txBody>
                  <a:tcPr>
                    <a:solidFill>
                      <a:srgbClr val="EEF3FA"/>
                    </a:solidFill>
                  </a:tcPr>
                </a:tc>
                <a:tc>
                  <a:txBody>
                    <a:bodyPr/>
                    <a:lstStyle/>
                    <a:p>
                      <a:pPr rtl="1" algn="r"/>
                      <a:r>
                        <a:rPr sz="1600" b="0" i="0" lang="ar-EG" altLang="en-US">
                          <a:solidFill>
                            <a:srgbClr val="1C2333"/>
                          </a:solidFill>
                          <a:latin typeface="Traditional Arabic"/>
                        </a:rPr>
                        <a:t>barn الحظيرة – forest الغابة – desert الصحراء – zoo حديقة الحيوان – field الحقل – farm المزرعة – sea البحر</a:t>
                      </a:r>
                    </a:p>
                  </a:txBody>
                  <a:tcPr>
                    <a:solidFill>
                      <a:srgbClr val="EEF3FA"/>
                    </a:solidFill>
                  </a:tcPr>
                </a:tc>
              </a:tr>
              <a:tr h="347472">
                <a:tc>
                  <a:txBody>
                    <a:bodyPr/>
                    <a:lstStyle/>
                    <a:p>
                      <a:pPr rtl="0" algn="l"/>
                      <a:r>
                        <a:rPr sz="1300" b="0" i="0" lang="en-US">
                          <a:solidFill>
                            <a:srgbClr val="1C2333"/>
                          </a:solidFill>
                          <a:latin typeface="Segoe UI"/>
                        </a:rPr>
                        <a:t>It's …</a:t>
                      </a:r>
                    </a:p>
                  </a:txBody>
                  <a:tcPr>
                    <a:solidFill>
                      <a:srgbClr val="FFFFFF"/>
                    </a:solidFill>
                  </a:tcPr>
                </a:tc>
                <a:tc>
                  <a:txBody>
                    <a:bodyPr/>
                    <a:lstStyle/>
                    <a:p>
                      <a:pPr rtl="0" algn="l"/>
                      <a:r>
                        <a:rPr sz="1300" b="0" i="0" lang="en-US">
                          <a:solidFill>
                            <a:srgbClr val="1C2333"/>
                          </a:solidFill>
                          <a:latin typeface="Segoe UI"/>
                        </a:rPr>
                        <a:t>strong قوي – dangerous خطير – huge ضخم – helpful متعاون – small صغير – fast سريع – slow بطيء</a:t>
                      </a:r>
                    </a:p>
                  </a:txBody>
                  <a:tcPr>
                    <a:solidFill>
                      <a:srgbClr val="FFFFFF"/>
                    </a:solidFill>
                  </a:tcPr>
                </a:tc>
              </a:tr>
              <a:tr h="347472">
                <a:tc>
                  <a:txBody>
                    <a:bodyPr/>
                    <a:lstStyle/>
                    <a:p>
                      <a:pPr rtl="0" algn="l"/>
                      <a:r>
                        <a:rPr sz="1300" b="0" i="0" lang="en-US">
                          <a:solidFill>
                            <a:srgbClr val="1C2333"/>
                          </a:solidFill>
                          <a:latin typeface="Segoe UI"/>
                        </a:rPr>
                        <a:t>It has …</a:t>
                      </a:r>
                    </a:p>
                  </a:txBody>
                  <a:tcPr>
                    <a:solidFill>
                      <a:srgbClr val="EEF3FA"/>
                    </a:solidFill>
                  </a:tcPr>
                </a:tc>
                <a:tc>
                  <a:txBody>
                    <a:bodyPr/>
                    <a:lstStyle/>
                    <a:p>
                      <a:pPr rtl="0" algn="l"/>
                      <a:r>
                        <a:rPr sz="1300" b="0" i="0" lang="en-US">
                          <a:solidFill>
                            <a:srgbClr val="1C2333"/>
                          </a:solidFill>
                          <a:latin typeface="Segoe UI"/>
                        </a:rPr>
                        <a:t>four legs أربع أرجل – two legs رجلان – wings أجنحة – strong teeth أسنان قوية – a beak منقار – claws مخالب – a long tail ذيل طويل – a trunk خرطوم</a:t>
                      </a:r>
                    </a:p>
                  </a:txBody>
                  <a:tcPr>
                    <a:solidFill>
                      <a:srgbClr val="EEF3FA"/>
                    </a:solidFill>
                  </a:tcPr>
                </a:tc>
              </a:tr>
              <a:tr h="347472">
                <a:tc>
                  <a:txBody>
                    <a:bodyPr/>
                    <a:lstStyle/>
                    <a:p>
                      <a:pPr rtl="0" algn="l"/>
                      <a:r>
                        <a:rPr sz="1300" b="0" i="0" lang="en-US">
                          <a:solidFill>
                            <a:srgbClr val="1C2333"/>
                          </a:solidFill>
                          <a:latin typeface="Segoe UI"/>
                        </a:rPr>
                        <a:t>It eats …</a:t>
                      </a:r>
                    </a:p>
                  </a:txBody>
                  <a:tcPr>
                    <a:solidFill>
                      <a:srgbClr val="FFFFFF"/>
                    </a:solidFill>
                  </a:tcPr>
                </a:tc>
                <a:tc>
                  <a:txBody>
                    <a:bodyPr/>
                    <a:lstStyle/>
                    <a:p>
                      <a:pPr rtl="0" algn="l"/>
                      <a:r>
                        <a:rPr sz="1300" b="0" i="0" lang="en-US">
                          <a:solidFill>
                            <a:srgbClr val="1C2333"/>
                          </a:solidFill>
                          <a:latin typeface="Segoe UI"/>
                        </a:rPr>
                        <a:t>animals حيوانات – plants نباتات – grass حشائش – insects حشرات – meat لحم – corn ذرة</a:t>
                      </a:r>
                    </a:p>
                  </a:txBody>
                  <a:tcPr>
                    <a:solidFill>
                      <a:srgbClr val="FFFFFF"/>
                    </a:solidFill>
                  </a:tcPr>
                </a:tc>
              </a:tr>
            </a:tbl>
          </a:graphicData>
        </a:graphic>
      </p:graphicFrame>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A) Write a paragraph about an animal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Write a paragraph about an animal — اكتب براجراف عن حيوان (a camel)</a:t>
            </a:r>
          </a:p>
          <a:p>
            <a:pPr rtl="0" algn="l">
              <a:spcAft>
                <a:spcPts val="800"/>
              </a:spcAft>
            </a:pPr>
            <a:r>
              <a:rPr sz="1800" b="0" i="0" lang="en-US">
                <a:solidFill>
                  <a:srgbClr val="1C2333"/>
                </a:solidFill>
                <a:latin typeface="Segoe UI"/>
              </a:rPr>
              <a:t>2) Write a paragraph about an animal (an elephant)</a:t>
            </a:r>
          </a:p>
          <a:p>
            <a:pPr rtl="0" algn="l">
              <a:spcAft>
                <a:spcPts val="800"/>
              </a:spcAft>
            </a:pPr>
            <a:r>
              <a:rPr sz="1800" b="0" i="0" lang="en-US">
                <a:solidFill>
                  <a:srgbClr val="1C2333"/>
                </a:solidFill>
                <a:latin typeface="Segoe UI"/>
              </a:rPr>
              <a:t>3) Write a paragraph about an animal (a cow)</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A) Write a paragraph about an animal · In-class Practice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Write a paragraph about an animal — اكتب براجراف عن حيوان (a camel)</a:t>
            </a:r>
          </a:p>
          <a:p>
            <a:pPr lvl="1" rtl="0" algn="l">
              <a:spcAft>
                <a:spcPts val="700"/>
              </a:spcAft>
            </a:pPr>
            <a:r>
              <a:rPr sz="1600" b="1" i="0" lang="en-US">
                <a:solidFill>
                  <a:srgbClr val="0F7A3D"/>
                </a:solidFill>
                <a:latin typeface="Segoe UI"/>
              </a:rPr>
              <a:t>✔ It's a camel. It's an animal. It lives in the desert. It's strong and helpful. It has four legs and a long neck. It eats plants and grass.</a:t>
            </a:r>
          </a:p>
          <a:p>
            <a:pPr rtl="0" algn="l">
              <a:spcAft>
                <a:spcPts val="300"/>
              </a:spcAft>
            </a:pPr>
            <a:r>
              <a:rPr sz="1700" b="0" i="0" lang="en-US">
                <a:solidFill>
                  <a:srgbClr val="1C2333"/>
                </a:solidFill>
                <a:latin typeface="Segoe UI"/>
              </a:rPr>
              <a:t>2) Write a paragraph about an animal (an elephant)</a:t>
            </a:r>
          </a:p>
          <a:p>
            <a:pPr lvl="1" rtl="0" algn="l">
              <a:spcAft>
                <a:spcPts val="700"/>
              </a:spcAft>
            </a:pPr>
            <a:r>
              <a:rPr sz="1600" b="1" i="0" lang="en-US">
                <a:solidFill>
                  <a:srgbClr val="0F7A3D"/>
                </a:solidFill>
                <a:latin typeface="Segoe UI"/>
              </a:rPr>
              <a:t>✔ It's an elephant. It's an animal. It lives in the forest and in the zoo. It's huge and strong. It has four legs, two big ears and a trunk. It eats plants and grass.</a:t>
            </a:r>
          </a:p>
          <a:p>
            <a:pPr rtl="0" algn="l">
              <a:spcAft>
                <a:spcPts val="300"/>
              </a:spcAft>
            </a:pPr>
            <a:r>
              <a:rPr sz="1700" b="0" i="0" lang="en-US">
                <a:solidFill>
                  <a:srgbClr val="1C2333"/>
                </a:solidFill>
                <a:latin typeface="Segoe UI"/>
              </a:rPr>
              <a:t>3) Write a paragraph about an animal (a cow)</a:t>
            </a:r>
          </a:p>
          <a:p>
            <a:pPr lvl="1" rtl="0" algn="l">
              <a:spcAft>
                <a:spcPts val="700"/>
              </a:spcAft>
            </a:pPr>
            <a:r>
              <a:rPr sz="1600" b="1" i="0" lang="en-US">
                <a:solidFill>
                  <a:srgbClr val="0F7A3D"/>
                </a:solidFill>
                <a:latin typeface="Segoe UI"/>
              </a:rPr>
              <a:t>✔ It's a cow. It's an animal. It lives in the barn on the farm. It's helpful and slow. It has four legs and a long tail. It eats grass and corn. It gives us milk.</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B) Write a paragraph about a bird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Write a paragraph about a bird — اكتب براجراف عن طائر (an eagle)</a:t>
            </a:r>
          </a:p>
          <a:p>
            <a:pPr rtl="0" algn="l">
              <a:spcAft>
                <a:spcPts val="800"/>
              </a:spcAft>
            </a:pPr>
            <a:r>
              <a:rPr sz="1800" b="0" i="0" lang="en-US">
                <a:solidFill>
                  <a:srgbClr val="1C2333"/>
                </a:solidFill>
                <a:latin typeface="Segoe UI"/>
              </a:rPr>
              <a:t>2) Write a paragraph about a bird (a hen)</a:t>
            </a:r>
          </a:p>
          <a:p>
            <a:pPr rtl="0" algn="l">
              <a:spcAft>
                <a:spcPts val="800"/>
              </a:spcAft>
            </a:pPr>
            <a:r>
              <a:rPr sz="1800" b="0" i="0" lang="en-US">
                <a:solidFill>
                  <a:srgbClr val="1C2333"/>
                </a:solidFill>
                <a:latin typeface="Segoe UI"/>
              </a:rPr>
              <a:t>3) Write a paragraph about a bird (a parrot)</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489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489422"/>
                </a:solidFill>
                <a:latin typeface="Segoe UI"/>
              </a:rPr>
              <a:t>15</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15 — Writing: A paragraph about an animal or a bird</a:t>
            </a:r>
          </a:p>
          <a:p>
            <a:pPr rtl="0" algn="l"/>
            <a:r>
              <a:rPr sz="1400" b="0" i="0" lang="en-US">
                <a:solidFill>
                  <a:srgbClr val="DDE6F3"/>
                </a:solidFill>
                <a:latin typeface="Segoe UI"/>
              </a:rPr>
              <a:t>B) Write a paragraph about a bird · Homework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Write a paragraph about a bird — اكتب براجراف عن طائر (an eagle)</a:t>
            </a:r>
          </a:p>
          <a:p>
            <a:pPr lvl="1" rtl="0" algn="l">
              <a:spcAft>
                <a:spcPts val="700"/>
              </a:spcAft>
            </a:pPr>
            <a:r>
              <a:rPr sz="1600" b="1" i="0" lang="en-US">
                <a:solidFill>
                  <a:srgbClr val="0F7A3D"/>
                </a:solidFill>
                <a:latin typeface="Segoe UI"/>
              </a:rPr>
              <a:t>✔ It's an eagle. It's a bird. It lives in the mountains. It's strong, fast and dangerous. It has two legs, two big wings, a beak and sharp claws. It eats small animals.</a:t>
            </a:r>
          </a:p>
          <a:p>
            <a:pPr rtl="0" algn="l">
              <a:spcAft>
                <a:spcPts val="300"/>
              </a:spcAft>
            </a:pPr>
            <a:r>
              <a:rPr sz="1700" b="0" i="0" lang="en-US">
                <a:solidFill>
                  <a:srgbClr val="1C2333"/>
                </a:solidFill>
                <a:latin typeface="Segoe UI"/>
              </a:rPr>
              <a:t>2) Write a paragraph about a bird (a hen)</a:t>
            </a:r>
          </a:p>
          <a:p>
            <a:pPr lvl="1" rtl="0" algn="l">
              <a:spcAft>
                <a:spcPts val="700"/>
              </a:spcAft>
            </a:pPr>
            <a:r>
              <a:rPr sz="1600" b="1" i="0" lang="en-US">
                <a:solidFill>
                  <a:srgbClr val="0F7A3D"/>
                </a:solidFill>
                <a:latin typeface="Segoe UI"/>
              </a:rPr>
              <a:t>✔ It's a hen. It's a bird. It lives on the farm. It's small and helpful. It has two legs, two wings and a beak. It eats corn and insects. It gives us eggs.</a:t>
            </a:r>
          </a:p>
          <a:p>
            <a:pPr rtl="0" algn="l">
              <a:spcAft>
                <a:spcPts val="300"/>
              </a:spcAft>
            </a:pPr>
            <a:r>
              <a:rPr sz="1700" b="0" i="0" lang="en-US">
                <a:solidFill>
                  <a:srgbClr val="1C2333"/>
                </a:solidFill>
                <a:latin typeface="Segoe UI"/>
              </a:rPr>
              <a:t>3) Write a paragraph about a bird (a parrot)</a:t>
            </a:r>
          </a:p>
          <a:p>
            <a:pPr lvl="1" rtl="0" algn="l">
              <a:spcAft>
                <a:spcPts val="700"/>
              </a:spcAft>
            </a:pPr>
            <a:r>
              <a:rPr sz="1600" b="1" i="0" lang="en-US">
                <a:solidFill>
                  <a:srgbClr val="0F7A3D"/>
                </a:solidFill>
                <a:latin typeface="Segoe UI"/>
              </a:rPr>
              <a:t>✔ It's a parrot. It's a bird. It lives in the forest. It's small, fast and beautiful. It has two legs, two colourful wings and a beak. It eats fruit and seeds. It can talk.</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16</a:t>
            </a:r>
          </a:p>
          <a:p>
            <a:pPr algn="ctr" rtl="0"/>
            <a:r>
              <a:rPr sz="4600" b="1" i="0" lang="en-US">
                <a:solidFill>
                  <a:srgbClr val="FFFFFF"/>
                </a:solidFill>
                <a:latin typeface="Segoe UI"/>
              </a:rPr>
              <a:t>Comparative &amp; Superlative Adjectives</a:t>
            </a:r>
          </a:p>
          <a:p>
            <a:pPr algn="ctr" rtl="1"/>
            <a:r>
              <a:rPr sz="2900" b="0" i="0" lang="ar-EG" altLang="en-US">
                <a:solidFill>
                  <a:srgbClr val="FFFFFF"/>
                </a:solidFill>
                <a:latin typeface="Traditional Arabic"/>
              </a:rPr>
              <a:t>صفات المقارنة والتفضيل</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1" algn="r"/>
            <a:r>
              <a:rPr sz="1700" b="0" i="0" lang="ar-EG" altLang="en-US">
                <a:solidFill>
                  <a:srgbClr val="DDE6F3"/>
                </a:solidFill>
                <a:latin typeface="Traditional Arabic"/>
              </a:rPr>
              <a:t>Comparative — صفات المقارنة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فاعل + am / is / are + صفة + er + than + …</a:t>
            </a:r>
          </a:p>
          <a:p>
            <a:pPr rtl="1" algn="r">
              <a:spcAft>
                <a:spcPts val="600"/>
              </a:spcAft>
            </a:pPr>
            <a:r>
              <a:rPr sz="2100" b="0" i="0" lang="ar-EG" altLang="en-US">
                <a:solidFill>
                  <a:srgbClr val="1C2333"/>
                </a:solidFill>
                <a:latin typeface="Traditional Arabic"/>
              </a:rPr>
              <a:t>تُستخدم للمقارنة بين شخصين أو شيئين أو مجموعتين.</a:t>
            </a:r>
          </a:p>
          <a:p>
            <a:pPr rtl="1" algn="r">
              <a:spcAft>
                <a:spcPts val="600"/>
              </a:spcAft>
            </a:pPr>
            <a:r>
              <a:rPr sz="2100" b="0" i="0" lang="ar-EG" altLang="en-US">
                <a:solidFill>
                  <a:srgbClr val="1C2333"/>
                </a:solidFill>
                <a:latin typeface="Traditional Arabic"/>
              </a:rPr>
              <a:t>• fat → fat ter thin → thin ner big → big ger — إذا كانت الصفة من مقطع واحد وتنتهي بحرف ساكن قبله حرف متحرك، نضعّف الحرف الأخير قبل إضافة er.</a:t>
            </a:r>
          </a:p>
          <a:p>
            <a:pPr rtl="1" algn="r">
              <a:spcAft>
                <a:spcPts val="600"/>
              </a:spcAft>
            </a:pPr>
            <a:r>
              <a:rPr sz="2100" b="0" i="0" lang="ar-EG" altLang="en-US">
                <a:solidFill>
                  <a:srgbClr val="1C2333"/>
                </a:solidFill>
                <a:latin typeface="Traditional Arabic"/>
              </a:rPr>
              <a:t>• happy → happ ier than easy → eas ier than — إذا انتهت الصفة بـ y وقبلها حرف ساكن، تُحذف الـ y ونضيف ier.</a:t>
            </a:r>
          </a:p>
          <a:p>
            <a:pPr rtl="1" algn="r">
              <a:spcAft>
                <a:spcPts val="600"/>
              </a:spcAft>
            </a:pPr>
            <a:r>
              <a:rPr sz="2100" b="0" i="0" lang="ar-EG" altLang="en-US">
                <a:solidFill>
                  <a:srgbClr val="1C2333"/>
                </a:solidFill>
                <a:latin typeface="Traditional Arabic"/>
              </a:rPr>
              <a:t>• good → better than bad → worse than — صفات شاذة غير منتظمة تُحفظ كما هي.</a:t>
            </a:r>
          </a:p>
          <a:p>
            <a:pPr rtl="0" algn="l">
              <a:spcAft>
                <a:spcPts val="600"/>
              </a:spcAft>
            </a:pPr>
            <a:r>
              <a:rPr sz="1800" b="0" i="0" lang="en-US">
                <a:solidFill>
                  <a:srgbClr val="1C2333"/>
                </a:solidFill>
                <a:latin typeface="Segoe UI"/>
              </a:rPr>
              <a:t>• fast → fast er than tall → tall er than — باقي الصفات المنتظمة يضاف لها er.</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Superlative — صفات التفضيل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the + صفة + est</a:t>
            </a:r>
          </a:p>
          <a:p>
            <a:pPr rtl="1" algn="r">
              <a:spcAft>
                <a:spcPts val="600"/>
              </a:spcAft>
            </a:pPr>
            <a:r>
              <a:rPr sz="2100" b="0" i="0" lang="ar-EG" altLang="en-US">
                <a:solidFill>
                  <a:srgbClr val="1C2333"/>
                </a:solidFill>
                <a:latin typeface="Traditional Arabic"/>
              </a:rPr>
              <a:t>تُستخدم لتفضيل شخص أو شيء عن الباقي.</a:t>
            </a:r>
          </a:p>
          <a:p>
            <a:pPr rtl="1" algn="r">
              <a:spcAft>
                <a:spcPts val="600"/>
              </a:spcAft>
            </a:pPr>
            <a:r>
              <a:rPr sz="2100" b="0" i="0" lang="ar-EG" altLang="en-US">
                <a:solidFill>
                  <a:srgbClr val="1C2333"/>
                </a:solidFill>
                <a:latin typeface="Traditional Arabic"/>
              </a:rPr>
              <a:t>• happy → the happ iest easy → the eas iest — إذا انتهت الصفة بـ y وقبلها ساكن، تُحذف ونضيف iest.</a:t>
            </a:r>
          </a:p>
          <a:p>
            <a:pPr rtl="1" algn="r">
              <a:spcAft>
                <a:spcPts val="600"/>
              </a:spcAft>
            </a:pPr>
            <a:r>
              <a:rPr sz="2100" b="0" i="0" lang="ar-EG" altLang="en-US">
                <a:solidFill>
                  <a:srgbClr val="1C2333"/>
                </a:solidFill>
                <a:latin typeface="Traditional Arabic"/>
              </a:rPr>
              <a:t>• big → the big gest fat → the fat test — إذا كانت من مقطع واحد وتنتهي بساكن قبله متحرك، نضعّف الحرف الأخير ونضيف est.</a:t>
            </a:r>
          </a:p>
          <a:p>
            <a:pPr rtl="0" algn="l">
              <a:spcAft>
                <a:spcPts val="600"/>
              </a:spcAft>
            </a:pPr>
            <a:r>
              <a:rPr sz="1800" b="0" i="0" lang="en-US">
                <a:solidFill>
                  <a:srgbClr val="1C2333"/>
                </a:solidFill>
                <a:latin typeface="Segoe UI"/>
              </a:rPr>
              <a:t>• good → the best bad → the worst — صفات شاذة تُحفظ.</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Long adjectives — الصفات الطويلة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782294"/>
                </a:solidFill>
                <a:latin typeface="Segoe UI"/>
              </a:rPr>
              <a:t>▶ more + long adjective + than</a:t>
            </a:r>
          </a:p>
          <a:p>
            <a:pPr rtl="1" algn="r">
              <a:spcAft>
                <a:spcPts val="600"/>
              </a:spcAft>
            </a:pPr>
            <a:r>
              <a:rPr sz="2100" b="0" i="0" lang="ar-EG" altLang="en-US">
                <a:solidFill>
                  <a:srgbClr val="1C2333"/>
                </a:solidFill>
                <a:latin typeface="Traditional Arabic"/>
              </a:rPr>
              <a:t>المقارنة مع الصفات الطويلة (المكوّنة من مقطعين أو أكثر).</a:t>
            </a:r>
          </a:p>
          <a:p>
            <a:pPr rtl="0" algn="l">
              <a:spcAft>
                <a:spcPts val="600"/>
              </a:spcAft>
            </a:pPr>
            <a:r>
              <a:rPr sz="2000" b="1" i="0" lang="en-US">
                <a:solidFill>
                  <a:srgbClr val="782294"/>
                </a:solidFill>
                <a:latin typeface="Segoe UI"/>
              </a:rPr>
              <a:t>▶ the most + long adjective</a:t>
            </a:r>
          </a:p>
          <a:p>
            <a:pPr rtl="1" algn="r">
              <a:spcAft>
                <a:spcPts val="600"/>
              </a:spcAft>
            </a:pPr>
            <a:r>
              <a:rPr sz="2100" b="0" i="0" lang="ar-EG" altLang="en-US">
                <a:solidFill>
                  <a:srgbClr val="1C2333"/>
                </a:solidFill>
                <a:latin typeface="Traditional Arabic"/>
              </a:rPr>
              <a:t>التفضيل مع الصفات الطويلة.</a:t>
            </a:r>
          </a:p>
          <a:p>
            <a:pPr rtl="0" algn="l">
              <a:spcAft>
                <a:spcPts val="600"/>
              </a:spcAft>
            </a:pPr>
            <a:r>
              <a:rPr sz="1800" b="0" i="0" lang="en-US">
                <a:solidFill>
                  <a:srgbClr val="1C2333"/>
                </a:solidFill>
                <a:latin typeface="Segoe UI"/>
              </a:rPr>
              <a:t>   beautiful – dangerous – expensive – modern – important – interesting</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fast → ……</a:t>
            </a:r>
          </a:p>
          <a:p>
            <a:pPr rtl="0" algn="l">
              <a:spcAft>
                <a:spcPts val="800"/>
              </a:spcAft>
            </a:pPr>
            <a:r>
              <a:rPr sz="1800" b="0" i="0" lang="en-US">
                <a:solidFill>
                  <a:srgbClr val="1C2333"/>
                </a:solidFill>
                <a:latin typeface="Segoe UI"/>
              </a:rPr>
              <a:t>2) small → ……</a:t>
            </a:r>
          </a:p>
          <a:p>
            <a:pPr rtl="0" algn="l">
              <a:spcAft>
                <a:spcPts val="800"/>
              </a:spcAft>
            </a:pPr>
            <a:r>
              <a:rPr sz="1800" b="0" i="0" lang="en-US">
                <a:solidFill>
                  <a:srgbClr val="1C2333"/>
                </a:solidFill>
                <a:latin typeface="Segoe UI"/>
              </a:rPr>
              <a:t>3) thin → ……</a:t>
            </a:r>
          </a:p>
          <a:p>
            <a:pPr rtl="0" algn="l">
              <a:spcAft>
                <a:spcPts val="800"/>
              </a:spcAft>
            </a:pPr>
            <a:r>
              <a:rPr sz="1800" b="0" i="0" lang="en-US">
                <a:solidFill>
                  <a:srgbClr val="1C2333"/>
                </a:solidFill>
                <a:latin typeface="Segoe UI"/>
              </a:rPr>
              <a:t>4) angry → ……</a:t>
            </a:r>
          </a:p>
          <a:p>
            <a:pPr rtl="0" algn="l">
              <a:spcAft>
                <a:spcPts val="800"/>
              </a:spcAft>
            </a:pPr>
            <a:r>
              <a:rPr sz="1800" b="0" i="0" lang="en-US">
                <a:solidFill>
                  <a:srgbClr val="1C2333"/>
                </a:solidFill>
                <a:latin typeface="Segoe UI"/>
              </a:rPr>
              <a:t>5) easy → ……</a:t>
            </a:r>
          </a:p>
          <a:p>
            <a:pPr rtl="0" algn="l">
              <a:spcAft>
                <a:spcPts val="800"/>
              </a:spcAft>
            </a:pPr>
            <a:r>
              <a:rPr sz="1800" b="0" i="0" lang="en-US">
                <a:solidFill>
                  <a:srgbClr val="1C2333"/>
                </a:solidFill>
                <a:latin typeface="Segoe UI"/>
              </a:rPr>
              <a:t>6) bad → ……</a:t>
            </a:r>
          </a:p>
          <a:p>
            <a:pPr rtl="0" algn="l">
              <a:spcAft>
                <a:spcPts val="800"/>
              </a:spcAft>
            </a:pPr>
            <a:r>
              <a:rPr sz="1800" b="0" i="0" lang="en-US">
                <a:solidFill>
                  <a:srgbClr val="1C2333"/>
                </a:solidFill>
                <a:latin typeface="Segoe UI"/>
              </a:rPr>
              <a:t>7) nice → ……</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fast → ……</a:t>
            </a:r>
          </a:p>
          <a:p>
            <a:pPr lvl="1" rtl="0" algn="l">
              <a:spcAft>
                <a:spcPts val="700"/>
              </a:spcAft>
            </a:pPr>
            <a:r>
              <a:rPr sz="1600" b="1" i="0" lang="en-US">
                <a:solidFill>
                  <a:srgbClr val="0F7A3D"/>
                </a:solidFill>
                <a:latin typeface="Segoe UI"/>
              </a:rPr>
              <a:t>✔ faster than</a:t>
            </a:r>
          </a:p>
          <a:p>
            <a:pPr rtl="0" algn="l">
              <a:spcAft>
                <a:spcPts val="300"/>
              </a:spcAft>
            </a:pPr>
            <a:r>
              <a:rPr sz="1700" b="0" i="0" lang="en-US">
                <a:solidFill>
                  <a:srgbClr val="1C2333"/>
                </a:solidFill>
                <a:latin typeface="Segoe UI"/>
              </a:rPr>
              <a:t>2) small → ……</a:t>
            </a:r>
          </a:p>
          <a:p>
            <a:pPr lvl="1" rtl="0" algn="l">
              <a:spcAft>
                <a:spcPts val="700"/>
              </a:spcAft>
            </a:pPr>
            <a:r>
              <a:rPr sz="1600" b="1" i="0" lang="en-US">
                <a:solidFill>
                  <a:srgbClr val="0F7A3D"/>
                </a:solidFill>
                <a:latin typeface="Segoe UI"/>
              </a:rPr>
              <a:t>✔ smaller than</a:t>
            </a:r>
          </a:p>
          <a:p>
            <a:pPr rtl="0" algn="l">
              <a:spcAft>
                <a:spcPts val="300"/>
              </a:spcAft>
            </a:pPr>
            <a:r>
              <a:rPr sz="1700" b="0" i="0" lang="en-US">
                <a:solidFill>
                  <a:srgbClr val="1C2333"/>
                </a:solidFill>
                <a:latin typeface="Segoe UI"/>
              </a:rPr>
              <a:t>3) thin → ……</a:t>
            </a:r>
          </a:p>
          <a:p>
            <a:pPr lvl="1" rtl="0" algn="l">
              <a:spcAft>
                <a:spcPts val="700"/>
              </a:spcAft>
            </a:pPr>
            <a:r>
              <a:rPr sz="1600" b="1" i="0" lang="en-US">
                <a:solidFill>
                  <a:srgbClr val="0F7A3D"/>
                </a:solidFill>
                <a:latin typeface="Segoe UI"/>
              </a:rPr>
              <a:t>✔ thinner than</a:t>
            </a:r>
          </a:p>
          <a:p>
            <a:pPr rtl="0" algn="l">
              <a:spcAft>
                <a:spcPts val="300"/>
              </a:spcAft>
            </a:pPr>
            <a:r>
              <a:rPr sz="1700" b="0" i="0" lang="en-US">
                <a:solidFill>
                  <a:srgbClr val="1C2333"/>
                </a:solidFill>
                <a:latin typeface="Segoe UI"/>
              </a:rPr>
              <a:t>4) angry → ……</a:t>
            </a:r>
          </a:p>
          <a:p>
            <a:pPr lvl="1" rtl="0" algn="l">
              <a:spcAft>
                <a:spcPts val="700"/>
              </a:spcAft>
            </a:pPr>
            <a:r>
              <a:rPr sz="1600" b="1" i="0" lang="en-US">
                <a:solidFill>
                  <a:srgbClr val="0F7A3D"/>
                </a:solidFill>
                <a:latin typeface="Segoe UI"/>
              </a:rPr>
              <a:t>✔ angrier than</a:t>
            </a:r>
          </a:p>
          <a:p>
            <a:pPr rtl="0" algn="l">
              <a:spcAft>
                <a:spcPts val="300"/>
              </a:spcAft>
            </a:pPr>
            <a:r>
              <a:rPr sz="1700" b="0" i="0" lang="en-US">
                <a:solidFill>
                  <a:srgbClr val="1C2333"/>
                </a:solidFill>
                <a:latin typeface="Segoe UI"/>
              </a:rPr>
              <a:t>5) easy → ……</a:t>
            </a:r>
          </a:p>
          <a:p>
            <a:pPr lvl="1" rtl="0" algn="l">
              <a:spcAft>
                <a:spcPts val="700"/>
              </a:spcAft>
            </a:pPr>
            <a:r>
              <a:rPr sz="1600" b="1" i="0" lang="en-US">
                <a:solidFill>
                  <a:srgbClr val="0F7A3D"/>
                </a:solidFill>
                <a:latin typeface="Segoe UI"/>
              </a:rPr>
              <a:t>✔ easier than</a:t>
            </a:r>
          </a:p>
          <a:p>
            <a:pPr rtl="0" algn="l">
              <a:spcAft>
                <a:spcPts val="300"/>
              </a:spcAft>
            </a:pPr>
            <a:r>
              <a:rPr sz="1700" b="0" i="0" lang="en-US">
                <a:solidFill>
                  <a:srgbClr val="1C2333"/>
                </a:solidFill>
                <a:latin typeface="Segoe UI"/>
              </a:rPr>
              <a:t>6) bad → ……</a:t>
            </a:r>
          </a:p>
          <a:p>
            <a:pPr lvl="1" rtl="0" algn="l">
              <a:spcAft>
                <a:spcPts val="700"/>
              </a:spcAft>
            </a:pPr>
            <a:r>
              <a:rPr sz="1600" b="1" i="0" lang="en-US">
                <a:solidFill>
                  <a:srgbClr val="0F7A3D"/>
                </a:solidFill>
                <a:latin typeface="Segoe UI"/>
              </a:rPr>
              <a:t>✔ worse than</a:t>
            </a:r>
          </a:p>
          <a:p>
            <a:pPr rtl="0" algn="l">
              <a:spcAft>
                <a:spcPts val="300"/>
              </a:spcAft>
            </a:pPr>
            <a:r>
              <a:rPr sz="1700" b="0" i="0" lang="en-US">
                <a:solidFill>
                  <a:srgbClr val="1C2333"/>
                </a:solidFill>
                <a:latin typeface="Segoe UI"/>
              </a:rPr>
              <a:t>7) nice → ……</a:t>
            </a:r>
          </a:p>
          <a:p>
            <a:pPr lvl="1" rtl="0" algn="l">
              <a:spcAft>
                <a:spcPts val="700"/>
              </a:spcAft>
            </a:pPr>
            <a:r>
              <a:rPr sz="1600" b="1" i="0" lang="en-US">
                <a:solidFill>
                  <a:srgbClr val="0F7A3D"/>
                </a:solidFill>
                <a:latin typeface="Segoe UI"/>
              </a:rPr>
              <a:t>✔ nicer than</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long → ……</a:t>
            </a:r>
          </a:p>
          <a:p>
            <a:pPr rtl="0" algn="l">
              <a:spcAft>
                <a:spcPts val="800"/>
              </a:spcAft>
            </a:pPr>
            <a:r>
              <a:rPr sz="1800" b="0" i="0" lang="en-US">
                <a:solidFill>
                  <a:srgbClr val="1C2333"/>
                </a:solidFill>
                <a:latin typeface="Segoe UI"/>
              </a:rPr>
              <a:t>9) slow → ……</a:t>
            </a:r>
          </a:p>
          <a:p>
            <a:pPr rtl="0" algn="l">
              <a:spcAft>
                <a:spcPts val="800"/>
              </a:spcAft>
            </a:pPr>
            <a:r>
              <a:rPr sz="1800" b="0" i="0" lang="en-US">
                <a:solidFill>
                  <a:srgbClr val="1C2333"/>
                </a:solidFill>
                <a:latin typeface="Segoe UI"/>
              </a:rPr>
              <a:t>10) happy → ……</a:t>
            </a:r>
          </a:p>
          <a:p>
            <a:pPr rtl="0" algn="l">
              <a:spcAft>
                <a:spcPts val="800"/>
              </a:spcAft>
            </a:pPr>
            <a:r>
              <a:rPr sz="1800" b="0" i="0" lang="en-US">
                <a:solidFill>
                  <a:srgbClr val="1C2333"/>
                </a:solidFill>
                <a:latin typeface="Segoe UI"/>
              </a:rPr>
              <a:t>11) heavy → ……</a:t>
            </a:r>
          </a:p>
          <a:p>
            <a:pPr rtl="0" algn="l">
              <a:spcAft>
                <a:spcPts val="800"/>
              </a:spcAft>
            </a:pPr>
            <a:r>
              <a:rPr sz="1800" b="0" i="0" lang="en-US">
                <a:solidFill>
                  <a:srgbClr val="1C2333"/>
                </a:solidFill>
                <a:latin typeface="Segoe UI"/>
              </a:rPr>
              <a:t>12) good → ……</a:t>
            </a:r>
          </a:p>
          <a:p>
            <a:pPr rtl="0" algn="l">
              <a:spcAft>
                <a:spcPts val="800"/>
              </a:spcAft>
            </a:pPr>
            <a:r>
              <a:rPr sz="1800" b="0" i="0" lang="en-US">
                <a:solidFill>
                  <a:srgbClr val="1C2333"/>
                </a:solidFill>
                <a:latin typeface="Segoe UI"/>
              </a:rPr>
              <a:t>13) strong → ……</a:t>
            </a:r>
          </a:p>
          <a:p>
            <a:pPr rtl="0" algn="l">
              <a:spcAft>
                <a:spcPts val="800"/>
              </a:spcAft>
            </a:pPr>
            <a:r>
              <a:rPr sz="1800" b="0" i="0" lang="en-US">
                <a:solidFill>
                  <a:srgbClr val="1C2333"/>
                </a:solidFill>
                <a:latin typeface="Segoe UI"/>
              </a:rPr>
              <a:t>14) cold → ……</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long → ……</a:t>
            </a:r>
          </a:p>
          <a:p>
            <a:pPr lvl="1" rtl="0" algn="l">
              <a:spcAft>
                <a:spcPts val="700"/>
              </a:spcAft>
            </a:pPr>
            <a:r>
              <a:rPr sz="1600" b="1" i="0" lang="en-US">
                <a:solidFill>
                  <a:srgbClr val="0F7A3D"/>
                </a:solidFill>
                <a:latin typeface="Segoe UI"/>
              </a:rPr>
              <a:t>✔ longer than</a:t>
            </a:r>
          </a:p>
          <a:p>
            <a:pPr rtl="0" algn="l">
              <a:spcAft>
                <a:spcPts val="300"/>
              </a:spcAft>
            </a:pPr>
            <a:r>
              <a:rPr sz="1700" b="0" i="0" lang="en-US">
                <a:solidFill>
                  <a:srgbClr val="1C2333"/>
                </a:solidFill>
                <a:latin typeface="Segoe UI"/>
              </a:rPr>
              <a:t>9) slow → ……</a:t>
            </a:r>
          </a:p>
          <a:p>
            <a:pPr lvl="1" rtl="0" algn="l">
              <a:spcAft>
                <a:spcPts val="700"/>
              </a:spcAft>
            </a:pPr>
            <a:r>
              <a:rPr sz="1600" b="1" i="0" lang="en-US">
                <a:solidFill>
                  <a:srgbClr val="0F7A3D"/>
                </a:solidFill>
                <a:latin typeface="Segoe UI"/>
              </a:rPr>
              <a:t>✔ slower than</a:t>
            </a:r>
          </a:p>
          <a:p>
            <a:pPr rtl="0" algn="l">
              <a:spcAft>
                <a:spcPts val="300"/>
              </a:spcAft>
            </a:pPr>
            <a:r>
              <a:rPr sz="1700" b="0" i="0" lang="en-US">
                <a:solidFill>
                  <a:srgbClr val="1C2333"/>
                </a:solidFill>
                <a:latin typeface="Segoe UI"/>
              </a:rPr>
              <a:t>10) happy → ……</a:t>
            </a:r>
          </a:p>
          <a:p>
            <a:pPr lvl="1" rtl="0" algn="l">
              <a:spcAft>
                <a:spcPts val="700"/>
              </a:spcAft>
            </a:pPr>
            <a:r>
              <a:rPr sz="1600" b="1" i="0" lang="en-US">
                <a:solidFill>
                  <a:srgbClr val="0F7A3D"/>
                </a:solidFill>
                <a:latin typeface="Segoe UI"/>
              </a:rPr>
              <a:t>✔ happier than</a:t>
            </a:r>
          </a:p>
          <a:p>
            <a:pPr rtl="0" algn="l">
              <a:spcAft>
                <a:spcPts val="300"/>
              </a:spcAft>
            </a:pPr>
            <a:r>
              <a:rPr sz="1700" b="0" i="0" lang="en-US">
                <a:solidFill>
                  <a:srgbClr val="1C2333"/>
                </a:solidFill>
                <a:latin typeface="Segoe UI"/>
              </a:rPr>
              <a:t>11) heavy → ……</a:t>
            </a:r>
          </a:p>
          <a:p>
            <a:pPr lvl="1" rtl="0" algn="l">
              <a:spcAft>
                <a:spcPts val="700"/>
              </a:spcAft>
            </a:pPr>
            <a:r>
              <a:rPr sz="1600" b="1" i="0" lang="en-US">
                <a:solidFill>
                  <a:srgbClr val="0F7A3D"/>
                </a:solidFill>
                <a:latin typeface="Segoe UI"/>
              </a:rPr>
              <a:t>✔ heavier than</a:t>
            </a:r>
          </a:p>
          <a:p>
            <a:pPr rtl="0" algn="l">
              <a:spcAft>
                <a:spcPts val="300"/>
              </a:spcAft>
            </a:pPr>
            <a:r>
              <a:rPr sz="1700" b="0" i="0" lang="en-US">
                <a:solidFill>
                  <a:srgbClr val="1C2333"/>
                </a:solidFill>
                <a:latin typeface="Segoe UI"/>
              </a:rPr>
              <a:t>12) good → ……</a:t>
            </a:r>
          </a:p>
          <a:p>
            <a:pPr lvl="1" rtl="0" algn="l">
              <a:spcAft>
                <a:spcPts val="700"/>
              </a:spcAft>
            </a:pPr>
            <a:r>
              <a:rPr sz="1600" b="1" i="0" lang="en-US">
                <a:solidFill>
                  <a:srgbClr val="0F7A3D"/>
                </a:solidFill>
                <a:latin typeface="Segoe UI"/>
              </a:rPr>
              <a:t>✔ better than</a:t>
            </a:r>
          </a:p>
          <a:p>
            <a:pPr rtl="0" algn="l">
              <a:spcAft>
                <a:spcPts val="300"/>
              </a:spcAft>
            </a:pPr>
            <a:r>
              <a:rPr sz="1700" b="0" i="0" lang="en-US">
                <a:solidFill>
                  <a:srgbClr val="1C2333"/>
                </a:solidFill>
                <a:latin typeface="Segoe UI"/>
              </a:rPr>
              <a:t>13) strong → ……</a:t>
            </a:r>
          </a:p>
          <a:p>
            <a:pPr lvl="1" rtl="0" algn="l">
              <a:spcAft>
                <a:spcPts val="700"/>
              </a:spcAft>
            </a:pPr>
            <a:r>
              <a:rPr sz="1600" b="1" i="0" lang="en-US">
                <a:solidFill>
                  <a:srgbClr val="0F7A3D"/>
                </a:solidFill>
                <a:latin typeface="Segoe UI"/>
              </a:rPr>
              <a:t>✔ stronger than</a:t>
            </a:r>
          </a:p>
          <a:p>
            <a:pPr rtl="0" algn="l">
              <a:spcAft>
                <a:spcPts val="300"/>
              </a:spcAft>
            </a:pPr>
            <a:r>
              <a:rPr sz="1700" b="0" i="0" lang="en-US">
                <a:solidFill>
                  <a:srgbClr val="1C2333"/>
                </a:solidFill>
                <a:latin typeface="Segoe UI"/>
              </a:rPr>
              <a:t>14) cold → ……</a:t>
            </a:r>
          </a:p>
          <a:p>
            <a:pPr lvl="1" rtl="0" algn="l">
              <a:spcAft>
                <a:spcPts val="700"/>
              </a:spcAft>
            </a:pPr>
            <a:r>
              <a:rPr sz="1600" b="1" i="0" lang="en-US">
                <a:solidFill>
                  <a:srgbClr val="0F7A3D"/>
                </a:solidFill>
                <a:latin typeface="Segoe UI"/>
              </a:rPr>
              <a:t>✔ colder than</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old → ……</a:t>
            </a:r>
          </a:p>
          <a:p>
            <a:pPr rtl="0" algn="l">
              <a:spcAft>
                <a:spcPts val="800"/>
              </a:spcAft>
            </a:pPr>
            <a:r>
              <a:rPr sz="1800" b="0" i="0" lang="en-US">
                <a:solidFill>
                  <a:srgbClr val="1C2333"/>
                </a:solidFill>
                <a:latin typeface="Segoe UI"/>
              </a:rPr>
              <a:t>16) clean → ……</a:t>
            </a:r>
          </a:p>
          <a:p>
            <a:pPr rtl="0" algn="l">
              <a:spcAft>
                <a:spcPts val="800"/>
              </a:spcAft>
            </a:pPr>
            <a:r>
              <a:rPr sz="1800" b="0" i="0" lang="en-US">
                <a:solidFill>
                  <a:srgbClr val="1C2333"/>
                </a:solidFill>
                <a:latin typeface="Segoe UI"/>
              </a:rPr>
              <a:t>17) dirty → ……</a:t>
            </a:r>
          </a:p>
          <a:p>
            <a:pPr rtl="0" algn="l">
              <a:spcAft>
                <a:spcPts val="800"/>
              </a:spcAft>
            </a:pPr>
            <a:r>
              <a:rPr sz="1800" b="0" i="0" lang="en-US">
                <a:solidFill>
                  <a:srgbClr val="1C2333"/>
                </a:solidFill>
                <a:latin typeface="Segoe UI"/>
              </a:rPr>
              <a:t>18) fat → ……</a:t>
            </a:r>
          </a:p>
          <a:p>
            <a:pPr rtl="0" algn="l">
              <a:spcAft>
                <a:spcPts val="800"/>
              </a:spcAft>
            </a:pPr>
            <a:r>
              <a:rPr sz="1800" b="0" i="0" lang="en-US">
                <a:solidFill>
                  <a:srgbClr val="1C2333"/>
                </a:solidFill>
                <a:latin typeface="Segoe UI"/>
              </a:rPr>
              <a:t>19) big → ……</a:t>
            </a:r>
          </a:p>
          <a:p>
            <a:pPr rtl="0" algn="l">
              <a:spcAft>
                <a:spcPts val="800"/>
              </a:spcAft>
            </a:pPr>
            <a:r>
              <a:rPr sz="1800" b="0" i="0" lang="en-US">
                <a:solidFill>
                  <a:srgbClr val="1C2333"/>
                </a:solidFill>
                <a:latin typeface="Segoe UI"/>
              </a:rPr>
              <a:t>20) short → ……</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A) Write the comparative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old → ……</a:t>
            </a:r>
          </a:p>
          <a:p>
            <a:pPr lvl="1" rtl="0" algn="l">
              <a:spcAft>
                <a:spcPts val="700"/>
              </a:spcAft>
            </a:pPr>
            <a:r>
              <a:rPr sz="1600" b="1" i="0" lang="en-US">
                <a:solidFill>
                  <a:srgbClr val="0F7A3D"/>
                </a:solidFill>
                <a:latin typeface="Segoe UI"/>
              </a:rPr>
              <a:t>✔ older than</a:t>
            </a:r>
          </a:p>
          <a:p>
            <a:pPr rtl="0" algn="l">
              <a:spcAft>
                <a:spcPts val="300"/>
              </a:spcAft>
            </a:pPr>
            <a:r>
              <a:rPr sz="1700" b="0" i="0" lang="en-US">
                <a:solidFill>
                  <a:srgbClr val="1C2333"/>
                </a:solidFill>
                <a:latin typeface="Segoe UI"/>
              </a:rPr>
              <a:t>16) clean → ……</a:t>
            </a:r>
          </a:p>
          <a:p>
            <a:pPr lvl="1" rtl="0" algn="l">
              <a:spcAft>
                <a:spcPts val="700"/>
              </a:spcAft>
            </a:pPr>
            <a:r>
              <a:rPr sz="1600" b="1" i="0" lang="en-US">
                <a:solidFill>
                  <a:srgbClr val="0F7A3D"/>
                </a:solidFill>
                <a:latin typeface="Segoe UI"/>
              </a:rPr>
              <a:t>✔ cleaner than</a:t>
            </a:r>
          </a:p>
          <a:p>
            <a:pPr rtl="0" algn="l">
              <a:spcAft>
                <a:spcPts val="300"/>
              </a:spcAft>
            </a:pPr>
            <a:r>
              <a:rPr sz="1700" b="0" i="0" lang="en-US">
                <a:solidFill>
                  <a:srgbClr val="1C2333"/>
                </a:solidFill>
                <a:latin typeface="Segoe UI"/>
              </a:rPr>
              <a:t>17) dirty → ……</a:t>
            </a:r>
          </a:p>
          <a:p>
            <a:pPr lvl="1" rtl="0" algn="l">
              <a:spcAft>
                <a:spcPts val="700"/>
              </a:spcAft>
            </a:pPr>
            <a:r>
              <a:rPr sz="1600" b="1" i="0" lang="en-US">
                <a:solidFill>
                  <a:srgbClr val="0F7A3D"/>
                </a:solidFill>
                <a:latin typeface="Segoe UI"/>
              </a:rPr>
              <a:t>✔ dirtier than</a:t>
            </a:r>
          </a:p>
          <a:p>
            <a:pPr rtl="0" algn="l">
              <a:spcAft>
                <a:spcPts val="300"/>
              </a:spcAft>
            </a:pPr>
            <a:r>
              <a:rPr sz="1700" b="0" i="0" lang="en-US">
                <a:solidFill>
                  <a:srgbClr val="1C2333"/>
                </a:solidFill>
                <a:latin typeface="Segoe UI"/>
              </a:rPr>
              <a:t>18) fat → ……</a:t>
            </a:r>
          </a:p>
          <a:p>
            <a:pPr lvl="1" rtl="0" algn="l">
              <a:spcAft>
                <a:spcPts val="700"/>
              </a:spcAft>
            </a:pPr>
            <a:r>
              <a:rPr sz="1600" b="1" i="0" lang="en-US">
                <a:solidFill>
                  <a:srgbClr val="0F7A3D"/>
                </a:solidFill>
                <a:latin typeface="Segoe UI"/>
              </a:rPr>
              <a:t>✔ fatter than</a:t>
            </a:r>
          </a:p>
          <a:p>
            <a:pPr rtl="0" algn="l">
              <a:spcAft>
                <a:spcPts val="300"/>
              </a:spcAft>
            </a:pPr>
            <a:r>
              <a:rPr sz="1700" b="0" i="0" lang="en-US">
                <a:solidFill>
                  <a:srgbClr val="1C2333"/>
                </a:solidFill>
                <a:latin typeface="Segoe UI"/>
              </a:rPr>
              <a:t>19) big → ……</a:t>
            </a:r>
          </a:p>
          <a:p>
            <a:pPr lvl="1" rtl="0" algn="l">
              <a:spcAft>
                <a:spcPts val="700"/>
              </a:spcAft>
            </a:pPr>
            <a:r>
              <a:rPr sz="1600" b="1" i="0" lang="en-US">
                <a:solidFill>
                  <a:srgbClr val="0F7A3D"/>
                </a:solidFill>
                <a:latin typeface="Segoe UI"/>
              </a:rPr>
              <a:t>✔ bigger than</a:t>
            </a:r>
          </a:p>
          <a:p>
            <a:pPr rtl="0" algn="l">
              <a:spcAft>
                <a:spcPts val="300"/>
              </a:spcAft>
            </a:pPr>
            <a:r>
              <a:rPr sz="1700" b="0" i="0" lang="en-US">
                <a:solidFill>
                  <a:srgbClr val="1C2333"/>
                </a:solidFill>
                <a:latin typeface="Segoe UI"/>
              </a:rPr>
              <a:t>20) short → ……</a:t>
            </a:r>
          </a:p>
          <a:p>
            <a:pPr lvl="1" rtl="0" algn="l">
              <a:spcAft>
                <a:spcPts val="700"/>
              </a:spcAft>
            </a:pPr>
            <a:r>
              <a:rPr sz="1600" b="1" i="0" lang="en-US">
                <a:solidFill>
                  <a:srgbClr val="0F7A3D"/>
                </a:solidFill>
                <a:latin typeface="Segoe UI"/>
              </a:rPr>
              <a:t>✔ shorter than</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B) Choose the correct answer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Ali is …… than Ahmed.   (tall – taller – tallest)</a:t>
            </a:r>
          </a:p>
          <a:p>
            <a:pPr rtl="0" algn="l">
              <a:spcAft>
                <a:spcPts val="800"/>
              </a:spcAft>
            </a:pPr>
            <a:r>
              <a:rPr sz="1800" b="0" i="0" lang="en-US">
                <a:solidFill>
                  <a:srgbClr val="1C2333"/>
                </a:solidFill>
                <a:latin typeface="Segoe UI"/>
              </a:rPr>
              <a:t>2) The lion is stronger …… the dog.   (that – then – than)</a:t>
            </a:r>
          </a:p>
          <a:p>
            <a:pPr rtl="0" algn="l">
              <a:spcAft>
                <a:spcPts val="800"/>
              </a:spcAft>
            </a:pPr>
            <a:r>
              <a:rPr sz="1800" b="0" i="0" lang="en-US">
                <a:solidFill>
                  <a:srgbClr val="1C2333"/>
                </a:solidFill>
                <a:latin typeface="Segoe UI"/>
              </a:rPr>
              <a:t>3) My car is …… than yours.   (faster – fast – fastest)</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B) Choose the correct answer · In-class Practice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Ali is …… than Ahmed.   (tall – taller – tallest)</a:t>
            </a:r>
          </a:p>
          <a:p>
            <a:pPr lvl="1" rtl="0" algn="l">
              <a:spcAft>
                <a:spcPts val="700"/>
              </a:spcAft>
            </a:pPr>
            <a:r>
              <a:rPr sz="1600" b="1" i="0" lang="en-US">
                <a:solidFill>
                  <a:srgbClr val="0F7A3D"/>
                </a:solidFill>
                <a:latin typeface="Segoe UI"/>
              </a:rPr>
              <a:t>✔ taller</a:t>
            </a:r>
          </a:p>
          <a:p>
            <a:pPr rtl="0" algn="l">
              <a:spcAft>
                <a:spcPts val="300"/>
              </a:spcAft>
            </a:pPr>
            <a:r>
              <a:rPr sz="1700" b="0" i="0" lang="en-US">
                <a:solidFill>
                  <a:srgbClr val="1C2333"/>
                </a:solidFill>
                <a:latin typeface="Segoe UI"/>
              </a:rPr>
              <a:t>2) The lion is stronger …… the dog.   (that – then – than)</a:t>
            </a:r>
          </a:p>
          <a:p>
            <a:pPr lvl="1" rtl="0" algn="l">
              <a:spcAft>
                <a:spcPts val="700"/>
              </a:spcAft>
            </a:pPr>
            <a:r>
              <a:rPr sz="1600" b="1" i="0" lang="en-US">
                <a:solidFill>
                  <a:srgbClr val="0F7A3D"/>
                </a:solidFill>
                <a:latin typeface="Segoe UI"/>
              </a:rPr>
              <a:t>✔ than</a:t>
            </a:r>
          </a:p>
          <a:p>
            <a:pPr rtl="0" algn="l">
              <a:spcAft>
                <a:spcPts val="300"/>
              </a:spcAft>
            </a:pPr>
            <a:r>
              <a:rPr sz="1700" b="0" i="0" lang="en-US">
                <a:solidFill>
                  <a:srgbClr val="1C2333"/>
                </a:solidFill>
                <a:latin typeface="Segoe UI"/>
              </a:rPr>
              <a:t>3) My car is …… than yours.   (faster – fast – fastest)</a:t>
            </a:r>
          </a:p>
          <a:p>
            <a:pPr lvl="1" rtl="0" algn="l">
              <a:spcAft>
                <a:spcPts val="700"/>
              </a:spcAft>
            </a:pPr>
            <a:r>
              <a:rPr sz="1600" b="1" i="0" lang="en-US">
                <a:solidFill>
                  <a:srgbClr val="0F7A3D"/>
                </a:solidFill>
                <a:latin typeface="Segoe UI"/>
              </a:rPr>
              <a:t>✔ faster</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fast → ……</a:t>
            </a:r>
          </a:p>
          <a:p>
            <a:pPr rtl="0" algn="l">
              <a:spcAft>
                <a:spcPts val="800"/>
              </a:spcAft>
            </a:pPr>
            <a:r>
              <a:rPr sz="1800" b="0" i="0" lang="en-US">
                <a:solidFill>
                  <a:srgbClr val="1C2333"/>
                </a:solidFill>
                <a:latin typeface="Segoe UI"/>
              </a:rPr>
              <a:t>2) small → ……</a:t>
            </a:r>
          </a:p>
          <a:p>
            <a:pPr rtl="0" algn="l">
              <a:spcAft>
                <a:spcPts val="800"/>
              </a:spcAft>
            </a:pPr>
            <a:r>
              <a:rPr sz="1800" b="0" i="0" lang="en-US">
                <a:solidFill>
                  <a:srgbClr val="1C2333"/>
                </a:solidFill>
                <a:latin typeface="Segoe UI"/>
              </a:rPr>
              <a:t>3) thin → ……</a:t>
            </a:r>
          </a:p>
          <a:p>
            <a:pPr rtl="0" algn="l">
              <a:spcAft>
                <a:spcPts val="800"/>
              </a:spcAft>
            </a:pPr>
            <a:r>
              <a:rPr sz="1800" b="0" i="0" lang="en-US">
                <a:solidFill>
                  <a:srgbClr val="1C2333"/>
                </a:solidFill>
                <a:latin typeface="Segoe UI"/>
              </a:rPr>
              <a:t>4) angry → ……</a:t>
            </a:r>
          </a:p>
          <a:p>
            <a:pPr rtl="0" algn="l">
              <a:spcAft>
                <a:spcPts val="800"/>
              </a:spcAft>
            </a:pPr>
            <a:r>
              <a:rPr sz="1800" b="0" i="0" lang="en-US">
                <a:solidFill>
                  <a:srgbClr val="1C2333"/>
                </a:solidFill>
                <a:latin typeface="Segoe UI"/>
              </a:rPr>
              <a:t>5) easy → ……</a:t>
            </a:r>
          </a:p>
          <a:p>
            <a:pPr rtl="0" algn="l">
              <a:spcAft>
                <a:spcPts val="800"/>
              </a:spcAft>
            </a:pPr>
            <a:r>
              <a:rPr sz="1800" b="0" i="0" lang="en-US">
                <a:solidFill>
                  <a:srgbClr val="1C2333"/>
                </a:solidFill>
                <a:latin typeface="Segoe UI"/>
              </a:rPr>
              <a:t>6) bad → ……</a:t>
            </a:r>
          </a:p>
          <a:p>
            <a:pPr rtl="0" algn="l">
              <a:spcAft>
                <a:spcPts val="800"/>
              </a:spcAft>
            </a:pPr>
            <a:r>
              <a:rPr sz="1800" b="0" i="0" lang="en-US">
                <a:solidFill>
                  <a:srgbClr val="1C2333"/>
                </a:solidFill>
                <a:latin typeface="Segoe UI"/>
              </a:rPr>
              <a:t>7) nice → ……</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fast → ……</a:t>
            </a:r>
          </a:p>
          <a:p>
            <a:pPr lvl="1" rtl="0" algn="l">
              <a:spcAft>
                <a:spcPts val="700"/>
              </a:spcAft>
            </a:pPr>
            <a:r>
              <a:rPr sz="1600" b="1" i="0" lang="en-US">
                <a:solidFill>
                  <a:srgbClr val="0F7A3D"/>
                </a:solidFill>
                <a:latin typeface="Segoe UI"/>
              </a:rPr>
              <a:t>✔ the fastest</a:t>
            </a:r>
          </a:p>
          <a:p>
            <a:pPr rtl="0" algn="l">
              <a:spcAft>
                <a:spcPts val="300"/>
              </a:spcAft>
            </a:pPr>
            <a:r>
              <a:rPr sz="1700" b="0" i="0" lang="en-US">
                <a:solidFill>
                  <a:srgbClr val="1C2333"/>
                </a:solidFill>
                <a:latin typeface="Segoe UI"/>
              </a:rPr>
              <a:t>2) small → ……</a:t>
            </a:r>
          </a:p>
          <a:p>
            <a:pPr lvl="1" rtl="0" algn="l">
              <a:spcAft>
                <a:spcPts val="700"/>
              </a:spcAft>
            </a:pPr>
            <a:r>
              <a:rPr sz="1600" b="1" i="0" lang="en-US">
                <a:solidFill>
                  <a:srgbClr val="0F7A3D"/>
                </a:solidFill>
                <a:latin typeface="Segoe UI"/>
              </a:rPr>
              <a:t>✔ the smallest</a:t>
            </a:r>
          </a:p>
          <a:p>
            <a:pPr rtl="0" algn="l">
              <a:spcAft>
                <a:spcPts val="300"/>
              </a:spcAft>
            </a:pPr>
            <a:r>
              <a:rPr sz="1700" b="0" i="0" lang="en-US">
                <a:solidFill>
                  <a:srgbClr val="1C2333"/>
                </a:solidFill>
                <a:latin typeface="Segoe UI"/>
              </a:rPr>
              <a:t>3) thin → ……</a:t>
            </a:r>
          </a:p>
          <a:p>
            <a:pPr lvl="1" rtl="0" algn="l">
              <a:spcAft>
                <a:spcPts val="700"/>
              </a:spcAft>
            </a:pPr>
            <a:r>
              <a:rPr sz="1600" b="1" i="0" lang="en-US">
                <a:solidFill>
                  <a:srgbClr val="0F7A3D"/>
                </a:solidFill>
                <a:latin typeface="Segoe UI"/>
              </a:rPr>
              <a:t>✔ the thinnest</a:t>
            </a:r>
          </a:p>
          <a:p>
            <a:pPr rtl="0" algn="l">
              <a:spcAft>
                <a:spcPts val="300"/>
              </a:spcAft>
            </a:pPr>
            <a:r>
              <a:rPr sz="1700" b="0" i="0" lang="en-US">
                <a:solidFill>
                  <a:srgbClr val="1C2333"/>
                </a:solidFill>
                <a:latin typeface="Segoe UI"/>
              </a:rPr>
              <a:t>4) angry → ……</a:t>
            </a:r>
          </a:p>
          <a:p>
            <a:pPr lvl="1" rtl="0" algn="l">
              <a:spcAft>
                <a:spcPts val="700"/>
              </a:spcAft>
            </a:pPr>
            <a:r>
              <a:rPr sz="1600" b="1" i="0" lang="en-US">
                <a:solidFill>
                  <a:srgbClr val="0F7A3D"/>
                </a:solidFill>
                <a:latin typeface="Segoe UI"/>
              </a:rPr>
              <a:t>✔ the angriest</a:t>
            </a:r>
          </a:p>
          <a:p>
            <a:pPr rtl="0" algn="l">
              <a:spcAft>
                <a:spcPts val="300"/>
              </a:spcAft>
            </a:pPr>
            <a:r>
              <a:rPr sz="1700" b="0" i="0" lang="en-US">
                <a:solidFill>
                  <a:srgbClr val="1C2333"/>
                </a:solidFill>
                <a:latin typeface="Segoe UI"/>
              </a:rPr>
              <a:t>5) easy → ……</a:t>
            </a:r>
          </a:p>
          <a:p>
            <a:pPr lvl="1" rtl="0" algn="l">
              <a:spcAft>
                <a:spcPts val="700"/>
              </a:spcAft>
            </a:pPr>
            <a:r>
              <a:rPr sz="1600" b="1" i="0" lang="en-US">
                <a:solidFill>
                  <a:srgbClr val="0F7A3D"/>
                </a:solidFill>
                <a:latin typeface="Segoe UI"/>
              </a:rPr>
              <a:t>✔ the easiest</a:t>
            </a:r>
          </a:p>
          <a:p>
            <a:pPr rtl="0" algn="l">
              <a:spcAft>
                <a:spcPts val="300"/>
              </a:spcAft>
            </a:pPr>
            <a:r>
              <a:rPr sz="1700" b="0" i="0" lang="en-US">
                <a:solidFill>
                  <a:srgbClr val="1C2333"/>
                </a:solidFill>
                <a:latin typeface="Segoe UI"/>
              </a:rPr>
              <a:t>6) bad → ……</a:t>
            </a:r>
          </a:p>
          <a:p>
            <a:pPr lvl="1" rtl="0" algn="l">
              <a:spcAft>
                <a:spcPts val="700"/>
              </a:spcAft>
            </a:pPr>
            <a:r>
              <a:rPr sz="1600" b="1" i="0" lang="en-US">
                <a:solidFill>
                  <a:srgbClr val="0F7A3D"/>
                </a:solidFill>
                <a:latin typeface="Segoe UI"/>
              </a:rPr>
              <a:t>✔ the worst</a:t>
            </a:r>
          </a:p>
          <a:p>
            <a:pPr rtl="0" algn="l">
              <a:spcAft>
                <a:spcPts val="300"/>
              </a:spcAft>
            </a:pPr>
            <a:r>
              <a:rPr sz="1700" b="0" i="0" lang="en-US">
                <a:solidFill>
                  <a:srgbClr val="1C2333"/>
                </a:solidFill>
                <a:latin typeface="Segoe UI"/>
              </a:rPr>
              <a:t>7) nice → ……</a:t>
            </a:r>
          </a:p>
          <a:p>
            <a:pPr lvl="1" rtl="0" algn="l">
              <a:spcAft>
                <a:spcPts val="700"/>
              </a:spcAft>
            </a:pPr>
            <a:r>
              <a:rPr sz="1600" b="1" i="0" lang="en-US">
                <a:solidFill>
                  <a:srgbClr val="0F7A3D"/>
                </a:solidFill>
                <a:latin typeface="Segoe UI"/>
              </a:rPr>
              <a:t>✔ the nicest</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long → ……</a:t>
            </a:r>
          </a:p>
          <a:p>
            <a:pPr rtl="0" algn="l">
              <a:spcAft>
                <a:spcPts val="800"/>
              </a:spcAft>
            </a:pPr>
            <a:r>
              <a:rPr sz="1800" b="0" i="0" lang="en-US">
                <a:solidFill>
                  <a:srgbClr val="1C2333"/>
                </a:solidFill>
                <a:latin typeface="Segoe UI"/>
              </a:rPr>
              <a:t>9) slow → ……</a:t>
            </a:r>
          </a:p>
          <a:p>
            <a:pPr rtl="0" algn="l">
              <a:spcAft>
                <a:spcPts val="800"/>
              </a:spcAft>
            </a:pPr>
            <a:r>
              <a:rPr sz="1800" b="0" i="0" lang="en-US">
                <a:solidFill>
                  <a:srgbClr val="1C2333"/>
                </a:solidFill>
                <a:latin typeface="Segoe UI"/>
              </a:rPr>
              <a:t>10) happy → ……</a:t>
            </a:r>
          </a:p>
          <a:p>
            <a:pPr rtl="0" algn="l">
              <a:spcAft>
                <a:spcPts val="800"/>
              </a:spcAft>
            </a:pPr>
            <a:r>
              <a:rPr sz="1800" b="0" i="0" lang="en-US">
                <a:solidFill>
                  <a:srgbClr val="1C2333"/>
                </a:solidFill>
                <a:latin typeface="Segoe UI"/>
              </a:rPr>
              <a:t>11) heavy → ……</a:t>
            </a:r>
          </a:p>
          <a:p>
            <a:pPr rtl="0" algn="l">
              <a:spcAft>
                <a:spcPts val="800"/>
              </a:spcAft>
            </a:pPr>
            <a:r>
              <a:rPr sz="1800" b="0" i="0" lang="en-US">
                <a:solidFill>
                  <a:srgbClr val="1C2333"/>
                </a:solidFill>
                <a:latin typeface="Segoe UI"/>
              </a:rPr>
              <a:t>12) good → ……</a:t>
            </a:r>
          </a:p>
          <a:p>
            <a:pPr rtl="0" algn="l">
              <a:spcAft>
                <a:spcPts val="800"/>
              </a:spcAft>
            </a:pPr>
            <a:r>
              <a:rPr sz="1800" b="0" i="0" lang="en-US">
                <a:solidFill>
                  <a:srgbClr val="1C2333"/>
                </a:solidFill>
                <a:latin typeface="Segoe UI"/>
              </a:rPr>
              <a:t>13) strong → ……</a:t>
            </a:r>
          </a:p>
          <a:p>
            <a:pPr rtl="0" algn="l">
              <a:spcAft>
                <a:spcPts val="800"/>
              </a:spcAft>
            </a:pPr>
            <a:r>
              <a:rPr sz="1800" b="0" i="0" lang="en-US">
                <a:solidFill>
                  <a:srgbClr val="1C2333"/>
                </a:solidFill>
                <a:latin typeface="Segoe UI"/>
              </a:rPr>
              <a:t>14) cold → ……</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long → ……</a:t>
            </a:r>
          </a:p>
          <a:p>
            <a:pPr lvl="1" rtl="0" algn="l">
              <a:spcAft>
                <a:spcPts val="700"/>
              </a:spcAft>
            </a:pPr>
            <a:r>
              <a:rPr sz="1600" b="1" i="0" lang="en-US">
                <a:solidFill>
                  <a:srgbClr val="0F7A3D"/>
                </a:solidFill>
                <a:latin typeface="Segoe UI"/>
              </a:rPr>
              <a:t>✔ the longest</a:t>
            </a:r>
          </a:p>
          <a:p>
            <a:pPr rtl="0" algn="l">
              <a:spcAft>
                <a:spcPts val="300"/>
              </a:spcAft>
            </a:pPr>
            <a:r>
              <a:rPr sz="1700" b="0" i="0" lang="en-US">
                <a:solidFill>
                  <a:srgbClr val="1C2333"/>
                </a:solidFill>
                <a:latin typeface="Segoe UI"/>
              </a:rPr>
              <a:t>9) slow → ……</a:t>
            </a:r>
          </a:p>
          <a:p>
            <a:pPr lvl="1" rtl="0" algn="l">
              <a:spcAft>
                <a:spcPts val="700"/>
              </a:spcAft>
            </a:pPr>
            <a:r>
              <a:rPr sz="1600" b="1" i="0" lang="en-US">
                <a:solidFill>
                  <a:srgbClr val="0F7A3D"/>
                </a:solidFill>
                <a:latin typeface="Segoe UI"/>
              </a:rPr>
              <a:t>✔ the slowest</a:t>
            </a:r>
          </a:p>
          <a:p>
            <a:pPr rtl="0" algn="l">
              <a:spcAft>
                <a:spcPts val="300"/>
              </a:spcAft>
            </a:pPr>
            <a:r>
              <a:rPr sz="1700" b="0" i="0" lang="en-US">
                <a:solidFill>
                  <a:srgbClr val="1C2333"/>
                </a:solidFill>
                <a:latin typeface="Segoe UI"/>
              </a:rPr>
              <a:t>10) happy → ……</a:t>
            </a:r>
          </a:p>
          <a:p>
            <a:pPr lvl="1" rtl="0" algn="l">
              <a:spcAft>
                <a:spcPts val="700"/>
              </a:spcAft>
            </a:pPr>
            <a:r>
              <a:rPr sz="1600" b="1" i="0" lang="en-US">
                <a:solidFill>
                  <a:srgbClr val="0F7A3D"/>
                </a:solidFill>
                <a:latin typeface="Segoe UI"/>
              </a:rPr>
              <a:t>✔ the happiest</a:t>
            </a:r>
          </a:p>
          <a:p>
            <a:pPr rtl="0" algn="l">
              <a:spcAft>
                <a:spcPts val="300"/>
              </a:spcAft>
            </a:pPr>
            <a:r>
              <a:rPr sz="1700" b="0" i="0" lang="en-US">
                <a:solidFill>
                  <a:srgbClr val="1C2333"/>
                </a:solidFill>
                <a:latin typeface="Segoe UI"/>
              </a:rPr>
              <a:t>11) heavy → ……</a:t>
            </a:r>
          </a:p>
          <a:p>
            <a:pPr lvl="1" rtl="0" algn="l">
              <a:spcAft>
                <a:spcPts val="700"/>
              </a:spcAft>
            </a:pPr>
            <a:r>
              <a:rPr sz="1600" b="1" i="0" lang="en-US">
                <a:solidFill>
                  <a:srgbClr val="0F7A3D"/>
                </a:solidFill>
                <a:latin typeface="Segoe UI"/>
              </a:rPr>
              <a:t>✔ the heaviest</a:t>
            </a:r>
          </a:p>
          <a:p>
            <a:pPr rtl="0" algn="l">
              <a:spcAft>
                <a:spcPts val="300"/>
              </a:spcAft>
            </a:pPr>
            <a:r>
              <a:rPr sz="1700" b="0" i="0" lang="en-US">
                <a:solidFill>
                  <a:srgbClr val="1C2333"/>
                </a:solidFill>
                <a:latin typeface="Segoe UI"/>
              </a:rPr>
              <a:t>12) good → ……</a:t>
            </a:r>
          </a:p>
          <a:p>
            <a:pPr lvl="1" rtl="0" algn="l">
              <a:spcAft>
                <a:spcPts val="700"/>
              </a:spcAft>
            </a:pPr>
            <a:r>
              <a:rPr sz="1600" b="1" i="0" lang="en-US">
                <a:solidFill>
                  <a:srgbClr val="0F7A3D"/>
                </a:solidFill>
                <a:latin typeface="Segoe UI"/>
              </a:rPr>
              <a:t>✔ the best</a:t>
            </a:r>
          </a:p>
          <a:p>
            <a:pPr rtl="0" algn="l">
              <a:spcAft>
                <a:spcPts val="300"/>
              </a:spcAft>
            </a:pPr>
            <a:r>
              <a:rPr sz="1700" b="0" i="0" lang="en-US">
                <a:solidFill>
                  <a:srgbClr val="1C2333"/>
                </a:solidFill>
                <a:latin typeface="Segoe UI"/>
              </a:rPr>
              <a:t>13) strong → ……</a:t>
            </a:r>
          </a:p>
          <a:p>
            <a:pPr lvl="1" rtl="0" algn="l">
              <a:spcAft>
                <a:spcPts val="700"/>
              </a:spcAft>
            </a:pPr>
            <a:r>
              <a:rPr sz="1600" b="1" i="0" lang="en-US">
                <a:solidFill>
                  <a:srgbClr val="0F7A3D"/>
                </a:solidFill>
                <a:latin typeface="Segoe UI"/>
              </a:rPr>
              <a:t>✔ the strongest</a:t>
            </a:r>
          </a:p>
          <a:p>
            <a:pPr rtl="0" algn="l">
              <a:spcAft>
                <a:spcPts val="300"/>
              </a:spcAft>
            </a:pPr>
            <a:r>
              <a:rPr sz="1700" b="0" i="0" lang="en-US">
                <a:solidFill>
                  <a:srgbClr val="1C2333"/>
                </a:solidFill>
                <a:latin typeface="Segoe UI"/>
              </a:rPr>
              <a:t>14) cold → ……</a:t>
            </a:r>
          </a:p>
          <a:p>
            <a:pPr lvl="1" rtl="0" algn="l">
              <a:spcAft>
                <a:spcPts val="700"/>
              </a:spcAft>
            </a:pPr>
            <a:r>
              <a:rPr sz="1600" b="1" i="0" lang="en-US">
                <a:solidFill>
                  <a:srgbClr val="0F7A3D"/>
                </a:solidFill>
                <a:latin typeface="Segoe UI"/>
              </a:rPr>
              <a:t>✔ the coldest</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old → ……</a:t>
            </a:r>
          </a:p>
          <a:p>
            <a:pPr rtl="0" algn="l">
              <a:spcAft>
                <a:spcPts val="800"/>
              </a:spcAft>
            </a:pPr>
            <a:r>
              <a:rPr sz="1800" b="0" i="0" lang="en-US">
                <a:solidFill>
                  <a:srgbClr val="1C2333"/>
                </a:solidFill>
                <a:latin typeface="Segoe UI"/>
              </a:rPr>
              <a:t>16) clean → ……</a:t>
            </a:r>
          </a:p>
          <a:p>
            <a:pPr rtl="0" algn="l">
              <a:spcAft>
                <a:spcPts val="800"/>
              </a:spcAft>
            </a:pPr>
            <a:r>
              <a:rPr sz="1800" b="0" i="0" lang="en-US">
                <a:solidFill>
                  <a:srgbClr val="1C2333"/>
                </a:solidFill>
                <a:latin typeface="Segoe UI"/>
              </a:rPr>
              <a:t>17) dirty → ……</a:t>
            </a:r>
          </a:p>
          <a:p>
            <a:pPr rtl="0" algn="l">
              <a:spcAft>
                <a:spcPts val="800"/>
              </a:spcAft>
            </a:pPr>
            <a:r>
              <a:rPr sz="1800" b="0" i="0" lang="en-US">
                <a:solidFill>
                  <a:srgbClr val="1C2333"/>
                </a:solidFill>
                <a:latin typeface="Segoe UI"/>
              </a:rPr>
              <a:t>18) fat → ……</a:t>
            </a:r>
          </a:p>
          <a:p>
            <a:pPr rtl="0" algn="l">
              <a:spcAft>
                <a:spcPts val="800"/>
              </a:spcAft>
            </a:pPr>
            <a:r>
              <a:rPr sz="1800" b="0" i="0" lang="en-US">
                <a:solidFill>
                  <a:srgbClr val="1C2333"/>
                </a:solidFill>
                <a:latin typeface="Segoe UI"/>
              </a:rPr>
              <a:t>19) big → ……</a:t>
            </a:r>
          </a:p>
          <a:p>
            <a:pPr rtl="0" algn="l">
              <a:spcAft>
                <a:spcPts val="800"/>
              </a:spcAft>
            </a:pPr>
            <a:r>
              <a:rPr sz="1800" b="0" i="0" lang="en-US">
                <a:solidFill>
                  <a:srgbClr val="1C2333"/>
                </a:solidFill>
                <a:latin typeface="Segoe UI"/>
              </a:rPr>
              <a:t>20) short → ……</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C) Write the superlative · In-class Practice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old → ……</a:t>
            </a:r>
          </a:p>
          <a:p>
            <a:pPr lvl="1" rtl="0" algn="l">
              <a:spcAft>
                <a:spcPts val="700"/>
              </a:spcAft>
            </a:pPr>
            <a:r>
              <a:rPr sz="1600" b="1" i="0" lang="en-US">
                <a:solidFill>
                  <a:srgbClr val="0F7A3D"/>
                </a:solidFill>
                <a:latin typeface="Segoe UI"/>
              </a:rPr>
              <a:t>✔ the oldest</a:t>
            </a:r>
          </a:p>
          <a:p>
            <a:pPr rtl="0" algn="l">
              <a:spcAft>
                <a:spcPts val="300"/>
              </a:spcAft>
            </a:pPr>
            <a:r>
              <a:rPr sz="1700" b="0" i="0" lang="en-US">
                <a:solidFill>
                  <a:srgbClr val="1C2333"/>
                </a:solidFill>
                <a:latin typeface="Segoe UI"/>
              </a:rPr>
              <a:t>16) clean → ……</a:t>
            </a:r>
          </a:p>
          <a:p>
            <a:pPr lvl="1" rtl="0" algn="l">
              <a:spcAft>
                <a:spcPts val="700"/>
              </a:spcAft>
            </a:pPr>
            <a:r>
              <a:rPr sz="1600" b="1" i="0" lang="en-US">
                <a:solidFill>
                  <a:srgbClr val="0F7A3D"/>
                </a:solidFill>
                <a:latin typeface="Segoe UI"/>
              </a:rPr>
              <a:t>✔ the cleanest</a:t>
            </a:r>
          </a:p>
          <a:p>
            <a:pPr rtl="0" algn="l">
              <a:spcAft>
                <a:spcPts val="300"/>
              </a:spcAft>
            </a:pPr>
            <a:r>
              <a:rPr sz="1700" b="0" i="0" lang="en-US">
                <a:solidFill>
                  <a:srgbClr val="1C2333"/>
                </a:solidFill>
                <a:latin typeface="Segoe UI"/>
              </a:rPr>
              <a:t>17) dirty → ……</a:t>
            </a:r>
          </a:p>
          <a:p>
            <a:pPr lvl="1" rtl="0" algn="l">
              <a:spcAft>
                <a:spcPts val="700"/>
              </a:spcAft>
            </a:pPr>
            <a:r>
              <a:rPr sz="1600" b="1" i="0" lang="en-US">
                <a:solidFill>
                  <a:srgbClr val="0F7A3D"/>
                </a:solidFill>
                <a:latin typeface="Segoe UI"/>
              </a:rPr>
              <a:t>✔ the dirtiest</a:t>
            </a:r>
          </a:p>
          <a:p>
            <a:pPr rtl="0" algn="l">
              <a:spcAft>
                <a:spcPts val="300"/>
              </a:spcAft>
            </a:pPr>
            <a:r>
              <a:rPr sz="1700" b="0" i="0" lang="en-US">
                <a:solidFill>
                  <a:srgbClr val="1C2333"/>
                </a:solidFill>
                <a:latin typeface="Segoe UI"/>
              </a:rPr>
              <a:t>18) fat → ……</a:t>
            </a:r>
          </a:p>
          <a:p>
            <a:pPr lvl="1" rtl="0" algn="l">
              <a:spcAft>
                <a:spcPts val="700"/>
              </a:spcAft>
            </a:pPr>
            <a:r>
              <a:rPr sz="1600" b="1" i="0" lang="en-US">
                <a:solidFill>
                  <a:srgbClr val="0F7A3D"/>
                </a:solidFill>
                <a:latin typeface="Segoe UI"/>
              </a:rPr>
              <a:t>✔ the fattest</a:t>
            </a:r>
          </a:p>
          <a:p>
            <a:pPr rtl="0" algn="l">
              <a:spcAft>
                <a:spcPts val="300"/>
              </a:spcAft>
            </a:pPr>
            <a:r>
              <a:rPr sz="1700" b="0" i="0" lang="en-US">
                <a:solidFill>
                  <a:srgbClr val="1C2333"/>
                </a:solidFill>
                <a:latin typeface="Segoe UI"/>
              </a:rPr>
              <a:t>19) big → ……</a:t>
            </a:r>
          </a:p>
          <a:p>
            <a:pPr lvl="1" rtl="0" algn="l">
              <a:spcAft>
                <a:spcPts val="700"/>
              </a:spcAft>
            </a:pPr>
            <a:r>
              <a:rPr sz="1600" b="1" i="0" lang="en-US">
                <a:solidFill>
                  <a:srgbClr val="0F7A3D"/>
                </a:solidFill>
                <a:latin typeface="Segoe UI"/>
              </a:rPr>
              <a:t>✔ the biggest</a:t>
            </a:r>
          </a:p>
          <a:p>
            <a:pPr rtl="0" algn="l">
              <a:spcAft>
                <a:spcPts val="300"/>
              </a:spcAft>
            </a:pPr>
            <a:r>
              <a:rPr sz="1700" b="0" i="0" lang="en-US">
                <a:solidFill>
                  <a:srgbClr val="1C2333"/>
                </a:solidFill>
                <a:latin typeface="Segoe UI"/>
              </a:rPr>
              <a:t>20) short → ……</a:t>
            </a:r>
          </a:p>
          <a:p>
            <a:pPr lvl="1" rtl="0" algn="l">
              <a:spcAft>
                <a:spcPts val="700"/>
              </a:spcAft>
            </a:pPr>
            <a:r>
              <a:rPr sz="1600" b="1" i="0" lang="en-US">
                <a:solidFill>
                  <a:srgbClr val="0F7A3D"/>
                </a:solidFill>
                <a:latin typeface="Segoe UI"/>
              </a:rPr>
              <a:t>✔ the shortest</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 elephant is the …… .   (big – bigger – biggest)</a:t>
            </a:r>
          </a:p>
          <a:p>
            <a:pPr rtl="0" algn="l">
              <a:spcAft>
                <a:spcPts val="800"/>
              </a:spcAft>
            </a:pPr>
            <a:r>
              <a:rPr sz="1800" b="0" i="0" lang="en-US">
                <a:solidFill>
                  <a:srgbClr val="1C2333"/>
                </a:solidFill>
                <a:latin typeface="Segoe UI"/>
              </a:rPr>
              <a:t>2) Shahd is …… than Hoda.   (nicer – nice – nicest)</a:t>
            </a:r>
          </a:p>
          <a:p>
            <a:pPr rtl="0" algn="l">
              <a:spcAft>
                <a:spcPts val="800"/>
              </a:spcAft>
            </a:pPr>
            <a:r>
              <a:rPr sz="1800" b="0" i="0" lang="en-US">
                <a:solidFill>
                  <a:srgbClr val="1C2333"/>
                </a:solidFill>
                <a:latin typeface="Segoe UI"/>
              </a:rPr>
              <a:t>3) The River Nile is the …… in the world.   (longer – long – longest)</a:t>
            </a:r>
          </a:p>
          <a:p>
            <a:pPr rtl="0" algn="l">
              <a:spcAft>
                <a:spcPts val="800"/>
              </a:spcAft>
            </a:pPr>
            <a:r>
              <a:rPr sz="1800" b="0" i="0" lang="en-US">
                <a:solidFill>
                  <a:srgbClr val="1C2333"/>
                </a:solidFill>
                <a:latin typeface="Segoe UI"/>
              </a:rPr>
              <a:t>4) The bike is …… than the car.   (cheap – cheapest – cheaper)</a:t>
            </a:r>
          </a:p>
          <a:p>
            <a:pPr rtl="0" algn="l">
              <a:spcAft>
                <a:spcPts val="800"/>
              </a:spcAft>
            </a:pPr>
            <a:r>
              <a:rPr sz="1800" b="0" i="0" lang="en-US">
                <a:solidFill>
                  <a:srgbClr val="1C2333"/>
                </a:solidFill>
                <a:latin typeface="Segoe UI"/>
              </a:rPr>
              <a:t>5) Ali is the …… boy in the class.   (tallest – taller – tall)</a:t>
            </a:r>
          </a:p>
          <a:p>
            <a:pPr rtl="0" algn="l">
              <a:spcAft>
                <a:spcPts val="800"/>
              </a:spcAft>
            </a:pPr>
            <a:r>
              <a:rPr sz="1800" b="0" i="0" lang="en-US">
                <a:solidFill>
                  <a:srgbClr val="1C2333"/>
                </a:solidFill>
                <a:latin typeface="Segoe UI"/>
              </a:rPr>
              <a:t>6) Dina is …… than Salma.   (fattest – fatter – fat)</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 elephant is the …… .   (big – bigger – biggest)</a:t>
            </a:r>
          </a:p>
          <a:p>
            <a:pPr lvl="1" rtl="0" algn="l">
              <a:spcAft>
                <a:spcPts val="700"/>
              </a:spcAft>
            </a:pPr>
            <a:r>
              <a:rPr sz="1600" b="1" i="0" lang="en-US">
                <a:solidFill>
                  <a:srgbClr val="0F7A3D"/>
                </a:solidFill>
                <a:latin typeface="Segoe UI"/>
              </a:rPr>
              <a:t>✔ biggest</a:t>
            </a:r>
          </a:p>
          <a:p>
            <a:pPr rtl="0" algn="l">
              <a:spcAft>
                <a:spcPts val="300"/>
              </a:spcAft>
            </a:pPr>
            <a:r>
              <a:rPr sz="1700" b="0" i="0" lang="en-US">
                <a:solidFill>
                  <a:srgbClr val="1C2333"/>
                </a:solidFill>
                <a:latin typeface="Segoe UI"/>
              </a:rPr>
              <a:t>2) Shahd is …… than Hoda.   (nicer – nice – nicest)</a:t>
            </a:r>
          </a:p>
          <a:p>
            <a:pPr lvl="1" rtl="0" algn="l">
              <a:spcAft>
                <a:spcPts val="700"/>
              </a:spcAft>
            </a:pPr>
            <a:r>
              <a:rPr sz="1600" b="1" i="0" lang="en-US">
                <a:solidFill>
                  <a:srgbClr val="0F7A3D"/>
                </a:solidFill>
                <a:latin typeface="Segoe UI"/>
              </a:rPr>
              <a:t>✔ nicer</a:t>
            </a:r>
          </a:p>
          <a:p>
            <a:pPr rtl="0" algn="l">
              <a:spcAft>
                <a:spcPts val="300"/>
              </a:spcAft>
            </a:pPr>
            <a:r>
              <a:rPr sz="1700" b="0" i="0" lang="en-US">
                <a:solidFill>
                  <a:srgbClr val="1C2333"/>
                </a:solidFill>
                <a:latin typeface="Segoe UI"/>
              </a:rPr>
              <a:t>3) The River Nile is the …… in the world.   (longer – long – longest)</a:t>
            </a:r>
          </a:p>
          <a:p>
            <a:pPr lvl="1" rtl="0" algn="l">
              <a:spcAft>
                <a:spcPts val="700"/>
              </a:spcAft>
            </a:pPr>
            <a:r>
              <a:rPr sz="1600" b="1" i="0" lang="en-US">
                <a:solidFill>
                  <a:srgbClr val="0F7A3D"/>
                </a:solidFill>
                <a:latin typeface="Segoe UI"/>
              </a:rPr>
              <a:t>✔ longest</a:t>
            </a:r>
          </a:p>
          <a:p>
            <a:pPr rtl="0" algn="l">
              <a:spcAft>
                <a:spcPts val="300"/>
              </a:spcAft>
            </a:pPr>
            <a:r>
              <a:rPr sz="1700" b="0" i="0" lang="en-US">
                <a:solidFill>
                  <a:srgbClr val="1C2333"/>
                </a:solidFill>
                <a:latin typeface="Segoe UI"/>
              </a:rPr>
              <a:t>4) The bike is …… than the car.   (cheap – cheapest – cheaper)</a:t>
            </a:r>
          </a:p>
          <a:p>
            <a:pPr lvl="1" rtl="0" algn="l">
              <a:spcAft>
                <a:spcPts val="700"/>
              </a:spcAft>
            </a:pPr>
            <a:r>
              <a:rPr sz="1600" b="1" i="0" lang="en-US">
                <a:solidFill>
                  <a:srgbClr val="0F7A3D"/>
                </a:solidFill>
                <a:latin typeface="Segoe UI"/>
              </a:rPr>
              <a:t>✔ cheaper</a:t>
            </a:r>
          </a:p>
          <a:p>
            <a:pPr rtl="0" algn="l">
              <a:spcAft>
                <a:spcPts val="300"/>
              </a:spcAft>
            </a:pPr>
            <a:r>
              <a:rPr sz="1700" b="0" i="0" lang="en-US">
                <a:solidFill>
                  <a:srgbClr val="1C2333"/>
                </a:solidFill>
                <a:latin typeface="Segoe UI"/>
              </a:rPr>
              <a:t>5) Ali is the …… boy in the class.   (tallest – taller – tall)</a:t>
            </a:r>
          </a:p>
          <a:p>
            <a:pPr lvl="1" rtl="0" algn="l">
              <a:spcAft>
                <a:spcPts val="700"/>
              </a:spcAft>
            </a:pPr>
            <a:r>
              <a:rPr sz="1600" b="1" i="0" lang="en-US">
                <a:solidFill>
                  <a:srgbClr val="0F7A3D"/>
                </a:solidFill>
                <a:latin typeface="Segoe UI"/>
              </a:rPr>
              <a:t>✔ tallest</a:t>
            </a:r>
          </a:p>
          <a:p>
            <a:pPr rtl="0" algn="l">
              <a:spcAft>
                <a:spcPts val="300"/>
              </a:spcAft>
            </a:pPr>
            <a:r>
              <a:rPr sz="1700" b="0" i="0" lang="en-US">
                <a:solidFill>
                  <a:srgbClr val="1C2333"/>
                </a:solidFill>
                <a:latin typeface="Segoe UI"/>
              </a:rPr>
              <a:t>6) Dina is …… than Salma.   (fattest – fatter – fat)</a:t>
            </a:r>
          </a:p>
          <a:p>
            <a:pPr lvl="1" rtl="0" algn="l">
              <a:spcAft>
                <a:spcPts val="700"/>
              </a:spcAft>
            </a:pPr>
            <a:r>
              <a:rPr sz="1600" b="1" i="0" lang="en-US">
                <a:solidFill>
                  <a:srgbClr val="0F7A3D"/>
                </a:solidFill>
                <a:latin typeface="Segoe UI"/>
              </a:rPr>
              <a:t>✔ fatter</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 elephant is the …… animal.   (strong – stronger – strongest)</a:t>
            </a:r>
          </a:p>
          <a:p>
            <a:pPr rtl="0" algn="l">
              <a:spcAft>
                <a:spcPts val="800"/>
              </a:spcAft>
            </a:pPr>
            <a:r>
              <a:rPr sz="1800" b="0" i="0" lang="en-US">
                <a:solidFill>
                  <a:srgbClr val="1C2333"/>
                </a:solidFill>
                <a:latin typeface="Segoe UI"/>
              </a:rPr>
              <a:t>8) Nancy is …… girl in the team.   (young – younger – the youngest)</a:t>
            </a:r>
          </a:p>
          <a:p>
            <a:pPr rtl="0" algn="l">
              <a:spcAft>
                <a:spcPts val="800"/>
              </a:spcAft>
            </a:pPr>
            <a:r>
              <a:rPr sz="1800" b="0" i="0" lang="en-US">
                <a:solidFill>
                  <a:srgbClr val="1C2333"/>
                </a:solidFill>
                <a:latin typeface="Segoe UI"/>
              </a:rPr>
              <a:t>9) The tiger is the …… animal.   (strong – strongest – stronger)</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D)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 elephant is the …… animal.   (strong – stronger – strongest)</a:t>
            </a:r>
          </a:p>
          <a:p>
            <a:pPr lvl="1" rtl="0" algn="l">
              <a:spcAft>
                <a:spcPts val="700"/>
              </a:spcAft>
            </a:pPr>
            <a:r>
              <a:rPr sz="1600" b="1" i="0" lang="en-US">
                <a:solidFill>
                  <a:srgbClr val="0F7A3D"/>
                </a:solidFill>
                <a:latin typeface="Segoe UI"/>
              </a:rPr>
              <a:t>✔ strongest</a:t>
            </a:r>
          </a:p>
          <a:p>
            <a:pPr rtl="0" algn="l">
              <a:spcAft>
                <a:spcPts val="300"/>
              </a:spcAft>
            </a:pPr>
            <a:r>
              <a:rPr sz="1700" b="0" i="0" lang="en-US">
                <a:solidFill>
                  <a:srgbClr val="1C2333"/>
                </a:solidFill>
                <a:latin typeface="Segoe UI"/>
              </a:rPr>
              <a:t>8) Nancy is …… girl in the team.   (young – younger – the youngest)</a:t>
            </a:r>
          </a:p>
          <a:p>
            <a:pPr lvl="1" rtl="0" algn="l">
              <a:spcAft>
                <a:spcPts val="700"/>
              </a:spcAft>
            </a:pPr>
            <a:r>
              <a:rPr sz="1600" b="1" i="0" lang="en-US">
                <a:solidFill>
                  <a:srgbClr val="0F7A3D"/>
                </a:solidFill>
                <a:latin typeface="Segoe UI"/>
              </a:rPr>
              <a:t>✔ the youngest</a:t>
            </a:r>
          </a:p>
          <a:p>
            <a:pPr rtl="0" algn="l">
              <a:spcAft>
                <a:spcPts val="300"/>
              </a:spcAft>
            </a:pPr>
            <a:r>
              <a:rPr sz="1700" b="0" i="0" lang="en-US">
                <a:solidFill>
                  <a:srgbClr val="1C2333"/>
                </a:solidFill>
                <a:latin typeface="Segoe UI"/>
              </a:rPr>
              <a:t>9) The tiger is the …… animal.   (strong – strongest – stronger)</a:t>
            </a:r>
          </a:p>
          <a:p>
            <a:pPr lvl="1" rtl="0" algn="l">
              <a:spcAft>
                <a:spcPts val="700"/>
              </a:spcAft>
            </a:pPr>
            <a:r>
              <a:rPr sz="1600" b="1" i="0" lang="en-US">
                <a:solidFill>
                  <a:srgbClr val="0F7A3D"/>
                </a:solidFill>
                <a:latin typeface="Segoe UI"/>
              </a:rPr>
              <a:t>✔ strongest</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Cairo is …… than Alex.   (crowded – more crowded – most crowded)</a:t>
            </a:r>
          </a:p>
          <a:p>
            <a:pPr rtl="0" algn="l">
              <a:spcAft>
                <a:spcPts val="800"/>
              </a:spcAft>
            </a:pPr>
            <a:r>
              <a:rPr sz="1800" b="0" i="0" lang="en-US">
                <a:solidFill>
                  <a:srgbClr val="1C2333"/>
                </a:solidFill>
                <a:latin typeface="Segoe UI"/>
              </a:rPr>
              <a:t>2) The giraffe is …… than the cow.   (the tallest – tall – taller)</a:t>
            </a:r>
          </a:p>
          <a:p>
            <a:pPr rtl="0" algn="l">
              <a:spcAft>
                <a:spcPts val="800"/>
              </a:spcAft>
            </a:pPr>
            <a:r>
              <a:rPr sz="1800" b="0" i="0" lang="en-US">
                <a:solidFill>
                  <a:srgbClr val="1C2333"/>
                </a:solidFill>
                <a:latin typeface="Segoe UI"/>
              </a:rPr>
              <a:t>3) Mona is …… beautiful girl in the class.   (more – the most – less)</a:t>
            </a:r>
          </a:p>
          <a:p>
            <a:pPr rtl="0" algn="l">
              <a:spcAft>
                <a:spcPts val="800"/>
              </a:spcAft>
            </a:pPr>
            <a:r>
              <a:rPr sz="1800" b="0" i="0" lang="en-US">
                <a:solidFill>
                  <a:srgbClr val="1C2333"/>
                </a:solidFill>
                <a:latin typeface="Segoe UI"/>
              </a:rPr>
              <a:t>4) Cats are …… than dogs.   (nicer – nice – nicest)</a:t>
            </a:r>
          </a:p>
          <a:p>
            <a:pPr rtl="0" algn="l">
              <a:spcAft>
                <a:spcPts val="800"/>
              </a:spcAft>
            </a:pPr>
            <a:r>
              <a:rPr sz="1800" b="0" i="0" lang="en-US">
                <a:solidFill>
                  <a:srgbClr val="1C2333"/>
                </a:solidFill>
                <a:latin typeface="Segoe UI"/>
              </a:rPr>
              <a:t>5) Are you taller …… your brother?   (that – than – then)</a:t>
            </a:r>
          </a:p>
          <a:p>
            <a:pPr rtl="0" algn="l">
              <a:spcAft>
                <a:spcPts val="800"/>
              </a:spcAft>
            </a:pPr>
            <a:r>
              <a:rPr sz="1800" b="0" i="0" lang="en-US">
                <a:solidFill>
                  <a:srgbClr val="1C2333"/>
                </a:solidFill>
                <a:latin typeface="Segoe UI"/>
              </a:rPr>
              <a:t>6) This place is the …… one in Cairo.   (noisy – noisier – noisiest)</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Cairo is …… than Alex.   (crowded – more crowded – most crowded)</a:t>
            </a:r>
          </a:p>
          <a:p>
            <a:pPr lvl="1" rtl="0" algn="l">
              <a:spcAft>
                <a:spcPts val="700"/>
              </a:spcAft>
            </a:pPr>
            <a:r>
              <a:rPr sz="1600" b="1" i="0" lang="en-US">
                <a:solidFill>
                  <a:srgbClr val="0F7A3D"/>
                </a:solidFill>
                <a:latin typeface="Segoe UI"/>
              </a:rPr>
              <a:t>✔ more crowded</a:t>
            </a:r>
          </a:p>
          <a:p>
            <a:pPr rtl="0" algn="l">
              <a:spcAft>
                <a:spcPts val="300"/>
              </a:spcAft>
            </a:pPr>
            <a:r>
              <a:rPr sz="1700" b="0" i="0" lang="en-US">
                <a:solidFill>
                  <a:srgbClr val="1C2333"/>
                </a:solidFill>
                <a:latin typeface="Segoe UI"/>
              </a:rPr>
              <a:t>2) The giraffe is …… than the cow.   (the tallest – tall – taller)</a:t>
            </a:r>
          </a:p>
          <a:p>
            <a:pPr lvl="1" rtl="0" algn="l">
              <a:spcAft>
                <a:spcPts val="700"/>
              </a:spcAft>
            </a:pPr>
            <a:r>
              <a:rPr sz="1600" b="1" i="0" lang="en-US">
                <a:solidFill>
                  <a:srgbClr val="0F7A3D"/>
                </a:solidFill>
                <a:latin typeface="Segoe UI"/>
              </a:rPr>
              <a:t>✔ taller</a:t>
            </a:r>
          </a:p>
          <a:p>
            <a:pPr rtl="0" algn="l">
              <a:spcAft>
                <a:spcPts val="300"/>
              </a:spcAft>
            </a:pPr>
            <a:r>
              <a:rPr sz="1700" b="0" i="0" lang="en-US">
                <a:solidFill>
                  <a:srgbClr val="1C2333"/>
                </a:solidFill>
                <a:latin typeface="Segoe UI"/>
              </a:rPr>
              <a:t>3) Mona is …… beautiful girl in the class.   (more – the most – less)</a:t>
            </a:r>
          </a:p>
          <a:p>
            <a:pPr lvl="1" rtl="0" algn="l">
              <a:spcAft>
                <a:spcPts val="700"/>
              </a:spcAft>
            </a:pPr>
            <a:r>
              <a:rPr sz="1600" b="1" i="0" lang="en-US">
                <a:solidFill>
                  <a:srgbClr val="0F7A3D"/>
                </a:solidFill>
                <a:latin typeface="Segoe UI"/>
              </a:rPr>
              <a:t>✔ the most</a:t>
            </a:r>
          </a:p>
          <a:p>
            <a:pPr rtl="0" algn="l">
              <a:spcAft>
                <a:spcPts val="300"/>
              </a:spcAft>
            </a:pPr>
            <a:r>
              <a:rPr sz="1700" b="0" i="0" lang="en-US">
                <a:solidFill>
                  <a:srgbClr val="1C2333"/>
                </a:solidFill>
                <a:latin typeface="Segoe UI"/>
              </a:rPr>
              <a:t>4) Cats are …… than dogs.   (nicer – nice – nicest)</a:t>
            </a:r>
          </a:p>
          <a:p>
            <a:pPr lvl="1" rtl="0" algn="l">
              <a:spcAft>
                <a:spcPts val="700"/>
              </a:spcAft>
            </a:pPr>
            <a:r>
              <a:rPr sz="1600" b="1" i="0" lang="en-US">
                <a:solidFill>
                  <a:srgbClr val="0F7A3D"/>
                </a:solidFill>
                <a:latin typeface="Segoe UI"/>
              </a:rPr>
              <a:t>✔ nicer</a:t>
            </a:r>
          </a:p>
          <a:p>
            <a:pPr rtl="0" algn="l">
              <a:spcAft>
                <a:spcPts val="300"/>
              </a:spcAft>
            </a:pPr>
            <a:r>
              <a:rPr sz="1700" b="0" i="0" lang="en-US">
                <a:solidFill>
                  <a:srgbClr val="1C2333"/>
                </a:solidFill>
                <a:latin typeface="Segoe UI"/>
              </a:rPr>
              <a:t>5) Are you taller …… your brother?   (that – than – then)</a:t>
            </a:r>
          </a:p>
          <a:p>
            <a:pPr lvl="1" rtl="0" algn="l">
              <a:spcAft>
                <a:spcPts val="700"/>
              </a:spcAft>
            </a:pPr>
            <a:r>
              <a:rPr sz="1600" b="1" i="0" lang="en-US">
                <a:solidFill>
                  <a:srgbClr val="0F7A3D"/>
                </a:solidFill>
                <a:latin typeface="Segoe UI"/>
              </a:rPr>
              <a:t>✔ than</a:t>
            </a:r>
          </a:p>
          <a:p>
            <a:pPr rtl="0" algn="l">
              <a:spcAft>
                <a:spcPts val="300"/>
              </a:spcAft>
            </a:pPr>
            <a:r>
              <a:rPr sz="1700" b="0" i="0" lang="en-US">
                <a:solidFill>
                  <a:srgbClr val="1C2333"/>
                </a:solidFill>
                <a:latin typeface="Segoe UI"/>
              </a:rPr>
              <a:t>6) This place is the …… one in Cairo.   (noisy – noisier – noisiest)</a:t>
            </a:r>
          </a:p>
          <a:p>
            <a:pPr lvl="1" rtl="0" algn="l">
              <a:spcAft>
                <a:spcPts val="700"/>
              </a:spcAft>
            </a:pPr>
            <a:r>
              <a:rPr sz="1600" b="1" i="0" lang="en-US">
                <a:solidFill>
                  <a:srgbClr val="0F7A3D"/>
                </a:solidFill>
                <a:latin typeface="Segoe UI"/>
              </a:rPr>
              <a:t>✔ noisiest</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Mona is the …… in the class.   (fast – faster – fastest)</a:t>
            </a:r>
          </a:p>
          <a:p>
            <a:pPr rtl="0" algn="l">
              <a:spcAft>
                <a:spcPts val="800"/>
              </a:spcAft>
            </a:pPr>
            <a:r>
              <a:rPr sz="1800" b="0" i="0" lang="en-US">
                <a:solidFill>
                  <a:srgbClr val="1C2333"/>
                </a:solidFill>
                <a:latin typeface="Segoe UI"/>
              </a:rPr>
              <a:t>8) Alex is …… relaxing than Cairo.   (the most – the least – more)</a:t>
            </a:r>
          </a:p>
          <a:p>
            <a:pPr rtl="0" algn="l">
              <a:spcAft>
                <a:spcPts val="800"/>
              </a:spcAft>
            </a:pPr>
            <a:r>
              <a:rPr sz="1800" b="0" i="0" lang="en-US">
                <a:solidFill>
                  <a:srgbClr val="1C2333"/>
                </a:solidFill>
                <a:latin typeface="Segoe UI"/>
              </a:rPr>
              <a:t>9) A bus is …… a car.   (slower than – the slowest – slow)</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E) Choose the correct answer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Mona is the …… in the class.   (fast – faster – fastest)</a:t>
            </a:r>
          </a:p>
          <a:p>
            <a:pPr lvl="1" rtl="0" algn="l">
              <a:spcAft>
                <a:spcPts val="700"/>
              </a:spcAft>
            </a:pPr>
            <a:r>
              <a:rPr sz="1600" b="1" i="0" lang="en-US">
                <a:solidFill>
                  <a:srgbClr val="0F7A3D"/>
                </a:solidFill>
                <a:latin typeface="Segoe UI"/>
              </a:rPr>
              <a:t>✔ fastest</a:t>
            </a:r>
          </a:p>
          <a:p>
            <a:pPr rtl="0" algn="l">
              <a:spcAft>
                <a:spcPts val="300"/>
              </a:spcAft>
            </a:pPr>
            <a:r>
              <a:rPr sz="1700" b="0" i="0" lang="en-US">
                <a:solidFill>
                  <a:srgbClr val="1C2333"/>
                </a:solidFill>
                <a:latin typeface="Segoe UI"/>
              </a:rPr>
              <a:t>8) Alex is …… relaxing than Cairo.   (the most – the least – more)</a:t>
            </a:r>
          </a:p>
          <a:p>
            <a:pPr lvl="1" rtl="0" algn="l">
              <a:spcAft>
                <a:spcPts val="700"/>
              </a:spcAft>
            </a:pPr>
            <a:r>
              <a:rPr sz="1600" b="1" i="0" lang="en-US">
                <a:solidFill>
                  <a:srgbClr val="0F7A3D"/>
                </a:solidFill>
                <a:latin typeface="Segoe UI"/>
              </a:rPr>
              <a:t>✔ more</a:t>
            </a:r>
          </a:p>
          <a:p>
            <a:pPr rtl="0" algn="l">
              <a:spcAft>
                <a:spcPts val="300"/>
              </a:spcAft>
            </a:pPr>
            <a:r>
              <a:rPr sz="1700" b="0" i="0" lang="en-US">
                <a:solidFill>
                  <a:srgbClr val="1C2333"/>
                </a:solidFill>
                <a:latin typeface="Segoe UI"/>
              </a:rPr>
              <a:t>9) A bus is …… a car.   (slower than – the slowest – slow)</a:t>
            </a:r>
          </a:p>
          <a:p>
            <a:pPr lvl="1" rtl="0" algn="l">
              <a:spcAft>
                <a:spcPts val="700"/>
              </a:spcAft>
            </a:pPr>
            <a:r>
              <a:rPr sz="1600" b="1" i="0" lang="en-US">
                <a:solidFill>
                  <a:srgbClr val="0F7A3D"/>
                </a:solidFill>
                <a:latin typeface="Segoe UI"/>
              </a:rPr>
              <a:t>✔ slower than</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Ahmed is …… (tall) than Ali.</a:t>
            </a:r>
          </a:p>
          <a:p>
            <a:pPr rtl="0" algn="l">
              <a:spcAft>
                <a:spcPts val="800"/>
              </a:spcAft>
            </a:pPr>
            <a:r>
              <a:rPr sz="1800" b="0" i="0" lang="en-US">
                <a:solidFill>
                  <a:srgbClr val="1C2333"/>
                </a:solidFill>
                <a:latin typeface="Segoe UI"/>
              </a:rPr>
              <a:t>2) The plane is the …… (more) expensive.</a:t>
            </a:r>
          </a:p>
          <a:p>
            <a:pPr rtl="0" algn="l">
              <a:spcAft>
                <a:spcPts val="800"/>
              </a:spcAft>
            </a:pPr>
            <a:r>
              <a:rPr sz="1800" b="0" i="0" lang="en-US">
                <a:solidFill>
                  <a:srgbClr val="1C2333"/>
                </a:solidFill>
                <a:latin typeface="Segoe UI"/>
              </a:rPr>
              <a:t>3) Bats are …… (small) than rats.</a:t>
            </a:r>
          </a:p>
          <a:p>
            <a:pPr rtl="0" algn="l">
              <a:spcAft>
                <a:spcPts val="800"/>
              </a:spcAft>
            </a:pPr>
            <a:r>
              <a:rPr sz="1800" b="0" i="0" lang="en-US">
                <a:solidFill>
                  <a:srgbClr val="1C2333"/>
                </a:solidFill>
                <a:latin typeface="Segoe UI"/>
              </a:rPr>
              <a:t>4) Cats are …… (more nice) than dogs.</a:t>
            </a:r>
          </a:p>
          <a:p>
            <a:pPr rtl="0" algn="l">
              <a:spcAft>
                <a:spcPts val="800"/>
              </a:spcAft>
            </a:pPr>
            <a:r>
              <a:rPr sz="1800" b="0" i="0" lang="en-US">
                <a:solidFill>
                  <a:srgbClr val="1C2333"/>
                </a:solidFill>
                <a:latin typeface="Segoe UI"/>
              </a:rPr>
              <a:t>5) Snakes are …… (dangerous) than foxes.</a:t>
            </a:r>
          </a:p>
          <a:p>
            <a:pPr rtl="0" algn="l">
              <a:spcAft>
                <a:spcPts val="800"/>
              </a:spcAft>
            </a:pPr>
            <a:r>
              <a:rPr sz="1800" b="0" i="0" lang="en-US">
                <a:solidFill>
                  <a:srgbClr val="1C2333"/>
                </a:solidFill>
                <a:latin typeface="Segoe UI"/>
              </a:rPr>
              <a:t>6) Elephants are the …… (big) animal.</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Ahmed is …… (tall) than Ali.</a:t>
            </a:r>
          </a:p>
          <a:p>
            <a:pPr lvl="1" rtl="0" algn="l">
              <a:spcAft>
                <a:spcPts val="700"/>
              </a:spcAft>
            </a:pPr>
            <a:r>
              <a:rPr sz="1600" b="1" i="0" lang="en-US">
                <a:solidFill>
                  <a:srgbClr val="0F7A3D"/>
                </a:solidFill>
                <a:latin typeface="Segoe UI"/>
              </a:rPr>
              <a:t>✔ Ahmed is taller than Ali.</a:t>
            </a:r>
          </a:p>
          <a:p>
            <a:pPr rtl="0" algn="l">
              <a:spcAft>
                <a:spcPts val="300"/>
              </a:spcAft>
            </a:pPr>
            <a:r>
              <a:rPr sz="1700" b="0" i="0" lang="en-US">
                <a:solidFill>
                  <a:srgbClr val="1C2333"/>
                </a:solidFill>
                <a:latin typeface="Segoe UI"/>
              </a:rPr>
              <a:t>2) The plane is the …… (more) expensive.</a:t>
            </a:r>
          </a:p>
          <a:p>
            <a:pPr lvl="1" rtl="0" algn="l">
              <a:spcAft>
                <a:spcPts val="700"/>
              </a:spcAft>
            </a:pPr>
            <a:r>
              <a:rPr sz="1600" b="1" i="0" lang="en-US">
                <a:solidFill>
                  <a:srgbClr val="0F7A3D"/>
                </a:solidFill>
                <a:latin typeface="Segoe UI"/>
              </a:rPr>
              <a:t>✔ The plane is the most expensive.</a:t>
            </a:r>
          </a:p>
          <a:p>
            <a:pPr rtl="0" algn="l">
              <a:spcAft>
                <a:spcPts val="300"/>
              </a:spcAft>
            </a:pPr>
            <a:r>
              <a:rPr sz="1700" b="0" i="0" lang="en-US">
                <a:solidFill>
                  <a:srgbClr val="1C2333"/>
                </a:solidFill>
                <a:latin typeface="Segoe UI"/>
              </a:rPr>
              <a:t>3) Bats are …… (small) than rats.</a:t>
            </a:r>
          </a:p>
          <a:p>
            <a:pPr lvl="1" rtl="0" algn="l">
              <a:spcAft>
                <a:spcPts val="700"/>
              </a:spcAft>
            </a:pPr>
            <a:r>
              <a:rPr sz="1600" b="1" i="0" lang="en-US">
                <a:solidFill>
                  <a:srgbClr val="0F7A3D"/>
                </a:solidFill>
                <a:latin typeface="Segoe UI"/>
              </a:rPr>
              <a:t>✔ Bats are smaller than rats.</a:t>
            </a:r>
          </a:p>
          <a:p>
            <a:pPr rtl="0" algn="l">
              <a:spcAft>
                <a:spcPts val="300"/>
              </a:spcAft>
            </a:pPr>
            <a:r>
              <a:rPr sz="1700" b="0" i="0" lang="en-US">
                <a:solidFill>
                  <a:srgbClr val="1C2333"/>
                </a:solidFill>
                <a:latin typeface="Segoe UI"/>
              </a:rPr>
              <a:t>4) Cats are …… (more nice) than dogs.</a:t>
            </a:r>
          </a:p>
          <a:p>
            <a:pPr lvl="1" rtl="0" algn="l">
              <a:spcAft>
                <a:spcPts val="700"/>
              </a:spcAft>
            </a:pPr>
            <a:r>
              <a:rPr sz="1600" b="1" i="0" lang="en-US">
                <a:solidFill>
                  <a:srgbClr val="0F7A3D"/>
                </a:solidFill>
                <a:latin typeface="Segoe UI"/>
              </a:rPr>
              <a:t>✔ Cats are nicer than dogs.</a:t>
            </a:r>
          </a:p>
          <a:p>
            <a:pPr rtl="0" algn="l">
              <a:spcAft>
                <a:spcPts val="300"/>
              </a:spcAft>
            </a:pPr>
            <a:r>
              <a:rPr sz="1700" b="0" i="0" lang="en-US">
                <a:solidFill>
                  <a:srgbClr val="1C2333"/>
                </a:solidFill>
                <a:latin typeface="Segoe UI"/>
              </a:rPr>
              <a:t>5) Snakes are …… (dangerous) than foxes.</a:t>
            </a:r>
          </a:p>
          <a:p>
            <a:pPr lvl="1" rtl="0" algn="l">
              <a:spcAft>
                <a:spcPts val="700"/>
              </a:spcAft>
            </a:pPr>
            <a:r>
              <a:rPr sz="1600" b="1" i="0" lang="en-US">
                <a:solidFill>
                  <a:srgbClr val="0F7A3D"/>
                </a:solidFill>
                <a:latin typeface="Segoe UI"/>
              </a:rPr>
              <a:t>✔ Snakes are more dangerous than foxes.</a:t>
            </a:r>
          </a:p>
          <a:p>
            <a:pPr rtl="0" algn="l">
              <a:spcAft>
                <a:spcPts val="300"/>
              </a:spcAft>
            </a:pPr>
            <a:r>
              <a:rPr sz="1700" b="0" i="0" lang="en-US">
                <a:solidFill>
                  <a:srgbClr val="1C2333"/>
                </a:solidFill>
                <a:latin typeface="Segoe UI"/>
              </a:rPr>
              <a:t>6) Elephants are the …… (big) animal.</a:t>
            </a:r>
          </a:p>
          <a:p>
            <a:pPr lvl="1" rtl="0" algn="l">
              <a:spcAft>
                <a:spcPts val="700"/>
              </a:spcAft>
            </a:pPr>
            <a:r>
              <a:rPr sz="1600" b="1" i="0" lang="en-US">
                <a:solidFill>
                  <a:srgbClr val="0F7A3D"/>
                </a:solidFill>
                <a:latin typeface="Segoe UI"/>
              </a:rPr>
              <a:t>✔ Elephants are the biggest animal.</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Ahmed is the …… (taller) boy in the class.</a:t>
            </a:r>
          </a:p>
          <a:p>
            <a:pPr rtl="0" algn="l">
              <a:spcAft>
                <a:spcPts val="800"/>
              </a:spcAft>
            </a:pPr>
            <a:r>
              <a:rPr sz="1800" b="0" i="0" lang="en-US">
                <a:solidFill>
                  <a:srgbClr val="1C2333"/>
                </a:solidFill>
                <a:latin typeface="Segoe UI"/>
              </a:rPr>
              <a:t>8) The River Nile is the …… (long) in the world.</a:t>
            </a:r>
          </a:p>
          <a:p>
            <a:pPr rtl="0" algn="l">
              <a:spcAft>
                <a:spcPts val="800"/>
              </a:spcAft>
            </a:pPr>
            <a:r>
              <a:rPr sz="1800" b="0" i="0" lang="en-US">
                <a:solidFill>
                  <a:srgbClr val="1C2333"/>
                </a:solidFill>
                <a:latin typeface="Segoe UI"/>
              </a:rPr>
              <a:t>9) Cairo is the …… (more crowded) in Egypt.</a:t>
            </a:r>
          </a:p>
          <a:p>
            <a:pPr rtl="0" algn="l">
              <a:spcAft>
                <a:spcPts val="800"/>
              </a:spcAft>
            </a:pPr>
            <a:r>
              <a:rPr sz="1800" b="0" i="0" lang="en-US">
                <a:solidFill>
                  <a:srgbClr val="1C2333"/>
                </a:solidFill>
                <a:latin typeface="Segoe UI"/>
              </a:rPr>
              <a:t>10) Lions are stronger …… (then) dogs.</a:t>
            </a:r>
          </a:p>
          <a:p>
            <a:pPr rtl="0" algn="l">
              <a:spcAft>
                <a:spcPts val="800"/>
              </a:spcAft>
            </a:pPr>
            <a:r>
              <a:rPr sz="1800" b="0" i="0" lang="en-US">
                <a:solidFill>
                  <a:srgbClr val="1C2333"/>
                </a:solidFill>
                <a:latin typeface="Segoe UI"/>
              </a:rPr>
              <a:t>11) Crocodiles are …… (most dangerous) than snakes.</a:t>
            </a:r>
          </a:p>
          <a:p>
            <a:pPr rtl="0" algn="l">
              <a:spcAft>
                <a:spcPts val="800"/>
              </a:spcAft>
            </a:pPr>
            <a:r>
              <a:rPr sz="1800" b="0" i="0" lang="en-US">
                <a:solidFill>
                  <a:srgbClr val="1C2333"/>
                </a:solidFill>
                <a:latin typeface="Segoe UI"/>
              </a:rPr>
              <a:t>12) Planes are the …… (more comfortable).</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Ahmed is the …… (taller) boy in the class.</a:t>
            </a:r>
          </a:p>
          <a:p>
            <a:pPr lvl="1" rtl="0" algn="l">
              <a:spcAft>
                <a:spcPts val="700"/>
              </a:spcAft>
            </a:pPr>
            <a:r>
              <a:rPr sz="1600" b="1" i="0" lang="en-US">
                <a:solidFill>
                  <a:srgbClr val="0F7A3D"/>
                </a:solidFill>
                <a:latin typeface="Segoe UI"/>
              </a:rPr>
              <a:t>✔ Ahmed is the tallest boy in the class.</a:t>
            </a:r>
          </a:p>
          <a:p>
            <a:pPr rtl="0" algn="l">
              <a:spcAft>
                <a:spcPts val="300"/>
              </a:spcAft>
            </a:pPr>
            <a:r>
              <a:rPr sz="1700" b="0" i="0" lang="en-US">
                <a:solidFill>
                  <a:srgbClr val="1C2333"/>
                </a:solidFill>
                <a:latin typeface="Segoe UI"/>
              </a:rPr>
              <a:t>8) The River Nile is the …… (long) in the world.</a:t>
            </a:r>
          </a:p>
          <a:p>
            <a:pPr lvl="1" rtl="0" algn="l">
              <a:spcAft>
                <a:spcPts val="700"/>
              </a:spcAft>
            </a:pPr>
            <a:r>
              <a:rPr sz="1600" b="1" i="0" lang="en-US">
                <a:solidFill>
                  <a:srgbClr val="0F7A3D"/>
                </a:solidFill>
                <a:latin typeface="Segoe UI"/>
              </a:rPr>
              <a:t>✔ The River Nile is the longest in the world.</a:t>
            </a:r>
          </a:p>
          <a:p>
            <a:pPr rtl="0" algn="l">
              <a:spcAft>
                <a:spcPts val="300"/>
              </a:spcAft>
            </a:pPr>
            <a:r>
              <a:rPr sz="1700" b="0" i="0" lang="en-US">
                <a:solidFill>
                  <a:srgbClr val="1C2333"/>
                </a:solidFill>
                <a:latin typeface="Segoe UI"/>
              </a:rPr>
              <a:t>9) Cairo is the …… (more crowded) in Egypt.</a:t>
            </a:r>
          </a:p>
          <a:p>
            <a:pPr lvl="1" rtl="0" algn="l">
              <a:spcAft>
                <a:spcPts val="700"/>
              </a:spcAft>
            </a:pPr>
            <a:r>
              <a:rPr sz="1600" b="1" i="0" lang="en-US">
                <a:solidFill>
                  <a:srgbClr val="0F7A3D"/>
                </a:solidFill>
                <a:latin typeface="Segoe UI"/>
              </a:rPr>
              <a:t>✔ Cairo is the most crowded in Egypt.</a:t>
            </a:r>
          </a:p>
          <a:p>
            <a:pPr rtl="0" algn="l">
              <a:spcAft>
                <a:spcPts val="300"/>
              </a:spcAft>
            </a:pPr>
            <a:r>
              <a:rPr sz="1700" b="0" i="0" lang="en-US">
                <a:solidFill>
                  <a:srgbClr val="1C2333"/>
                </a:solidFill>
                <a:latin typeface="Segoe UI"/>
              </a:rPr>
              <a:t>10) Lions are stronger …… (then) dogs.</a:t>
            </a:r>
          </a:p>
          <a:p>
            <a:pPr lvl="1" rtl="0" algn="l">
              <a:spcAft>
                <a:spcPts val="700"/>
              </a:spcAft>
            </a:pPr>
            <a:r>
              <a:rPr sz="1600" b="1" i="0" lang="en-US">
                <a:solidFill>
                  <a:srgbClr val="0F7A3D"/>
                </a:solidFill>
                <a:latin typeface="Segoe UI"/>
              </a:rPr>
              <a:t>✔ Lions are stronger than dogs.</a:t>
            </a:r>
          </a:p>
          <a:p>
            <a:pPr rtl="0" algn="l">
              <a:spcAft>
                <a:spcPts val="300"/>
              </a:spcAft>
            </a:pPr>
            <a:r>
              <a:rPr sz="1700" b="0" i="0" lang="en-US">
                <a:solidFill>
                  <a:srgbClr val="1C2333"/>
                </a:solidFill>
                <a:latin typeface="Segoe UI"/>
              </a:rPr>
              <a:t>11) Crocodiles are …… (most dangerous) than snakes.</a:t>
            </a:r>
          </a:p>
          <a:p>
            <a:pPr lvl="1" rtl="0" algn="l">
              <a:spcAft>
                <a:spcPts val="700"/>
              </a:spcAft>
            </a:pPr>
            <a:r>
              <a:rPr sz="1600" b="1" i="0" lang="en-US">
                <a:solidFill>
                  <a:srgbClr val="0F7A3D"/>
                </a:solidFill>
                <a:latin typeface="Segoe UI"/>
              </a:rPr>
              <a:t>✔ Crocodiles are more dangerous than snakes.</a:t>
            </a:r>
          </a:p>
          <a:p>
            <a:pPr rtl="0" algn="l">
              <a:spcAft>
                <a:spcPts val="300"/>
              </a:spcAft>
            </a:pPr>
            <a:r>
              <a:rPr sz="1700" b="0" i="0" lang="en-US">
                <a:solidFill>
                  <a:srgbClr val="1C2333"/>
                </a:solidFill>
                <a:latin typeface="Segoe UI"/>
              </a:rPr>
              <a:t>12) Planes are the …… (more comfortable).</a:t>
            </a:r>
          </a:p>
          <a:p>
            <a:pPr lvl="1" rtl="0" algn="l">
              <a:spcAft>
                <a:spcPts val="700"/>
              </a:spcAft>
            </a:pPr>
            <a:r>
              <a:rPr sz="1600" b="1" i="0" lang="en-US">
                <a:solidFill>
                  <a:srgbClr val="0F7A3D"/>
                </a:solidFill>
                <a:latin typeface="Segoe UI"/>
              </a:rPr>
              <a:t>✔ Planes are the most comfortable .</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Snakes are …… (thin) than crocodiles.</a:t>
            </a:r>
          </a:p>
          <a:p>
            <a:pPr rtl="0" algn="l">
              <a:spcAft>
                <a:spcPts val="800"/>
              </a:spcAft>
            </a:pPr>
            <a:r>
              <a:rPr sz="1800" b="0" i="0" lang="en-US">
                <a:solidFill>
                  <a:srgbClr val="1C2333"/>
                </a:solidFill>
                <a:latin typeface="Segoe UI"/>
              </a:rPr>
              <a:t>14) Dogs are …… (the fastest) than monkeys.</a:t>
            </a:r>
          </a:p>
          <a:p>
            <a:pPr rtl="0" algn="l">
              <a:spcAft>
                <a:spcPts val="800"/>
              </a:spcAft>
            </a:pPr>
            <a:r>
              <a:rPr sz="1800" b="0" i="0" lang="en-US">
                <a:solidFill>
                  <a:srgbClr val="1C2333"/>
                </a:solidFill>
                <a:latin typeface="Segoe UI"/>
              </a:rPr>
              <a:t>15) Camels are …… (big) than horses.</a:t>
            </a:r>
          </a:p>
          <a:p>
            <a:pPr rtl="0" algn="l">
              <a:spcAft>
                <a:spcPts val="800"/>
              </a:spcAft>
            </a:pPr>
            <a:r>
              <a:rPr sz="1800" b="0" i="0" lang="en-US">
                <a:solidFill>
                  <a:srgbClr val="1C2333"/>
                </a:solidFill>
                <a:latin typeface="Segoe UI"/>
              </a:rPr>
              <a:t>16) The tiger is the …… (fast) animal.</a:t>
            </a:r>
          </a:p>
          <a:p>
            <a:pPr rtl="0" algn="l">
              <a:spcAft>
                <a:spcPts val="800"/>
              </a:spcAft>
            </a:pPr>
            <a:r>
              <a:rPr sz="1800" b="0" i="0" lang="en-US">
                <a:solidFill>
                  <a:srgbClr val="1C2333"/>
                </a:solidFill>
                <a:latin typeface="Segoe UI"/>
              </a:rPr>
              <a:t>17) Ahmed is taller …… (that) Ali.</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F) Complete with the correct form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Snakes are …… (thin) than crocodiles.</a:t>
            </a:r>
          </a:p>
          <a:p>
            <a:pPr lvl="1" rtl="0" algn="l">
              <a:spcAft>
                <a:spcPts val="700"/>
              </a:spcAft>
            </a:pPr>
            <a:r>
              <a:rPr sz="1600" b="1" i="0" lang="en-US">
                <a:solidFill>
                  <a:srgbClr val="0F7A3D"/>
                </a:solidFill>
                <a:latin typeface="Segoe UI"/>
              </a:rPr>
              <a:t>✔ Snakes are thinner than crocodiles.</a:t>
            </a:r>
          </a:p>
          <a:p>
            <a:pPr rtl="0" algn="l">
              <a:spcAft>
                <a:spcPts val="300"/>
              </a:spcAft>
            </a:pPr>
            <a:r>
              <a:rPr sz="1700" b="0" i="0" lang="en-US">
                <a:solidFill>
                  <a:srgbClr val="1C2333"/>
                </a:solidFill>
                <a:latin typeface="Segoe UI"/>
              </a:rPr>
              <a:t>14) Dogs are …… (the fastest) than monkeys.</a:t>
            </a:r>
          </a:p>
          <a:p>
            <a:pPr lvl="1" rtl="0" algn="l">
              <a:spcAft>
                <a:spcPts val="700"/>
              </a:spcAft>
            </a:pPr>
            <a:r>
              <a:rPr sz="1600" b="1" i="0" lang="en-US">
                <a:solidFill>
                  <a:srgbClr val="0F7A3D"/>
                </a:solidFill>
                <a:latin typeface="Segoe UI"/>
              </a:rPr>
              <a:t>✔ Dogs are faster than monkeys.</a:t>
            </a:r>
          </a:p>
          <a:p>
            <a:pPr rtl="0" algn="l">
              <a:spcAft>
                <a:spcPts val="300"/>
              </a:spcAft>
            </a:pPr>
            <a:r>
              <a:rPr sz="1700" b="0" i="0" lang="en-US">
                <a:solidFill>
                  <a:srgbClr val="1C2333"/>
                </a:solidFill>
                <a:latin typeface="Segoe UI"/>
              </a:rPr>
              <a:t>15) Camels are …… (big) than horses.</a:t>
            </a:r>
          </a:p>
          <a:p>
            <a:pPr lvl="1" rtl="0" algn="l">
              <a:spcAft>
                <a:spcPts val="700"/>
              </a:spcAft>
            </a:pPr>
            <a:r>
              <a:rPr sz="1600" b="1" i="0" lang="en-US">
                <a:solidFill>
                  <a:srgbClr val="0F7A3D"/>
                </a:solidFill>
                <a:latin typeface="Segoe UI"/>
              </a:rPr>
              <a:t>✔ Camels are bigger than horses.</a:t>
            </a:r>
          </a:p>
          <a:p>
            <a:pPr rtl="0" algn="l">
              <a:spcAft>
                <a:spcPts val="300"/>
              </a:spcAft>
            </a:pPr>
            <a:r>
              <a:rPr sz="1700" b="0" i="0" lang="en-US">
                <a:solidFill>
                  <a:srgbClr val="1C2333"/>
                </a:solidFill>
                <a:latin typeface="Segoe UI"/>
              </a:rPr>
              <a:t>16) The tiger is the …… (fast) animal.</a:t>
            </a:r>
          </a:p>
          <a:p>
            <a:pPr lvl="1" rtl="0" algn="l">
              <a:spcAft>
                <a:spcPts val="700"/>
              </a:spcAft>
            </a:pPr>
            <a:r>
              <a:rPr sz="1600" b="1" i="0" lang="en-US">
                <a:solidFill>
                  <a:srgbClr val="0F7A3D"/>
                </a:solidFill>
                <a:latin typeface="Segoe UI"/>
              </a:rPr>
              <a:t>✔ The tiger is the fastest animal.</a:t>
            </a:r>
          </a:p>
          <a:p>
            <a:pPr rtl="0" algn="l">
              <a:spcAft>
                <a:spcPts val="300"/>
              </a:spcAft>
            </a:pPr>
            <a:r>
              <a:rPr sz="1700" b="0" i="0" lang="en-US">
                <a:solidFill>
                  <a:srgbClr val="1C2333"/>
                </a:solidFill>
                <a:latin typeface="Segoe UI"/>
              </a:rPr>
              <a:t>17) Ahmed is taller …… (that) Ali.</a:t>
            </a:r>
          </a:p>
          <a:p>
            <a:pPr lvl="1" rtl="0" algn="l">
              <a:spcAft>
                <a:spcPts val="700"/>
              </a:spcAft>
            </a:pPr>
            <a:r>
              <a:rPr sz="1600" b="1" i="0" lang="en-US">
                <a:solidFill>
                  <a:srgbClr val="0F7A3D"/>
                </a:solidFill>
                <a:latin typeface="Segoe UI"/>
              </a:rPr>
              <a:t>✔ Ahmed is taller than Ali.</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than – is – Heba – taller – Mona.</a:t>
            </a:r>
          </a:p>
          <a:p>
            <a:pPr rtl="0" algn="l">
              <a:spcAft>
                <a:spcPts val="800"/>
              </a:spcAft>
            </a:pPr>
            <a:r>
              <a:rPr sz="1800" b="0" i="0" lang="en-US">
                <a:solidFill>
                  <a:srgbClr val="1C2333"/>
                </a:solidFill>
                <a:latin typeface="Segoe UI"/>
              </a:rPr>
              <a:t>2) more – The crocodile – dangerous – is – than – the lion.</a:t>
            </a:r>
          </a:p>
          <a:p>
            <a:pPr rtl="0" algn="l">
              <a:spcAft>
                <a:spcPts val="800"/>
              </a:spcAft>
            </a:pPr>
            <a:r>
              <a:rPr sz="1800" b="0" i="0" lang="en-US">
                <a:solidFill>
                  <a:srgbClr val="1C2333"/>
                </a:solidFill>
                <a:latin typeface="Segoe UI"/>
              </a:rPr>
              <a:t>3) are – than – cars – Planes – faster.</a:t>
            </a:r>
          </a:p>
          <a:p>
            <a:pPr rtl="0" algn="l">
              <a:spcAft>
                <a:spcPts val="800"/>
              </a:spcAft>
            </a:pPr>
            <a:r>
              <a:rPr sz="1800" b="0" i="0" lang="en-US">
                <a:solidFill>
                  <a:srgbClr val="1C2333"/>
                </a:solidFill>
                <a:latin typeface="Segoe UI"/>
              </a:rPr>
              <a:t>4) less – is – Cairo – crowded – Alexandria – than.</a:t>
            </a:r>
          </a:p>
          <a:p>
            <a:pPr rtl="0" algn="l">
              <a:spcAft>
                <a:spcPts val="800"/>
              </a:spcAft>
            </a:pPr>
            <a:r>
              <a:rPr sz="1800" b="0" i="0" lang="en-US">
                <a:solidFill>
                  <a:srgbClr val="1C2333"/>
                </a:solidFill>
                <a:latin typeface="Segoe UI"/>
              </a:rPr>
              <a:t>5) than – are – camels – Elephants – bigger.</a:t>
            </a:r>
          </a:p>
          <a:p>
            <a:pPr rtl="0" algn="l">
              <a:spcAft>
                <a:spcPts val="800"/>
              </a:spcAft>
            </a:pPr>
            <a:r>
              <a:rPr sz="1800" b="0" i="0" lang="en-US">
                <a:solidFill>
                  <a:srgbClr val="1C2333"/>
                </a:solidFill>
                <a:latin typeface="Segoe UI"/>
              </a:rPr>
              <a:t>6) crowded – most – Cairo – the – is – Egypt – in.</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than – is – Heba – taller – Mona.</a:t>
            </a:r>
          </a:p>
          <a:p>
            <a:pPr lvl="1" rtl="0" algn="l">
              <a:spcAft>
                <a:spcPts val="700"/>
              </a:spcAft>
            </a:pPr>
            <a:r>
              <a:rPr sz="1600" b="1" i="0" lang="en-US">
                <a:solidFill>
                  <a:srgbClr val="0F7A3D"/>
                </a:solidFill>
                <a:latin typeface="Segoe UI"/>
              </a:rPr>
              <a:t>✔ Heba is taller than Mona.</a:t>
            </a:r>
          </a:p>
          <a:p>
            <a:pPr rtl="0" algn="l">
              <a:spcAft>
                <a:spcPts val="300"/>
              </a:spcAft>
            </a:pPr>
            <a:r>
              <a:rPr sz="1700" b="0" i="0" lang="en-US">
                <a:solidFill>
                  <a:srgbClr val="1C2333"/>
                </a:solidFill>
                <a:latin typeface="Segoe UI"/>
              </a:rPr>
              <a:t>2) more – The crocodile – dangerous – is – than – the lion.</a:t>
            </a:r>
          </a:p>
          <a:p>
            <a:pPr lvl="1" rtl="0" algn="l">
              <a:spcAft>
                <a:spcPts val="700"/>
              </a:spcAft>
            </a:pPr>
            <a:r>
              <a:rPr sz="1600" b="1" i="0" lang="en-US">
                <a:solidFill>
                  <a:srgbClr val="0F7A3D"/>
                </a:solidFill>
                <a:latin typeface="Segoe UI"/>
              </a:rPr>
              <a:t>✔ The crocodile is more dangerous than the lion.</a:t>
            </a:r>
          </a:p>
          <a:p>
            <a:pPr rtl="0" algn="l">
              <a:spcAft>
                <a:spcPts val="300"/>
              </a:spcAft>
            </a:pPr>
            <a:r>
              <a:rPr sz="1700" b="0" i="0" lang="en-US">
                <a:solidFill>
                  <a:srgbClr val="1C2333"/>
                </a:solidFill>
                <a:latin typeface="Segoe UI"/>
              </a:rPr>
              <a:t>3) are – than – cars – Planes – faster.</a:t>
            </a:r>
          </a:p>
          <a:p>
            <a:pPr lvl="1" rtl="0" algn="l">
              <a:spcAft>
                <a:spcPts val="700"/>
              </a:spcAft>
            </a:pPr>
            <a:r>
              <a:rPr sz="1600" b="1" i="0" lang="en-US">
                <a:solidFill>
                  <a:srgbClr val="0F7A3D"/>
                </a:solidFill>
                <a:latin typeface="Segoe UI"/>
              </a:rPr>
              <a:t>✔ Planes are faster than cars.</a:t>
            </a:r>
          </a:p>
          <a:p>
            <a:pPr rtl="0" algn="l">
              <a:spcAft>
                <a:spcPts val="300"/>
              </a:spcAft>
            </a:pPr>
            <a:r>
              <a:rPr sz="1700" b="0" i="0" lang="en-US">
                <a:solidFill>
                  <a:srgbClr val="1C2333"/>
                </a:solidFill>
                <a:latin typeface="Segoe UI"/>
              </a:rPr>
              <a:t>4) less – is – Cairo – crowded – Alexandria – than.</a:t>
            </a:r>
          </a:p>
          <a:p>
            <a:pPr lvl="1" rtl="0" algn="l">
              <a:spcAft>
                <a:spcPts val="700"/>
              </a:spcAft>
            </a:pPr>
            <a:r>
              <a:rPr sz="1600" b="1" i="0" lang="en-US">
                <a:solidFill>
                  <a:srgbClr val="0F7A3D"/>
                </a:solidFill>
                <a:latin typeface="Segoe UI"/>
              </a:rPr>
              <a:t>✔ Alexandria is less crowded than Cairo.</a:t>
            </a:r>
          </a:p>
          <a:p>
            <a:pPr rtl="0" algn="l">
              <a:spcAft>
                <a:spcPts val="300"/>
              </a:spcAft>
            </a:pPr>
            <a:r>
              <a:rPr sz="1700" b="0" i="0" lang="en-US">
                <a:solidFill>
                  <a:srgbClr val="1C2333"/>
                </a:solidFill>
                <a:latin typeface="Segoe UI"/>
              </a:rPr>
              <a:t>5) than – are – camels – Elephants – bigger.</a:t>
            </a:r>
          </a:p>
          <a:p>
            <a:pPr lvl="1" rtl="0" algn="l">
              <a:spcAft>
                <a:spcPts val="700"/>
              </a:spcAft>
            </a:pPr>
            <a:r>
              <a:rPr sz="1600" b="1" i="0" lang="en-US">
                <a:solidFill>
                  <a:srgbClr val="0F7A3D"/>
                </a:solidFill>
                <a:latin typeface="Segoe UI"/>
              </a:rPr>
              <a:t>✔ Elephants are bigger than camels.</a:t>
            </a:r>
          </a:p>
          <a:p>
            <a:pPr rtl="0" algn="l">
              <a:spcAft>
                <a:spcPts val="300"/>
              </a:spcAft>
            </a:pPr>
            <a:r>
              <a:rPr sz="1700" b="0" i="0" lang="en-US">
                <a:solidFill>
                  <a:srgbClr val="1C2333"/>
                </a:solidFill>
                <a:latin typeface="Segoe UI"/>
              </a:rPr>
              <a:t>6) crowded – most – Cairo – the – is – Egypt – in.</a:t>
            </a:r>
          </a:p>
          <a:p>
            <a:pPr lvl="1" rtl="0" algn="l">
              <a:spcAft>
                <a:spcPts val="700"/>
              </a:spcAft>
            </a:pPr>
            <a:r>
              <a:rPr sz="1600" b="1" i="0" lang="en-US">
                <a:solidFill>
                  <a:srgbClr val="0F7A3D"/>
                </a:solidFill>
                <a:latin typeface="Segoe UI"/>
              </a:rPr>
              <a:t>✔ Cairo is the most crowded in Egypt.</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are – Horses – helpful – more – than – donkeys.</a:t>
            </a:r>
          </a:p>
          <a:p>
            <a:pPr rtl="0" algn="l">
              <a:spcAft>
                <a:spcPts val="800"/>
              </a:spcAft>
            </a:pPr>
            <a:r>
              <a:rPr sz="1800" b="0" i="0" lang="en-US">
                <a:solidFill>
                  <a:srgbClr val="1C2333"/>
                </a:solidFill>
                <a:latin typeface="Segoe UI"/>
              </a:rPr>
              <a:t>8) are – Cats – than – nicer – dogs.</a:t>
            </a:r>
          </a:p>
          <a:p>
            <a:pPr rtl="0" algn="l">
              <a:spcAft>
                <a:spcPts val="800"/>
              </a:spcAft>
            </a:pPr>
            <a:r>
              <a:rPr sz="1800" b="0" i="0" lang="en-US">
                <a:solidFill>
                  <a:srgbClr val="1C2333"/>
                </a:solidFill>
                <a:latin typeface="Segoe UI"/>
              </a:rPr>
              <a:t>9) is – The – biggest – elephant – the.</a:t>
            </a:r>
          </a:p>
          <a:p>
            <a:pPr rtl="0" algn="l">
              <a:spcAft>
                <a:spcPts val="800"/>
              </a:spcAft>
            </a:pPr>
            <a:r>
              <a:rPr sz="1800" b="0" i="0" lang="en-US">
                <a:solidFill>
                  <a:srgbClr val="1C2333"/>
                </a:solidFill>
                <a:latin typeface="Segoe UI"/>
              </a:rPr>
              <a:t>10) are – elephants – Dogs – than – thinner.</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7822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782294"/>
                </a:solidFill>
                <a:latin typeface="Segoe UI"/>
              </a:rPr>
              <a:t>16</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16 — Comparative &amp; Superlative Adjectives</a:t>
            </a:r>
          </a:p>
          <a:p>
            <a:pPr rtl="0" algn="l"/>
            <a:r>
              <a:rPr sz="1400" b="0" i="0" lang="en-US">
                <a:solidFill>
                  <a:srgbClr val="DDE6F3"/>
                </a:solidFill>
                <a:latin typeface="Segoe UI"/>
              </a:rPr>
              <a:t>G) Rearrange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are – Horses – helpful – more – than – donkeys.</a:t>
            </a:r>
          </a:p>
          <a:p>
            <a:pPr lvl="1" rtl="0" algn="l">
              <a:spcAft>
                <a:spcPts val="700"/>
              </a:spcAft>
            </a:pPr>
            <a:r>
              <a:rPr sz="1600" b="1" i="0" lang="en-US">
                <a:solidFill>
                  <a:srgbClr val="0F7A3D"/>
                </a:solidFill>
                <a:latin typeface="Segoe UI"/>
              </a:rPr>
              <a:t>✔ Horses are more helpful than donkeys.</a:t>
            </a:r>
          </a:p>
          <a:p>
            <a:pPr rtl="0" algn="l">
              <a:spcAft>
                <a:spcPts val="300"/>
              </a:spcAft>
            </a:pPr>
            <a:r>
              <a:rPr sz="1700" b="0" i="0" lang="en-US">
                <a:solidFill>
                  <a:srgbClr val="1C2333"/>
                </a:solidFill>
                <a:latin typeface="Segoe UI"/>
              </a:rPr>
              <a:t>8) are – Cats – than – nicer – dogs.</a:t>
            </a:r>
          </a:p>
          <a:p>
            <a:pPr lvl="1" rtl="0" algn="l">
              <a:spcAft>
                <a:spcPts val="700"/>
              </a:spcAft>
            </a:pPr>
            <a:r>
              <a:rPr sz="1600" b="1" i="0" lang="en-US">
                <a:solidFill>
                  <a:srgbClr val="0F7A3D"/>
                </a:solidFill>
                <a:latin typeface="Segoe UI"/>
              </a:rPr>
              <a:t>✔ Cats are nicer than dogs.</a:t>
            </a:r>
          </a:p>
          <a:p>
            <a:pPr rtl="0" algn="l">
              <a:spcAft>
                <a:spcPts val="300"/>
              </a:spcAft>
            </a:pPr>
            <a:r>
              <a:rPr sz="1700" b="0" i="0" lang="en-US">
                <a:solidFill>
                  <a:srgbClr val="1C2333"/>
                </a:solidFill>
                <a:latin typeface="Segoe UI"/>
              </a:rPr>
              <a:t>9) is – The – biggest – elephant – the.</a:t>
            </a:r>
          </a:p>
          <a:p>
            <a:pPr lvl="1" rtl="0" algn="l">
              <a:spcAft>
                <a:spcPts val="700"/>
              </a:spcAft>
            </a:pPr>
            <a:r>
              <a:rPr sz="1600" b="1" i="0" lang="en-US">
                <a:solidFill>
                  <a:srgbClr val="0F7A3D"/>
                </a:solidFill>
                <a:latin typeface="Segoe UI"/>
              </a:rPr>
              <a:t>✔ The elephant is the biggest.</a:t>
            </a:r>
          </a:p>
          <a:p>
            <a:pPr rtl="0" algn="l">
              <a:spcAft>
                <a:spcPts val="300"/>
              </a:spcAft>
            </a:pPr>
            <a:r>
              <a:rPr sz="1700" b="0" i="0" lang="en-US">
                <a:solidFill>
                  <a:srgbClr val="1C2333"/>
                </a:solidFill>
                <a:latin typeface="Segoe UI"/>
              </a:rPr>
              <a:t>10) are – elephants – Dogs – than – thinner.</a:t>
            </a:r>
          </a:p>
          <a:p>
            <a:pPr lvl="1" rtl="0" algn="l">
              <a:spcAft>
                <a:spcPts val="700"/>
              </a:spcAft>
            </a:pPr>
            <a:r>
              <a:rPr sz="1600" b="1" i="0" lang="en-US">
                <a:solidFill>
                  <a:srgbClr val="0F7A3D"/>
                </a:solidFill>
                <a:latin typeface="Segoe UI"/>
              </a:rPr>
              <a:t>✔ Dogs are thinner than elephants.</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17</a:t>
            </a:r>
          </a:p>
          <a:p>
            <a:pPr algn="ctr" rtl="0"/>
            <a:r>
              <a:rPr sz="4600" b="1" i="0" lang="en-US">
                <a:solidFill>
                  <a:srgbClr val="FFFFFF"/>
                </a:solidFill>
                <a:latin typeface="Segoe UI"/>
              </a:rPr>
              <a:t>Can</a:t>
            </a:r>
          </a:p>
          <a:p>
            <a:pPr algn="ctr" rtl="1"/>
            <a:r>
              <a:rPr sz="2900" b="0" i="0" lang="ar-EG" altLang="en-US">
                <a:solidFill>
                  <a:srgbClr val="FFFFFF"/>
                </a:solidFill>
                <a:latin typeface="Traditional Arabic"/>
              </a:rPr>
              <a:t>فعل الاستطاعة</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78"/>
                </a:solidFill>
                <a:latin typeface="Traditional Arabic"/>
              </a:rPr>
              <a:t>▶ فاعل + can + مصدر + باقي الجملة .</a:t>
            </a:r>
          </a:p>
          <a:p>
            <a:pPr rtl="1" algn="r">
              <a:spcAft>
                <a:spcPts val="600"/>
              </a:spcAft>
            </a:pPr>
            <a:r>
              <a:rPr sz="2100" b="0" i="0" lang="ar-EG" altLang="en-US">
                <a:solidFill>
                  <a:srgbClr val="1C2333"/>
                </a:solidFill>
                <a:latin typeface="Traditional Arabic"/>
              </a:rPr>
              <a:t>    تُستخدم can للتعبير عن القدرة، ويأتي بعدها الفعل في المصدر.</a:t>
            </a:r>
          </a:p>
          <a:p>
            <a:pPr rtl="0" algn="l">
              <a:spcAft>
                <a:spcPts val="600"/>
              </a:spcAft>
            </a:pPr>
            <a:r>
              <a:rPr sz="2000" b="1" i="0" lang="en-US">
                <a:solidFill>
                  <a:srgbClr val="229478"/>
                </a:solidFill>
                <a:latin typeface="Segoe UI"/>
              </a:rPr>
              <a:t>▶ can not = can't</a:t>
            </a:r>
          </a:p>
          <a:p>
            <a:pPr rtl="1" algn="r">
              <a:spcAft>
                <a:spcPts val="600"/>
              </a:spcAft>
            </a:pPr>
            <a:r>
              <a:rPr sz="2100" b="0" i="0" lang="ar-EG" altLang="en-US">
                <a:solidFill>
                  <a:srgbClr val="1C2333"/>
                </a:solidFill>
                <a:latin typeface="Traditional Arabic"/>
              </a:rPr>
              <a:t>    النفي بإضافة not بعد can.</a:t>
            </a:r>
          </a:p>
          <a:p>
            <a:pPr rtl="1" algn="r">
              <a:spcAft>
                <a:spcPts val="600"/>
              </a:spcAft>
            </a:pPr>
            <a:r>
              <a:rPr sz="2300" b="1" i="0" lang="ar-EG" altLang="en-US">
                <a:solidFill>
                  <a:srgbClr val="229478"/>
                </a:solidFill>
                <a:latin typeface="Traditional Arabic"/>
              </a:rPr>
              <a:t>▶ Can + فاعل + مصدر … ?</a:t>
            </a:r>
          </a:p>
          <a:p>
            <a:pPr rtl="1" algn="r">
              <a:spcAft>
                <a:spcPts val="600"/>
              </a:spcAft>
            </a:pPr>
            <a:r>
              <a:rPr sz="2100" b="0" i="0" lang="ar-EG" altLang="en-US">
                <a:solidFill>
                  <a:srgbClr val="1C2333"/>
                </a:solidFill>
                <a:latin typeface="Traditional Arabic"/>
              </a:rPr>
              <a:t>    السؤال بتقديم can على الفاعل.</a:t>
            </a:r>
          </a:p>
          <a:p>
            <a:pPr rtl="0" algn="l">
              <a:spcAft>
                <a:spcPts val="600"/>
              </a:spcAft>
            </a:pPr>
            <a:r>
              <a:rPr sz="1700" b="0" i="1" lang="en-US">
                <a:solidFill>
                  <a:srgbClr val="5B6478"/>
                </a:solidFill>
                <a:latin typeface="Segoe UI"/>
              </a:rPr>
              <a:t>   e.g. I can swim. – He can't speak English. – Can you run fast? Yes, I can. / No, I can't.</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can run but I can't swim.</a:t>
            </a:r>
          </a:p>
          <a:p>
            <a:pPr rtl="0" algn="l">
              <a:spcAft>
                <a:spcPts val="800"/>
              </a:spcAft>
            </a:pPr>
            <a:r>
              <a:rPr sz="1800" b="0" i="0" lang="en-US">
                <a:solidFill>
                  <a:srgbClr val="1C2333"/>
                </a:solidFill>
                <a:latin typeface="Segoe UI"/>
              </a:rPr>
              <a:t>2) He can't speak English but he can speak Arabic.</a:t>
            </a:r>
          </a:p>
          <a:p>
            <a:pPr rtl="0" algn="l">
              <a:spcAft>
                <a:spcPts val="800"/>
              </a:spcAft>
            </a:pPr>
            <a:r>
              <a:rPr sz="1800" b="0" i="0" lang="en-US">
                <a:solidFill>
                  <a:srgbClr val="1C2333"/>
                </a:solidFill>
                <a:latin typeface="Segoe UI"/>
              </a:rPr>
              <a:t>3) He can play tennis.</a:t>
            </a:r>
          </a:p>
          <a:p>
            <a:pPr rtl="0" algn="l">
              <a:spcAft>
                <a:spcPts val="800"/>
              </a:spcAft>
            </a:pPr>
            <a:r>
              <a:rPr sz="1800" b="0" i="0" lang="en-US">
                <a:solidFill>
                  <a:srgbClr val="1C2333"/>
                </a:solidFill>
                <a:latin typeface="Segoe UI"/>
              </a:rPr>
              <a:t>4) I can swim.</a:t>
            </a:r>
          </a:p>
          <a:p>
            <a:pPr rtl="0" algn="l">
              <a:spcAft>
                <a:spcPts val="800"/>
              </a:spcAft>
            </a:pPr>
            <a:r>
              <a:rPr sz="1800" b="0" i="0" lang="en-US">
                <a:solidFill>
                  <a:srgbClr val="1C2333"/>
                </a:solidFill>
                <a:latin typeface="Segoe UI"/>
              </a:rPr>
              <a:t>5) They can speak English.</a:t>
            </a:r>
          </a:p>
          <a:p>
            <a:pPr rtl="0" algn="l">
              <a:spcAft>
                <a:spcPts val="800"/>
              </a:spcAft>
            </a:pPr>
            <a:r>
              <a:rPr sz="1800" b="0" i="0" lang="en-US">
                <a:solidFill>
                  <a:srgbClr val="1C2333"/>
                </a:solidFill>
                <a:latin typeface="Segoe UI"/>
              </a:rPr>
              <a:t>6) We can count to ten.</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can run but I can't swim.</a:t>
            </a:r>
          </a:p>
          <a:p>
            <a:pPr lvl="1" rtl="1" algn="r">
              <a:spcAft>
                <a:spcPts val="700"/>
              </a:spcAft>
            </a:pPr>
            <a:r>
              <a:rPr sz="1900" b="1" i="0" lang="ar-EG" altLang="en-US">
                <a:solidFill>
                  <a:srgbClr val="0F7A3D"/>
                </a:solidFill>
                <a:latin typeface="Traditional Arabic"/>
              </a:rPr>
              <a:t>✔ أستطيع أن أجري لكن لا أستطيع أن أسبح.</a:t>
            </a:r>
          </a:p>
          <a:p>
            <a:pPr rtl="0" algn="l">
              <a:spcAft>
                <a:spcPts val="300"/>
              </a:spcAft>
            </a:pPr>
            <a:r>
              <a:rPr sz="1700" b="0" i="0" lang="en-US">
                <a:solidFill>
                  <a:srgbClr val="1C2333"/>
                </a:solidFill>
                <a:latin typeface="Segoe UI"/>
              </a:rPr>
              <a:t>2) He can't speak English but he can speak Arabic.</a:t>
            </a:r>
          </a:p>
          <a:p>
            <a:pPr lvl="1" rtl="1" algn="r">
              <a:spcAft>
                <a:spcPts val="700"/>
              </a:spcAft>
            </a:pPr>
            <a:r>
              <a:rPr sz="1900" b="1" i="0" lang="ar-EG" altLang="en-US">
                <a:solidFill>
                  <a:srgbClr val="0F7A3D"/>
                </a:solidFill>
                <a:latin typeface="Traditional Arabic"/>
              </a:rPr>
              <a:t>✔ هو لا يستطيع التحدث بالإنجليزية لكن يستطيع التحدث بالعربية.</a:t>
            </a:r>
          </a:p>
          <a:p>
            <a:pPr rtl="0" algn="l">
              <a:spcAft>
                <a:spcPts val="300"/>
              </a:spcAft>
            </a:pPr>
            <a:r>
              <a:rPr sz="1700" b="0" i="0" lang="en-US">
                <a:solidFill>
                  <a:srgbClr val="1C2333"/>
                </a:solidFill>
                <a:latin typeface="Segoe UI"/>
              </a:rPr>
              <a:t>3) He can play tennis.</a:t>
            </a:r>
          </a:p>
          <a:p>
            <a:pPr lvl="1" rtl="1" algn="r">
              <a:spcAft>
                <a:spcPts val="700"/>
              </a:spcAft>
            </a:pPr>
            <a:r>
              <a:rPr sz="1900" b="1" i="0" lang="ar-EG" altLang="en-US">
                <a:solidFill>
                  <a:srgbClr val="0F7A3D"/>
                </a:solidFill>
                <a:latin typeface="Traditional Arabic"/>
              </a:rPr>
              <a:t>✔ هو يستطيع لعب التنس.</a:t>
            </a:r>
          </a:p>
          <a:p>
            <a:pPr rtl="0" algn="l">
              <a:spcAft>
                <a:spcPts val="300"/>
              </a:spcAft>
            </a:pPr>
            <a:r>
              <a:rPr sz="1700" b="0" i="0" lang="en-US">
                <a:solidFill>
                  <a:srgbClr val="1C2333"/>
                </a:solidFill>
                <a:latin typeface="Segoe UI"/>
              </a:rPr>
              <a:t>4) I can swim.</a:t>
            </a:r>
          </a:p>
          <a:p>
            <a:pPr lvl="1" rtl="1" algn="r">
              <a:spcAft>
                <a:spcPts val="700"/>
              </a:spcAft>
            </a:pPr>
            <a:r>
              <a:rPr sz="1900" b="1" i="0" lang="ar-EG" altLang="en-US">
                <a:solidFill>
                  <a:srgbClr val="0F7A3D"/>
                </a:solidFill>
                <a:latin typeface="Traditional Arabic"/>
              </a:rPr>
              <a:t>✔ أستطيع أن أسبح.</a:t>
            </a:r>
          </a:p>
          <a:p>
            <a:pPr rtl="0" algn="l">
              <a:spcAft>
                <a:spcPts val="300"/>
              </a:spcAft>
            </a:pPr>
            <a:r>
              <a:rPr sz="1700" b="0" i="0" lang="en-US">
                <a:solidFill>
                  <a:srgbClr val="1C2333"/>
                </a:solidFill>
                <a:latin typeface="Segoe UI"/>
              </a:rPr>
              <a:t>5) They can speak English.</a:t>
            </a:r>
          </a:p>
          <a:p>
            <a:pPr lvl="1" rtl="1" algn="r">
              <a:spcAft>
                <a:spcPts val="700"/>
              </a:spcAft>
            </a:pPr>
            <a:r>
              <a:rPr sz="1900" b="1" i="0" lang="ar-EG" altLang="en-US">
                <a:solidFill>
                  <a:srgbClr val="0F7A3D"/>
                </a:solidFill>
                <a:latin typeface="Traditional Arabic"/>
              </a:rPr>
              <a:t>✔ هم يستطيعون التحدث بالإنجليزية.</a:t>
            </a:r>
          </a:p>
          <a:p>
            <a:pPr rtl="0" algn="l">
              <a:spcAft>
                <a:spcPts val="300"/>
              </a:spcAft>
            </a:pPr>
            <a:r>
              <a:rPr sz="1700" b="0" i="0" lang="en-US">
                <a:solidFill>
                  <a:srgbClr val="1C2333"/>
                </a:solidFill>
                <a:latin typeface="Segoe UI"/>
              </a:rPr>
              <a:t>6) We can count to ten.</a:t>
            </a:r>
          </a:p>
          <a:p>
            <a:pPr lvl="1" rtl="1" algn="r">
              <a:spcAft>
                <a:spcPts val="700"/>
              </a:spcAft>
            </a:pPr>
            <a:r>
              <a:rPr sz="1900" b="1" i="0" lang="ar-EG" altLang="en-US">
                <a:solidFill>
                  <a:srgbClr val="0F7A3D"/>
                </a:solidFill>
                <a:latin typeface="Traditional Arabic"/>
              </a:rPr>
              <a:t>✔ نستطيع العد إلى عشرة.</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It can run fast.</a:t>
            </a:r>
          </a:p>
          <a:p>
            <a:pPr rtl="0" algn="l">
              <a:spcAft>
                <a:spcPts val="800"/>
              </a:spcAft>
            </a:pPr>
            <a:r>
              <a:rPr sz="1800" b="0" i="0" lang="en-US">
                <a:solidFill>
                  <a:srgbClr val="1C2333"/>
                </a:solidFill>
                <a:latin typeface="Segoe UI"/>
              </a:rPr>
              <a:t>8) She can sing a song.</a:t>
            </a:r>
          </a:p>
          <a:p>
            <a:pPr rtl="0" algn="l">
              <a:spcAft>
                <a:spcPts val="800"/>
              </a:spcAft>
            </a:pPr>
            <a:r>
              <a:rPr sz="1800" b="0" i="0" lang="en-US">
                <a:solidFill>
                  <a:srgbClr val="1C2333"/>
                </a:solidFill>
                <a:latin typeface="Segoe UI"/>
              </a:rPr>
              <a:t>9) I can play football.</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A) Translate into Arabic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It can run fast.</a:t>
            </a:r>
          </a:p>
          <a:p>
            <a:pPr lvl="1" rtl="1" algn="r">
              <a:spcAft>
                <a:spcPts val="700"/>
              </a:spcAft>
            </a:pPr>
            <a:r>
              <a:rPr sz="1900" b="1" i="0" lang="ar-EG" altLang="en-US">
                <a:solidFill>
                  <a:srgbClr val="0F7A3D"/>
                </a:solidFill>
                <a:latin typeface="Traditional Arabic"/>
              </a:rPr>
              <a:t>✔ يستطيع أن يجري بسرعة.</a:t>
            </a:r>
          </a:p>
          <a:p>
            <a:pPr rtl="0" algn="l">
              <a:spcAft>
                <a:spcPts val="300"/>
              </a:spcAft>
            </a:pPr>
            <a:r>
              <a:rPr sz="1700" b="0" i="0" lang="en-US">
                <a:solidFill>
                  <a:srgbClr val="1C2333"/>
                </a:solidFill>
                <a:latin typeface="Segoe UI"/>
              </a:rPr>
              <a:t>8) She can sing a song.</a:t>
            </a:r>
          </a:p>
          <a:p>
            <a:pPr lvl="1" rtl="1" algn="r">
              <a:spcAft>
                <a:spcPts val="700"/>
              </a:spcAft>
            </a:pPr>
            <a:r>
              <a:rPr sz="1900" b="1" i="0" lang="ar-EG" altLang="en-US">
                <a:solidFill>
                  <a:srgbClr val="0F7A3D"/>
                </a:solidFill>
                <a:latin typeface="Traditional Arabic"/>
              </a:rPr>
              <a:t>✔ هي تستطيع أن تغني أغنية.</a:t>
            </a:r>
          </a:p>
          <a:p>
            <a:pPr rtl="0" algn="l">
              <a:spcAft>
                <a:spcPts val="300"/>
              </a:spcAft>
            </a:pPr>
            <a:r>
              <a:rPr sz="1700" b="0" i="0" lang="en-US">
                <a:solidFill>
                  <a:srgbClr val="1C2333"/>
                </a:solidFill>
                <a:latin typeface="Segoe UI"/>
              </a:rPr>
              <a:t>9) I can play football.</a:t>
            </a:r>
          </a:p>
          <a:p>
            <a:pPr lvl="1" rtl="1" algn="r">
              <a:spcAft>
                <a:spcPts val="700"/>
              </a:spcAft>
            </a:pPr>
            <a:r>
              <a:rPr sz="1900" b="1" i="0" lang="ar-EG" altLang="en-US">
                <a:solidFill>
                  <a:srgbClr val="0F7A3D"/>
                </a:solidFill>
                <a:latin typeface="Traditional Arabic"/>
              </a:rPr>
              <a:t>✔ أستطيع لعب كرة القدم.</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Can you run fast?</a:t>
            </a:r>
          </a:p>
          <a:p>
            <a:pPr rtl="0" algn="l">
              <a:spcAft>
                <a:spcPts val="800"/>
              </a:spcAft>
            </a:pPr>
            <a:r>
              <a:rPr sz="1800" b="0" i="0" lang="en-US">
                <a:solidFill>
                  <a:srgbClr val="1C2333"/>
                </a:solidFill>
                <a:latin typeface="Segoe UI"/>
              </a:rPr>
              <a:t>2) Can she play music?</a:t>
            </a:r>
          </a:p>
          <a:p>
            <a:pPr rtl="0" algn="l">
              <a:spcAft>
                <a:spcPts val="800"/>
              </a:spcAft>
            </a:pPr>
            <a:r>
              <a:rPr sz="1800" b="0" i="0" lang="en-US">
                <a:solidFill>
                  <a:srgbClr val="1C2333"/>
                </a:solidFill>
                <a:latin typeface="Segoe UI"/>
              </a:rPr>
              <a:t>3) Can they swim in the sea?</a:t>
            </a:r>
          </a:p>
          <a:p>
            <a:pPr rtl="0" algn="l">
              <a:spcAft>
                <a:spcPts val="800"/>
              </a:spcAft>
            </a:pPr>
            <a:r>
              <a:rPr sz="1800" b="0" i="0" lang="en-US">
                <a:solidFill>
                  <a:srgbClr val="1C2333"/>
                </a:solidFill>
                <a:latin typeface="Segoe UI"/>
              </a:rPr>
              <a:t>4) Can he ride a bike?</a:t>
            </a:r>
          </a:p>
          <a:p>
            <a:pPr rtl="0" algn="l">
              <a:spcAft>
                <a:spcPts val="800"/>
              </a:spcAft>
            </a:pPr>
            <a:r>
              <a:rPr sz="1800" b="0" i="0" lang="en-US">
                <a:solidFill>
                  <a:srgbClr val="1C2333"/>
                </a:solidFill>
                <a:latin typeface="Segoe UI"/>
              </a:rPr>
              <a:t>5) Can it climb a tree?</a:t>
            </a:r>
          </a:p>
          <a:p>
            <a:pPr rtl="0" algn="l">
              <a:spcAft>
                <a:spcPts val="800"/>
              </a:spcAft>
            </a:pPr>
            <a:r>
              <a:rPr sz="1800" b="0" i="0" lang="en-US">
                <a:solidFill>
                  <a:srgbClr val="1C2333"/>
                </a:solidFill>
                <a:latin typeface="Segoe UI"/>
              </a:rPr>
              <a:t>6) Can we help each other?</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Can you run fast?</a:t>
            </a:r>
          </a:p>
          <a:p>
            <a:pPr lvl="1" rtl="0" algn="l">
              <a:spcAft>
                <a:spcPts val="700"/>
              </a:spcAft>
            </a:pPr>
            <a:r>
              <a:rPr sz="1600" b="1" i="0" lang="en-US">
                <a:solidFill>
                  <a:srgbClr val="0F7A3D"/>
                </a:solidFill>
                <a:latin typeface="Segoe UI"/>
              </a:rPr>
              <a:t>✔ Yes, I can. / No, I can't.</a:t>
            </a:r>
          </a:p>
          <a:p>
            <a:pPr rtl="0" algn="l">
              <a:spcAft>
                <a:spcPts val="300"/>
              </a:spcAft>
            </a:pPr>
            <a:r>
              <a:rPr sz="1700" b="0" i="0" lang="en-US">
                <a:solidFill>
                  <a:srgbClr val="1C2333"/>
                </a:solidFill>
                <a:latin typeface="Segoe UI"/>
              </a:rPr>
              <a:t>2) Can she play music?</a:t>
            </a:r>
          </a:p>
          <a:p>
            <a:pPr lvl="1" rtl="0" algn="l">
              <a:spcAft>
                <a:spcPts val="700"/>
              </a:spcAft>
            </a:pPr>
            <a:r>
              <a:rPr sz="1600" b="1" i="0" lang="en-US">
                <a:solidFill>
                  <a:srgbClr val="0F7A3D"/>
                </a:solidFill>
                <a:latin typeface="Segoe UI"/>
              </a:rPr>
              <a:t>✔ Yes, she can. / No, she can't.</a:t>
            </a:r>
          </a:p>
          <a:p>
            <a:pPr rtl="0" algn="l">
              <a:spcAft>
                <a:spcPts val="300"/>
              </a:spcAft>
            </a:pPr>
            <a:r>
              <a:rPr sz="1700" b="0" i="0" lang="en-US">
                <a:solidFill>
                  <a:srgbClr val="1C2333"/>
                </a:solidFill>
                <a:latin typeface="Segoe UI"/>
              </a:rPr>
              <a:t>3) Can they swim in the sea?</a:t>
            </a:r>
          </a:p>
          <a:p>
            <a:pPr lvl="1" rtl="0" algn="l">
              <a:spcAft>
                <a:spcPts val="700"/>
              </a:spcAft>
            </a:pPr>
            <a:r>
              <a:rPr sz="1600" b="1" i="0" lang="en-US">
                <a:solidFill>
                  <a:srgbClr val="0F7A3D"/>
                </a:solidFill>
                <a:latin typeface="Segoe UI"/>
              </a:rPr>
              <a:t>✔ Yes, they can. / No, they can't.</a:t>
            </a:r>
          </a:p>
          <a:p>
            <a:pPr rtl="0" algn="l">
              <a:spcAft>
                <a:spcPts val="300"/>
              </a:spcAft>
            </a:pPr>
            <a:r>
              <a:rPr sz="1700" b="0" i="0" lang="en-US">
                <a:solidFill>
                  <a:srgbClr val="1C2333"/>
                </a:solidFill>
                <a:latin typeface="Segoe UI"/>
              </a:rPr>
              <a:t>4) Can he ride a bike?</a:t>
            </a:r>
          </a:p>
          <a:p>
            <a:pPr lvl="1" rtl="0" algn="l">
              <a:spcAft>
                <a:spcPts val="700"/>
              </a:spcAft>
            </a:pPr>
            <a:r>
              <a:rPr sz="1600" b="1" i="0" lang="en-US">
                <a:solidFill>
                  <a:srgbClr val="0F7A3D"/>
                </a:solidFill>
                <a:latin typeface="Segoe UI"/>
              </a:rPr>
              <a:t>✔ Yes, he can. / No, he can't.</a:t>
            </a:r>
          </a:p>
          <a:p>
            <a:pPr rtl="0" algn="l">
              <a:spcAft>
                <a:spcPts val="300"/>
              </a:spcAft>
            </a:pPr>
            <a:r>
              <a:rPr sz="1700" b="0" i="0" lang="en-US">
                <a:solidFill>
                  <a:srgbClr val="1C2333"/>
                </a:solidFill>
                <a:latin typeface="Segoe UI"/>
              </a:rPr>
              <a:t>5) Can it climb a tree?</a:t>
            </a:r>
          </a:p>
          <a:p>
            <a:pPr lvl="1" rtl="0" algn="l">
              <a:spcAft>
                <a:spcPts val="700"/>
              </a:spcAft>
            </a:pPr>
            <a:r>
              <a:rPr sz="1600" b="1" i="0" lang="en-US">
                <a:solidFill>
                  <a:srgbClr val="0F7A3D"/>
                </a:solidFill>
                <a:latin typeface="Segoe UI"/>
              </a:rPr>
              <a:t>✔ Yes, it can. / No, it can't.</a:t>
            </a:r>
          </a:p>
          <a:p>
            <a:pPr rtl="0" algn="l">
              <a:spcAft>
                <a:spcPts val="300"/>
              </a:spcAft>
            </a:pPr>
            <a:r>
              <a:rPr sz="1700" b="0" i="0" lang="en-US">
                <a:solidFill>
                  <a:srgbClr val="1C2333"/>
                </a:solidFill>
                <a:latin typeface="Segoe UI"/>
              </a:rPr>
              <a:t>6) Can we help each other?</a:t>
            </a:r>
          </a:p>
          <a:p>
            <a:pPr lvl="1" rtl="0" algn="l">
              <a:spcAft>
                <a:spcPts val="700"/>
              </a:spcAft>
            </a:pPr>
            <a:r>
              <a:rPr sz="1600" b="1" i="0" lang="en-US">
                <a:solidFill>
                  <a:srgbClr val="0F7A3D"/>
                </a:solidFill>
                <a:latin typeface="Segoe UI"/>
              </a:rPr>
              <a:t>✔ Yes, we can. / No, we can't.</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Can Ali count to ten?</a:t>
            </a:r>
          </a:p>
          <a:p>
            <a:pPr rtl="0" algn="l">
              <a:spcAft>
                <a:spcPts val="800"/>
              </a:spcAft>
            </a:pPr>
            <a:r>
              <a:rPr sz="1800" b="0" i="0" lang="en-US">
                <a:solidFill>
                  <a:srgbClr val="1C2333"/>
                </a:solidFill>
                <a:latin typeface="Segoe UI"/>
              </a:rPr>
              <a:t>8) Can your sister drive a car?</a:t>
            </a:r>
          </a:p>
          <a:p>
            <a:pPr rtl="0" algn="l">
              <a:spcAft>
                <a:spcPts val="800"/>
              </a:spcAft>
            </a:pPr>
            <a:r>
              <a:rPr sz="1800" b="0" i="0" lang="en-US">
                <a:solidFill>
                  <a:srgbClr val="1C2333"/>
                </a:solidFill>
                <a:latin typeface="Segoe UI"/>
              </a:rPr>
              <a:t>9) Can you play football?</a:t>
            </a:r>
          </a:p>
          <a:p>
            <a:pPr rtl="0" algn="l">
              <a:spcAft>
                <a:spcPts val="800"/>
              </a:spcAft>
            </a:pPr>
            <a:r>
              <a:rPr sz="1800" b="0" i="0" lang="en-US">
                <a:solidFill>
                  <a:srgbClr val="1C2333"/>
                </a:solidFill>
                <a:latin typeface="Segoe UI"/>
              </a:rPr>
              <a:t>10) Can he wash the car?</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B)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Can Ali count to ten?</a:t>
            </a:r>
          </a:p>
          <a:p>
            <a:pPr lvl="1" rtl="0" algn="l">
              <a:spcAft>
                <a:spcPts val="700"/>
              </a:spcAft>
            </a:pPr>
            <a:r>
              <a:rPr sz="1600" b="1" i="0" lang="en-US">
                <a:solidFill>
                  <a:srgbClr val="0F7A3D"/>
                </a:solidFill>
                <a:latin typeface="Segoe UI"/>
              </a:rPr>
              <a:t>✔ Yes, he can. / No, he can't.</a:t>
            </a:r>
          </a:p>
          <a:p>
            <a:pPr rtl="0" algn="l">
              <a:spcAft>
                <a:spcPts val="300"/>
              </a:spcAft>
            </a:pPr>
            <a:r>
              <a:rPr sz="1700" b="0" i="0" lang="en-US">
                <a:solidFill>
                  <a:srgbClr val="1C2333"/>
                </a:solidFill>
                <a:latin typeface="Segoe UI"/>
              </a:rPr>
              <a:t>8) Can your sister drive a car?</a:t>
            </a:r>
          </a:p>
          <a:p>
            <a:pPr lvl="1" rtl="0" algn="l">
              <a:spcAft>
                <a:spcPts val="700"/>
              </a:spcAft>
            </a:pPr>
            <a:r>
              <a:rPr sz="1600" b="1" i="0" lang="en-US">
                <a:solidFill>
                  <a:srgbClr val="0F7A3D"/>
                </a:solidFill>
                <a:latin typeface="Segoe UI"/>
              </a:rPr>
              <a:t>✔ Yes, she can. / No, she can't.</a:t>
            </a:r>
          </a:p>
          <a:p>
            <a:pPr rtl="0" algn="l">
              <a:spcAft>
                <a:spcPts val="300"/>
              </a:spcAft>
            </a:pPr>
            <a:r>
              <a:rPr sz="1700" b="0" i="0" lang="en-US">
                <a:solidFill>
                  <a:srgbClr val="1C2333"/>
                </a:solidFill>
                <a:latin typeface="Segoe UI"/>
              </a:rPr>
              <a:t>9) Can you play football?</a:t>
            </a:r>
          </a:p>
          <a:p>
            <a:pPr lvl="1" rtl="0" algn="l">
              <a:spcAft>
                <a:spcPts val="700"/>
              </a:spcAft>
            </a:pPr>
            <a:r>
              <a:rPr sz="1600" b="1" i="0" lang="en-US">
                <a:solidFill>
                  <a:srgbClr val="0F7A3D"/>
                </a:solidFill>
                <a:latin typeface="Segoe UI"/>
              </a:rPr>
              <a:t>✔ Yes, I can. / No, I can't.</a:t>
            </a:r>
          </a:p>
          <a:p>
            <a:pPr rtl="0" algn="l">
              <a:spcAft>
                <a:spcPts val="300"/>
              </a:spcAft>
            </a:pPr>
            <a:r>
              <a:rPr sz="1700" b="0" i="0" lang="en-US">
                <a:solidFill>
                  <a:srgbClr val="1C2333"/>
                </a:solidFill>
                <a:latin typeface="Segoe UI"/>
              </a:rPr>
              <a:t>10) Can he wash the car?</a:t>
            </a:r>
          </a:p>
          <a:p>
            <a:pPr lvl="1" rtl="0" algn="l">
              <a:spcAft>
                <a:spcPts val="700"/>
              </a:spcAft>
            </a:pPr>
            <a:r>
              <a:rPr sz="1600" b="1" i="0" lang="en-US">
                <a:solidFill>
                  <a:srgbClr val="0F7A3D"/>
                </a:solidFill>
                <a:latin typeface="Segoe UI"/>
              </a:rPr>
              <a:t>✔ Yes, he can. / No, he can't.</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No, I can't walk to school alone.</a:t>
            </a:r>
          </a:p>
          <a:p>
            <a:pPr rtl="0" algn="l">
              <a:spcAft>
                <a:spcPts val="800"/>
              </a:spcAft>
            </a:pPr>
            <a:r>
              <a:rPr sz="1800" b="0" i="0" lang="en-US">
                <a:solidFill>
                  <a:srgbClr val="1C2333"/>
                </a:solidFill>
                <a:latin typeface="Segoe UI"/>
              </a:rPr>
              <a:t>2) Yes, he can play the piano.</a:t>
            </a:r>
          </a:p>
          <a:p>
            <a:pPr rtl="0" algn="l">
              <a:spcAft>
                <a:spcPts val="800"/>
              </a:spcAft>
            </a:pPr>
            <a:r>
              <a:rPr sz="1800" b="0" i="0" lang="en-US">
                <a:solidFill>
                  <a:srgbClr val="1C2333"/>
                </a:solidFill>
                <a:latin typeface="Segoe UI"/>
              </a:rPr>
              <a:t>3) No, they can't play tennis.</a:t>
            </a:r>
          </a:p>
          <a:p>
            <a:pPr rtl="0" algn="l">
              <a:spcAft>
                <a:spcPts val="800"/>
              </a:spcAft>
            </a:pPr>
            <a:r>
              <a:rPr sz="1800" b="0" i="0" lang="en-US">
                <a:solidFill>
                  <a:srgbClr val="1C2333"/>
                </a:solidFill>
                <a:latin typeface="Segoe UI"/>
              </a:rPr>
              <a:t>4) Yes, it can climb the mountain.</a:t>
            </a:r>
          </a:p>
          <a:p>
            <a:pPr rtl="0" algn="l">
              <a:spcAft>
                <a:spcPts val="800"/>
              </a:spcAft>
            </a:pPr>
            <a:r>
              <a:rPr sz="1800" b="0" i="0" lang="en-US">
                <a:solidFill>
                  <a:srgbClr val="1C2333"/>
                </a:solidFill>
                <a:latin typeface="Segoe UI"/>
              </a:rPr>
              <a:t>5) No, she can't cook lunch.</a:t>
            </a:r>
          </a:p>
          <a:p>
            <a:pPr rtl="0" algn="l">
              <a:spcAft>
                <a:spcPts val="800"/>
              </a:spcAft>
            </a:pPr>
            <a:r>
              <a:rPr sz="1800" b="0" i="0" lang="en-US">
                <a:solidFill>
                  <a:srgbClr val="1C2333"/>
                </a:solidFill>
                <a:latin typeface="Segoe UI"/>
              </a:rPr>
              <a:t>6) Yes, we can wash the car.</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No, I can't walk to school alone.</a:t>
            </a:r>
          </a:p>
          <a:p>
            <a:pPr lvl="1" rtl="0" algn="l">
              <a:spcAft>
                <a:spcPts val="700"/>
              </a:spcAft>
            </a:pPr>
            <a:r>
              <a:rPr sz="1600" b="1" i="0" lang="en-US">
                <a:solidFill>
                  <a:srgbClr val="0F7A3D"/>
                </a:solidFill>
                <a:latin typeface="Segoe UI"/>
              </a:rPr>
              <a:t>✔ Can you walk to school alone?</a:t>
            </a:r>
          </a:p>
          <a:p>
            <a:pPr rtl="0" algn="l">
              <a:spcAft>
                <a:spcPts val="300"/>
              </a:spcAft>
            </a:pPr>
            <a:r>
              <a:rPr sz="1700" b="0" i="0" lang="en-US">
                <a:solidFill>
                  <a:srgbClr val="1C2333"/>
                </a:solidFill>
                <a:latin typeface="Segoe UI"/>
              </a:rPr>
              <a:t>2) Yes, he can play the piano.</a:t>
            </a:r>
          </a:p>
          <a:p>
            <a:pPr lvl="1" rtl="0" algn="l">
              <a:spcAft>
                <a:spcPts val="700"/>
              </a:spcAft>
            </a:pPr>
            <a:r>
              <a:rPr sz="1600" b="1" i="0" lang="en-US">
                <a:solidFill>
                  <a:srgbClr val="0F7A3D"/>
                </a:solidFill>
                <a:latin typeface="Segoe UI"/>
              </a:rPr>
              <a:t>✔ Can he play the piano?</a:t>
            </a:r>
          </a:p>
          <a:p>
            <a:pPr rtl="0" algn="l">
              <a:spcAft>
                <a:spcPts val="300"/>
              </a:spcAft>
            </a:pPr>
            <a:r>
              <a:rPr sz="1700" b="0" i="0" lang="en-US">
                <a:solidFill>
                  <a:srgbClr val="1C2333"/>
                </a:solidFill>
                <a:latin typeface="Segoe UI"/>
              </a:rPr>
              <a:t>3) No, they can't play tennis.</a:t>
            </a:r>
          </a:p>
          <a:p>
            <a:pPr lvl="1" rtl="0" algn="l">
              <a:spcAft>
                <a:spcPts val="700"/>
              </a:spcAft>
            </a:pPr>
            <a:r>
              <a:rPr sz="1600" b="1" i="0" lang="en-US">
                <a:solidFill>
                  <a:srgbClr val="0F7A3D"/>
                </a:solidFill>
                <a:latin typeface="Segoe UI"/>
              </a:rPr>
              <a:t>✔ Can they play tennis?</a:t>
            </a:r>
          </a:p>
          <a:p>
            <a:pPr rtl="0" algn="l">
              <a:spcAft>
                <a:spcPts val="300"/>
              </a:spcAft>
            </a:pPr>
            <a:r>
              <a:rPr sz="1700" b="0" i="0" lang="en-US">
                <a:solidFill>
                  <a:srgbClr val="1C2333"/>
                </a:solidFill>
                <a:latin typeface="Segoe UI"/>
              </a:rPr>
              <a:t>4) Yes, it can climb the mountain.</a:t>
            </a:r>
          </a:p>
          <a:p>
            <a:pPr lvl="1" rtl="0" algn="l">
              <a:spcAft>
                <a:spcPts val="700"/>
              </a:spcAft>
            </a:pPr>
            <a:r>
              <a:rPr sz="1600" b="1" i="0" lang="en-US">
                <a:solidFill>
                  <a:srgbClr val="0F7A3D"/>
                </a:solidFill>
                <a:latin typeface="Segoe UI"/>
              </a:rPr>
              <a:t>✔ Can it climb the mountain?</a:t>
            </a:r>
          </a:p>
          <a:p>
            <a:pPr rtl="0" algn="l">
              <a:spcAft>
                <a:spcPts val="300"/>
              </a:spcAft>
            </a:pPr>
            <a:r>
              <a:rPr sz="1700" b="0" i="0" lang="en-US">
                <a:solidFill>
                  <a:srgbClr val="1C2333"/>
                </a:solidFill>
                <a:latin typeface="Segoe UI"/>
              </a:rPr>
              <a:t>5) No, she can't cook lunch.</a:t>
            </a:r>
          </a:p>
          <a:p>
            <a:pPr lvl="1" rtl="0" algn="l">
              <a:spcAft>
                <a:spcPts val="700"/>
              </a:spcAft>
            </a:pPr>
            <a:r>
              <a:rPr sz="1600" b="1" i="0" lang="en-US">
                <a:solidFill>
                  <a:srgbClr val="0F7A3D"/>
                </a:solidFill>
                <a:latin typeface="Segoe UI"/>
              </a:rPr>
              <a:t>✔ Can she cook lunch?</a:t>
            </a:r>
          </a:p>
          <a:p>
            <a:pPr rtl="0" algn="l">
              <a:spcAft>
                <a:spcPts val="300"/>
              </a:spcAft>
            </a:pPr>
            <a:r>
              <a:rPr sz="1700" b="0" i="0" lang="en-US">
                <a:solidFill>
                  <a:srgbClr val="1C2333"/>
                </a:solidFill>
                <a:latin typeface="Segoe UI"/>
              </a:rPr>
              <a:t>6) Yes, we can wash the car.</a:t>
            </a:r>
          </a:p>
          <a:p>
            <a:pPr lvl="1" rtl="0" algn="l">
              <a:spcAft>
                <a:spcPts val="700"/>
              </a:spcAft>
            </a:pPr>
            <a:r>
              <a:rPr sz="1600" b="1" i="0" lang="en-US">
                <a:solidFill>
                  <a:srgbClr val="0F7A3D"/>
                </a:solidFill>
                <a:latin typeface="Segoe UI"/>
              </a:rPr>
              <a:t>✔ Can you wash the car?</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No, Ali can't play the guitar.</a:t>
            </a:r>
          </a:p>
          <a:p>
            <a:pPr rtl="0" algn="l">
              <a:spcAft>
                <a:spcPts val="800"/>
              </a:spcAft>
            </a:pPr>
            <a:r>
              <a:rPr sz="1800" b="0" i="0" lang="en-US">
                <a:solidFill>
                  <a:srgbClr val="1C2333"/>
                </a:solidFill>
                <a:latin typeface="Segoe UI"/>
              </a:rPr>
              <a:t>8) Yes, I can count to twenty.</a:t>
            </a:r>
          </a:p>
          <a:p>
            <a:pPr rtl="0" algn="l">
              <a:spcAft>
                <a:spcPts val="800"/>
              </a:spcAft>
            </a:pPr>
            <a:r>
              <a:rPr sz="1800" b="0" i="0" lang="en-US">
                <a:solidFill>
                  <a:srgbClr val="1C2333"/>
                </a:solidFill>
                <a:latin typeface="Segoe UI"/>
              </a:rPr>
              <a:t>9) No, my brother can't read English.</a:t>
            </a:r>
          </a:p>
          <a:p>
            <a:pPr rtl="0" algn="l">
              <a:spcAft>
                <a:spcPts val="800"/>
              </a:spcAft>
            </a:pPr>
            <a:r>
              <a:rPr sz="1800" b="0" i="0" lang="en-US">
                <a:solidFill>
                  <a:srgbClr val="1C2333"/>
                </a:solidFill>
                <a:latin typeface="Segoe UI"/>
              </a:rPr>
              <a:t>10) Yes, my parents can speak French.</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78"/>
                </a:solidFill>
                <a:latin typeface="Segoe UI"/>
              </a:rPr>
              <a:t>17</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17 — Can</a:t>
            </a:r>
          </a:p>
          <a:p>
            <a:pPr rtl="0" algn="l"/>
            <a:r>
              <a:rPr sz="1400" b="0" i="0" lang="en-US">
                <a:solidFill>
                  <a:srgbClr val="DDE6F3"/>
                </a:solidFill>
                <a:latin typeface="Segoe UI"/>
              </a:rPr>
              <a:t>C) Make a question for these answers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No, Ali can't play the guitar.</a:t>
            </a:r>
          </a:p>
          <a:p>
            <a:pPr lvl="1" rtl="0" algn="l">
              <a:spcAft>
                <a:spcPts val="700"/>
              </a:spcAft>
            </a:pPr>
            <a:r>
              <a:rPr sz="1600" b="1" i="0" lang="en-US">
                <a:solidFill>
                  <a:srgbClr val="0F7A3D"/>
                </a:solidFill>
                <a:latin typeface="Segoe UI"/>
              </a:rPr>
              <a:t>✔ Can Ali play the guitar?</a:t>
            </a:r>
          </a:p>
          <a:p>
            <a:pPr rtl="0" algn="l">
              <a:spcAft>
                <a:spcPts val="300"/>
              </a:spcAft>
            </a:pPr>
            <a:r>
              <a:rPr sz="1700" b="0" i="0" lang="en-US">
                <a:solidFill>
                  <a:srgbClr val="1C2333"/>
                </a:solidFill>
                <a:latin typeface="Segoe UI"/>
              </a:rPr>
              <a:t>8) Yes, I can count to twenty.</a:t>
            </a:r>
          </a:p>
          <a:p>
            <a:pPr lvl="1" rtl="0" algn="l">
              <a:spcAft>
                <a:spcPts val="700"/>
              </a:spcAft>
            </a:pPr>
            <a:r>
              <a:rPr sz="1600" b="1" i="0" lang="en-US">
                <a:solidFill>
                  <a:srgbClr val="0F7A3D"/>
                </a:solidFill>
                <a:latin typeface="Segoe UI"/>
              </a:rPr>
              <a:t>✔ Can you count to twenty?</a:t>
            </a:r>
          </a:p>
          <a:p>
            <a:pPr rtl="0" algn="l">
              <a:spcAft>
                <a:spcPts val="300"/>
              </a:spcAft>
            </a:pPr>
            <a:r>
              <a:rPr sz="1700" b="0" i="0" lang="en-US">
                <a:solidFill>
                  <a:srgbClr val="1C2333"/>
                </a:solidFill>
                <a:latin typeface="Segoe UI"/>
              </a:rPr>
              <a:t>9) No, my brother can't read English.</a:t>
            </a:r>
          </a:p>
          <a:p>
            <a:pPr lvl="1" rtl="0" algn="l">
              <a:spcAft>
                <a:spcPts val="700"/>
              </a:spcAft>
            </a:pPr>
            <a:r>
              <a:rPr sz="1600" b="1" i="0" lang="en-US">
                <a:solidFill>
                  <a:srgbClr val="0F7A3D"/>
                </a:solidFill>
                <a:latin typeface="Segoe UI"/>
              </a:rPr>
              <a:t>✔ Can your brother read English?</a:t>
            </a:r>
          </a:p>
          <a:p>
            <a:pPr rtl="0" algn="l">
              <a:spcAft>
                <a:spcPts val="300"/>
              </a:spcAft>
            </a:pPr>
            <a:r>
              <a:rPr sz="1700" b="0" i="0" lang="en-US">
                <a:solidFill>
                  <a:srgbClr val="1C2333"/>
                </a:solidFill>
                <a:latin typeface="Segoe UI"/>
              </a:rPr>
              <a:t>10) Yes, my parents can speak French.</a:t>
            </a:r>
          </a:p>
          <a:p>
            <a:pPr lvl="1" rtl="0" algn="l">
              <a:spcAft>
                <a:spcPts val="700"/>
              </a:spcAft>
            </a:pPr>
            <a:r>
              <a:rPr sz="1600" b="1" i="0" lang="en-US">
                <a:solidFill>
                  <a:srgbClr val="0F7A3D"/>
                </a:solidFill>
                <a:latin typeface="Segoe UI"/>
              </a:rPr>
              <a:t>✔ Can your parents speak French?</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18</a:t>
            </a:r>
          </a:p>
          <a:p>
            <a:pPr algn="ctr" rtl="0"/>
            <a:r>
              <a:rPr sz="4600" b="1" i="0" lang="en-US">
                <a:solidFill>
                  <a:srgbClr val="FFFFFF"/>
                </a:solidFill>
                <a:latin typeface="Segoe UI"/>
              </a:rPr>
              <a:t>The Present Simple Tense</a:t>
            </a:r>
          </a:p>
          <a:p>
            <a:pPr algn="ctr" rtl="1"/>
            <a:r>
              <a:rPr sz="2900" b="0" i="0" lang="ar-EG" altLang="en-US">
                <a:solidFill>
                  <a:srgbClr val="FFFFFF"/>
                </a:solidFill>
                <a:latin typeface="Traditional Arabic"/>
              </a:rPr>
              <a:t>زمن المضارع البسيط</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He – She – It – الاسم المفرد + الفعل + s / es / ies</a:t>
            </a:r>
          </a:p>
          <a:p>
            <a:pPr rtl="1" algn="r">
              <a:spcAft>
                <a:spcPts val="600"/>
              </a:spcAft>
            </a:pPr>
            <a:r>
              <a:rPr sz="2100" b="0" i="0" lang="ar-EG" altLang="en-US">
                <a:solidFill>
                  <a:srgbClr val="1C2333"/>
                </a:solidFill>
                <a:latin typeface="Traditional Arabic"/>
              </a:rPr>
              <a:t>مع المفرد نضيف (s) للفعل.</a:t>
            </a:r>
          </a:p>
          <a:p>
            <a:pPr rtl="1" algn="r">
              <a:spcAft>
                <a:spcPts val="600"/>
              </a:spcAft>
            </a:pPr>
            <a:r>
              <a:rPr sz="2300" b="1" i="0" lang="ar-EG" altLang="en-US">
                <a:solidFill>
                  <a:srgbClr val="226E94"/>
                </a:solidFill>
                <a:latin typeface="Traditional Arabic"/>
              </a:rPr>
              <a:t>▶ I – They – You – We + الفعل في المصدر</a:t>
            </a:r>
          </a:p>
          <a:p>
            <a:pPr rtl="1" algn="r">
              <a:spcAft>
                <a:spcPts val="600"/>
              </a:spcAft>
            </a:pPr>
            <a:r>
              <a:rPr sz="2100" b="0" i="0" lang="ar-EG" altLang="en-US">
                <a:solidFill>
                  <a:srgbClr val="1C2333"/>
                </a:solidFill>
                <a:latin typeface="Traditional Arabic"/>
              </a:rPr>
              <a:t>مع الجمع يبقى الفعل في المصدر.</a:t>
            </a:r>
          </a:p>
          <a:p>
            <a:pPr rtl="0" algn="l">
              <a:spcAft>
                <a:spcPts val="600"/>
              </a:spcAft>
            </a:pPr>
            <a:r>
              <a:rPr sz="1800" b="0" i="0" lang="en-US">
                <a:solidFill>
                  <a:srgbClr val="1C2333"/>
                </a:solidFill>
                <a:latin typeface="Segoe UI"/>
              </a:rPr>
              <a:t>• go → go es watch → watch es — تضاف es إذا انتهى الفعل بـ o - s - sh - ch - x</a:t>
            </a:r>
          </a:p>
          <a:p>
            <a:pPr rtl="1" algn="r">
              <a:spcAft>
                <a:spcPts val="600"/>
              </a:spcAft>
            </a:pPr>
            <a:r>
              <a:rPr sz="2100" b="0" i="0" lang="ar-EG" altLang="en-US">
                <a:solidFill>
                  <a:srgbClr val="1C2333"/>
                </a:solidFill>
                <a:latin typeface="Traditional Arabic"/>
              </a:rPr>
              <a:t>• study → stud ies — تُحذف y ونضيف ies إذا سبقها ساكن</a:t>
            </a:r>
          </a:p>
          <a:p>
            <a:pPr rtl="0" algn="l">
              <a:spcAft>
                <a:spcPts val="600"/>
              </a:spcAft>
            </a:pPr>
            <a:r>
              <a:rPr sz="1800" b="0" i="0" lang="en-US">
                <a:solidFill>
                  <a:srgbClr val="1C2333"/>
                </a:solidFill>
                <a:latin typeface="Segoe UI"/>
              </a:rPr>
              <a:t>• play → play s</a:t>
            </a:r>
          </a:p>
          <a:p>
            <a:pPr rtl="0" algn="l">
              <a:spcAft>
                <a:spcPts val="600"/>
              </a:spcAft>
            </a:pPr>
            <a:r>
              <a:rPr sz="1800" b="0" i="0" lang="en-US">
                <a:solidFill>
                  <a:srgbClr val="1C2333"/>
                </a:solidFill>
                <a:latin typeface="Segoe UI"/>
              </a:rPr>
              <a:t>   every day – every morning – always – usually – often – sometimes – never – on Fridays</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6E94"/>
                </a:solidFill>
                <a:latin typeface="Segoe UI"/>
              </a:rPr>
              <a:t>▶ He – She – It + doesn't + مصدر .</a:t>
            </a:r>
          </a:p>
          <a:p>
            <a:pPr rtl="1" algn="r">
              <a:spcAft>
                <a:spcPts val="600"/>
              </a:spcAft>
            </a:pPr>
            <a:r>
              <a:rPr sz="2100" b="0" i="0" lang="ar-EG" altLang="en-US">
                <a:solidFill>
                  <a:srgbClr val="1C2333"/>
                </a:solidFill>
                <a:latin typeface="Traditional Arabic"/>
              </a:rPr>
              <a:t>نفي المفرد.</a:t>
            </a:r>
          </a:p>
          <a:p>
            <a:pPr rtl="0" algn="l">
              <a:spcAft>
                <a:spcPts val="600"/>
              </a:spcAft>
            </a:pPr>
            <a:r>
              <a:rPr sz="2000" b="1" i="0" lang="en-US">
                <a:solidFill>
                  <a:srgbClr val="226E94"/>
                </a:solidFill>
                <a:latin typeface="Segoe UI"/>
              </a:rPr>
              <a:t>▶ I – They – You – We + don't + مصدر .</a:t>
            </a:r>
          </a:p>
          <a:p>
            <a:pPr rtl="1" algn="r">
              <a:spcAft>
                <a:spcPts val="600"/>
              </a:spcAft>
            </a:pPr>
            <a:r>
              <a:rPr sz="2100" b="0" i="0" lang="ar-EG" altLang="en-US">
                <a:solidFill>
                  <a:srgbClr val="1C2333"/>
                </a:solidFill>
                <a:latin typeface="Traditional Arabic"/>
              </a:rPr>
              <a:t>نفي الجمع.</a:t>
            </a:r>
          </a:p>
          <a:p>
            <a:pPr rtl="0" algn="l">
              <a:spcAft>
                <a:spcPts val="600"/>
              </a:spcAft>
            </a:pPr>
            <a:r>
              <a:rPr sz="2000" b="1" i="0" lang="en-US">
                <a:solidFill>
                  <a:srgbClr val="226E94"/>
                </a:solidFill>
                <a:latin typeface="Segoe UI"/>
              </a:rPr>
              <a:t>▶ Does + he / she / it + مصدر … ?</a:t>
            </a:r>
          </a:p>
          <a:p>
            <a:pPr rtl="1" algn="r">
              <a:spcAft>
                <a:spcPts val="600"/>
              </a:spcAft>
            </a:pPr>
            <a:r>
              <a:rPr sz="2100" b="0" i="0" lang="ar-EG" altLang="en-US">
                <a:solidFill>
                  <a:srgbClr val="1C2333"/>
                </a:solidFill>
                <a:latin typeface="Traditional Arabic"/>
              </a:rPr>
              <a:t>السؤال للمفرد.</a:t>
            </a:r>
          </a:p>
          <a:p>
            <a:pPr rtl="0" algn="l">
              <a:spcAft>
                <a:spcPts val="600"/>
              </a:spcAft>
            </a:pPr>
            <a:r>
              <a:rPr sz="2000" b="1" i="0" lang="en-US">
                <a:solidFill>
                  <a:srgbClr val="226E94"/>
                </a:solidFill>
                <a:latin typeface="Segoe UI"/>
              </a:rPr>
              <a:t>▶ Do + I / they / you / we + مصدر … ?</a:t>
            </a:r>
          </a:p>
          <a:p>
            <a:pPr rtl="1" algn="r">
              <a:spcAft>
                <a:spcPts val="600"/>
              </a:spcAft>
            </a:pPr>
            <a:r>
              <a:rPr sz="2100" b="0" i="0" lang="ar-EG" altLang="en-US">
                <a:solidFill>
                  <a:srgbClr val="1C2333"/>
                </a:solidFill>
                <a:latin typeface="Traditional Arabic"/>
              </a:rPr>
              <a:t>السؤال للجمع.</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الأداة | الاستخدام | الإجابة تكون بـ</a:t>
            </a:r>
          </a:p>
          <a:p>
            <a:pPr rtl="0" algn="l">
              <a:spcAft>
                <a:spcPts val="600"/>
              </a:spcAft>
            </a:pPr>
            <a:r>
              <a:rPr sz="1800" b="0" i="0" lang="en-US">
                <a:solidFill>
                  <a:srgbClr val="1C2333"/>
                </a:solidFill>
                <a:latin typeface="Segoe UI"/>
              </a:rPr>
              <a:t>Where | للسؤال عن المكان | in – here – there</a:t>
            </a:r>
          </a:p>
          <a:p>
            <a:pPr rtl="0" algn="l">
              <a:spcAft>
                <a:spcPts val="600"/>
              </a:spcAft>
            </a:pPr>
            <a:r>
              <a:rPr sz="1800" b="0" i="0" lang="en-US">
                <a:solidFill>
                  <a:srgbClr val="1C2333"/>
                </a:solidFill>
                <a:latin typeface="Segoe UI"/>
              </a:rPr>
              <a:t>When | للسؤال عن الوقت | in – on – at – every</a:t>
            </a:r>
          </a:p>
          <a:p>
            <a:pPr rtl="0" algn="l">
              <a:spcAft>
                <a:spcPts val="600"/>
              </a:spcAft>
            </a:pPr>
            <a:r>
              <a:rPr sz="1800" b="0" i="0" lang="en-US">
                <a:solidFill>
                  <a:srgbClr val="1C2333"/>
                </a:solidFill>
                <a:latin typeface="Segoe UI"/>
              </a:rPr>
              <a:t>Why | للسؤال عن السبب | as – because – to</a:t>
            </a:r>
          </a:p>
          <a:p>
            <a:pPr rtl="1" algn="r">
              <a:spcAft>
                <a:spcPts val="600"/>
              </a:spcAft>
            </a:pPr>
            <a:r>
              <a:rPr sz="2100" b="0" i="0" lang="ar-EG" altLang="en-US">
                <a:solidFill>
                  <a:srgbClr val="1C2333"/>
                </a:solidFill>
                <a:latin typeface="Traditional Arabic"/>
              </a:rPr>
              <a:t>Who | للسؤال عن الفاعل العاقل | اسم شخص</a:t>
            </a:r>
          </a:p>
          <a:p>
            <a:pPr rtl="1" algn="r">
              <a:spcAft>
                <a:spcPts val="600"/>
              </a:spcAft>
            </a:pPr>
            <a:r>
              <a:rPr sz="2100" b="0" i="0" lang="ar-EG" altLang="en-US">
                <a:solidFill>
                  <a:srgbClr val="1C2333"/>
                </a:solidFill>
                <a:latin typeface="Traditional Arabic"/>
              </a:rPr>
              <a:t>How | للسؤال عن وسيلة المواصلات أو الحال | in – on – by</a:t>
            </a:r>
          </a:p>
          <a:p>
            <a:pPr rtl="0" algn="l">
              <a:spcAft>
                <a:spcPts val="600"/>
              </a:spcAft>
            </a:pPr>
            <a:r>
              <a:rPr sz="1800" b="0" i="0" lang="en-US">
                <a:solidFill>
                  <a:srgbClr val="1C2333"/>
                </a:solidFill>
                <a:latin typeface="Segoe UI"/>
              </a:rPr>
              <a:t>How often | للسؤال عن عدد المرات | once – twice – three times</a:t>
            </a:r>
          </a:p>
          <a:p>
            <a:pPr rtl="1" algn="r">
              <a:spcAft>
                <a:spcPts val="600"/>
              </a:spcAft>
            </a:pPr>
            <a:r>
              <a:rPr sz="2100" b="0" i="0" lang="ar-EG" altLang="en-US">
                <a:solidFill>
                  <a:srgbClr val="1C2333"/>
                </a:solidFill>
                <a:latin typeface="Traditional Arabic"/>
              </a:rPr>
              <a:t>Whose | للسؤال عن صاحب الشيء | ضمير ملكية</a:t>
            </a:r>
          </a:p>
          <a:p>
            <a:pPr rtl="1" algn="r">
              <a:spcAft>
                <a:spcPts val="600"/>
              </a:spcAft>
            </a:pPr>
            <a:r>
              <a:rPr sz="2100" b="0" i="0" lang="ar-EG" altLang="en-US">
                <a:solidFill>
                  <a:srgbClr val="1C2333"/>
                </a:solidFill>
                <a:latin typeface="Traditional Arabic"/>
              </a:rPr>
              <a:t>What | للسؤال عن الأشياء (المفعول) | اسم شيء</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1" algn="r"/>
            <a:r>
              <a:rPr sz="1700" b="0" i="0" lang="ar-EG" altLang="en-US">
                <a:solidFill>
                  <a:srgbClr val="DDE6F3"/>
                </a:solidFill>
                <a:latin typeface="Traditional Arabic"/>
              </a:rPr>
              <a:t>أدوات الاستفهام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6E94"/>
                </a:solidFill>
                <a:latin typeface="Traditional Arabic"/>
              </a:rPr>
              <a:t>▶ أداة استفهام + do / does + فاعل + مصدر + باقي الجملة ?</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 sun …… in the east.   (rise – rises – rose)</a:t>
            </a:r>
          </a:p>
          <a:p>
            <a:pPr rtl="0" algn="l">
              <a:spcAft>
                <a:spcPts val="800"/>
              </a:spcAft>
            </a:pPr>
            <a:r>
              <a:rPr sz="1800" b="0" i="0" lang="en-US">
                <a:solidFill>
                  <a:srgbClr val="1C2333"/>
                </a:solidFill>
                <a:latin typeface="Segoe UI"/>
              </a:rPr>
              <a:t>2) They …… to music every day.   (listen – listens – listening)</a:t>
            </a:r>
          </a:p>
          <a:p>
            <a:pPr rtl="0" algn="l">
              <a:spcAft>
                <a:spcPts val="800"/>
              </a:spcAft>
            </a:pPr>
            <a:r>
              <a:rPr sz="1800" b="0" i="0" lang="en-US">
                <a:solidFill>
                  <a:srgbClr val="1C2333"/>
                </a:solidFill>
                <a:latin typeface="Segoe UI"/>
              </a:rPr>
              <a:t>3) She …… in Cairo.   (live – living – lives)</a:t>
            </a:r>
          </a:p>
          <a:p>
            <a:pPr rtl="0" algn="l">
              <a:spcAft>
                <a:spcPts val="800"/>
              </a:spcAft>
            </a:pPr>
            <a:r>
              <a:rPr sz="1800" b="0" i="0" lang="en-US">
                <a:solidFill>
                  <a:srgbClr val="1C2333"/>
                </a:solidFill>
                <a:latin typeface="Segoe UI"/>
              </a:rPr>
              <a:t>4) He …… English at night.   (studies always – always studies – always study)</a:t>
            </a:r>
          </a:p>
          <a:p>
            <a:pPr rtl="0" algn="l">
              <a:spcAft>
                <a:spcPts val="800"/>
              </a:spcAft>
            </a:pPr>
            <a:r>
              <a:rPr sz="1800" b="0" i="0" lang="en-US">
                <a:solidFill>
                  <a:srgbClr val="1C2333"/>
                </a:solidFill>
                <a:latin typeface="Segoe UI"/>
              </a:rPr>
              <a:t>5) I …… my cousin every week.   (visits – visiting – visit)</a:t>
            </a:r>
          </a:p>
          <a:p>
            <a:pPr rtl="0" algn="l">
              <a:spcAft>
                <a:spcPts val="800"/>
              </a:spcAft>
            </a:pPr>
            <a:r>
              <a:rPr sz="1800" b="0" i="0" lang="en-US">
                <a:solidFill>
                  <a:srgbClr val="1C2333"/>
                </a:solidFill>
                <a:latin typeface="Segoe UI"/>
              </a:rPr>
              <a:t>6) The train …… in Cairo at 7 o'clock.   (arrive – arrives – arrived)</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 sun …… in the east.   (rise – rises – rose)</a:t>
            </a:r>
          </a:p>
          <a:p>
            <a:pPr lvl="1" rtl="0" algn="l">
              <a:spcAft>
                <a:spcPts val="700"/>
              </a:spcAft>
            </a:pPr>
            <a:r>
              <a:rPr sz="1600" b="1" i="0" lang="en-US">
                <a:solidFill>
                  <a:srgbClr val="0F7A3D"/>
                </a:solidFill>
                <a:latin typeface="Segoe UI"/>
              </a:rPr>
              <a:t>✔ rises</a:t>
            </a:r>
          </a:p>
          <a:p>
            <a:pPr rtl="0" algn="l">
              <a:spcAft>
                <a:spcPts val="300"/>
              </a:spcAft>
            </a:pPr>
            <a:r>
              <a:rPr sz="1700" b="0" i="0" lang="en-US">
                <a:solidFill>
                  <a:srgbClr val="1C2333"/>
                </a:solidFill>
                <a:latin typeface="Segoe UI"/>
              </a:rPr>
              <a:t>2) They …… to music every day.   (listen – listens – listening)</a:t>
            </a:r>
          </a:p>
          <a:p>
            <a:pPr lvl="1" rtl="0" algn="l">
              <a:spcAft>
                <a:spcPts val="700"/>
              </a:spcAft>
            </a:pPr>
            <a:r>
              <a:rPr sz="1600" b="1" i="0" lang="en-US">
                <a:solidFill>
                  <a:srgbClr val="0F7A3D"/>
                </a:solidFill>
                <a:latin typeface="Segoe UI"/>
              </a:rPr>
              <a:t>✔ listen</a:t>
            </a:r>
          </a:p>
          <a:p>
            <a:pPr rtl="0" algn="l">
              <a:spcAft>
                <a:spcPts val="300"/>
              </a:spcAft>
            </a:pPr>
            <a:r>
              <a:rPr sz="1700" b="0" i="0" lang="en-US">
                <a:solidFill>
                  <a:srgbClr val="1C2333"/>
                </a:solidFill>
                <a:latin typeface="Segoe UI"/>
              </a:rPr>
              <a:t>3) She …… in Cairo.   (live – living – lives)</a:t>
            </a:r>
          </a:p>
          <a:p>
            <a:pPr lvl="1" rtl="0" algn="l">
              <a:spcAft>
                <a:spcPts val="700"/>
              </a:spcAft>
            </a:pPr>
            <a:r>
              <a:rPr sz="1600" b="1" i="0" lang="en-US">
                <a:solidFill>
                  <a:srgbClr val="0F7A3D"/>
                </a:solidFill>
                <a:latin typeface="Segoe UI"/>
              </a:rPr>
              <a:t>✔ lives</a:t>
            </a:r>
          </a:p>
          <a:p>
            <a:pPr rtl="0" algn="l">
              <a:spcAft>
                <a:spcPts val="300"/>
              </a:spcAft>
            </a:pPr>
            <a:r>
              <a:rPr sz="1700" b="0" i="0" lang="en-US">
                <a:solidFill>
                  <a:srgbClr val="1C2333"/>
                </a:solidFill>
                <a:latin typeface="Segoe UI"/>
              </a:rPr>
              <a:t>4) He …… English at night.   (studies always – always studies – always study)</a:t>
            </a:r>
          </a:p>
          <a:p>
            <a:pPr lvl="1" rtl="0" algn="l">
              <a:spcAft>
                <a:spcPts val="700"/>
              </a:spcAft>
            </a:pPr>
            <a:r>
              <a:rPr sz="1600" b="1" i="0" lang="en-US">
                <a:solidFill>
                  <a:srgbClr val="0F7A3D"/>
                </a:solidFill>
                <a:latin typeface="Segoe UI"/>
              </a:rPr>
              <a:t>✔ always studies</a:t>
            </a:r>
          </a:p>
          <a:p>
            <a:pPr rtl="0" algn="l">
              <a:spcAft>
                <a:spcPts val="300"/>
              </a:spcAft>
            </a:pPr>
            <a:r>
              <a:rPr sz="1700" b="0" i="0" lang="en-US">
                <a:solidFill>
                  <a:srgbClr val="1C2333"/>
                </a:solidFill>
                <a:latin typeface="Segoe UI"/>
              </a:rPr>
              <a:t>5) I …… my cousin every week.   (visits – visiting – visit)</a:t>
            </a:r>
          </a:p>
          <a:p>
            <a:pPr lvl="1" rtl="0" algn="l">
              <a:spcAft>
                <a:spcPts val="700"/>
              </a:spcAft>
            </a:pPr>
            <a:r>
              <a:rPr sz="1600" b="1" i="0" lang="en-US">
                <a:solidFill>
                  <a:srgbClr val="0F7A3D"/>
                </a:solidFill>
                <a:latin typeface="Segoe UI"/>
              </a:rPr>
              <a:t>✔ visit</a:t>
            </a:r>
          </a:p>
          <a:p>
            <a:pPr rtl="0" algn="l">
              <a:spcAft>
                <a:spcPts val="300"/>
              </a:spcAft>
            </a:pPr>
            <a:r>
              <a:rPr sz="1700" b="0" i="0" lang="en-US">
                <a:solidFill>
                  <a:srgbClr val="1C2333"/>
                </a:solidFill>
                <a:latin typeface="Segoe UI"/>
              </a:rPr>
              <a:t>6) The train …… in Cairo at 7 o'clock.   (arrive – arrives – arrived)</a:t>
            </a:r>
          </a:p>
          <a:p>
            <a:pPr lvl="1" rtl="0" algn="l">
              <a:spcAft>
                <a:spcPts val="700"/>
              </a:spcAft>
            </a:pPr>
            <a:r>
              <a:rPr sz="1600" b="1" i="0" lang="en-US">
                <a:solidFill>
                  <a:srgbClr val="0F7A3D"/>
                </a:solidFill>
                <a:latin typeface="Segoe UI"/>
              </a:rPr>
              <a:t>✔ arrives</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We usually …… football in the morning.   (played – playing – play)</a:t>
            </a:r>
          </a:p>
          <a:p>
            <a:pPr rtl="0" algn="l">
              <a:spcAft>
                <a:spcPts val="800"/>
              </a:spcAft>
            </a:pPr>
            <a:r>
              <a:rPr sz="1800" b="0" i="0" lang="en-US">
                <a:solidFill>
                  <a:srgbClr val="1C2333"/>
                </a:solidFill>
                <a:latin typeface="Segoe UI"/>
              </a:rPr>
              <a:t>8) She often …… pasta.   (eats – eat – ate)</a:t>
            </a:r>
          </a:p>
          <a:p>
            <a:pPr rtl="0" algn="l">
              <a:spcAft>
                <a:spcPts val="800"/>
              </a:spcAft>
            </a:pPr>
            <a:r>
              <a:rPr sz="1800" b="0" i="0" lang="en-US">
                <a:solidFill>
                  <a:srgbClr val="1C2333"/>
                </a:solidFill>
                <a:latin typeface="Segoe UI"/>
              </a:rPr>
              <a:t>9) I …… late for school.   (am never – never am – never is)</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A)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We usually …… football in the morning.   (played – playing – play)</a:t>
            </a:r>
          </a:p>
          <a:p>
            <a:pPr lvl="1" rtl="0" algn="l">
              <a:spcAft>
                <a:spcPts val="700"/>
              </a:spcAft>
            </a:pPr>
            <a:r>
              <a:rPr sz="1600" b="1" i="0" lang="en-US">
                <a:solidFill>
                  <a:srgbClr val="0F7A3D"/>
                </a:solidFill>
                <a:latin typeface="Segoe UI"/>
              </a:rPr>
              <a:t>✔ play</a:t>
            </a:r>
          </a:p>
          <a:p>
            <a:pPr rtl="0" algn="l">
              <a:spcAft>
                <a:spcPts val="300"/>
              </a:spcAft>
            </a:pPr>
            <a:r>
              <a:rPr sz="1700" b="0" i="0" lang="en-US">
                <a:solidFill>
                  <a:srgbClr val="1C2333"/>
                </a:solidFill>
                <a:latin typeface="Segoe UI"/>
              </a:rPr>
              <a:t>8) She often …… pasta.   (eats – eat – ate)</a:t>
            </a:r>
          </a:p>
          <a:p>
            <a:pPr lvl="1" rtl="0" algn="l">
              <a:spcAft>
                <a:spcPts val="700"/>
              </a:spcAft>
            </a:pPr>
            <a:r>
              <a:rPr sz="1600" b="1" i="0" lang="en-US">
                <a:solidFill>
                  <a:srgbClr val="0F7A3D"/>
                </a:solidFill>
                <a:latin typeface="Segoe UI"/>
              </a:rPr>
              <a:t>✔ eats</a:t>
            </a:r>
          </a:p>
          <a:p>
            <a:pPr rtl="0" algn="l">
              <a:spcAft>
                <a:spcPts val="300"/>
              </a:spcAft>
            </a:pPr>
            <a:r>
              <a:rPr sz="1700" b="0" i="0" lang="en-US">
                <a:solidFill>
                  <a:srgbClr val="1C2333"/>
                </a:solidFill>
                <a:latin typeface="Segoe UI"/>
              </a:rPr>
              <a:t>9) I …… late for school.   (am never – never am – never is)</a:t>
            </a:r>
          </a:p>
          <a:p>
            <a:pPr lvl="1" rtl="0" algn="l">
              <a:spcAft>
                <a:spcPts val="700"/>
              </a:spcAft>
            </a:pPr>
            <a:r>
              <a:rPr sz="1600" b="1" i="0" lang="en-US">
                <a:solidFill>
                  <a:srgbClr val="0F7A3D"/>
                </a:solidFill>
                <a:latin typeface="Segoe UI"/>
              </a:rPr>
              <a:t>✔ am never</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study English every night.</a:t>
            </a:r>
          </a:p>
          <a:p>
            <a:pPr rtl="0" algn="l">
              <a:spcAft>
                <a:spcPts val="800"/>
              </a:spcAft>
            </a:pPr>
            <a:r>
              <a:rPr sz="1800" b="0" i="0" lang="en-US">
                <a:solidFill>
                  <a:srgbClr val="1C2333"/>
                </a:solidFill>
                <a:latin typeface="Segoe UI"/>
              </a:rPr>
              <a:t>2) She listens to music every day.</a:t>
            </a:r>
          </a:p>
          <a:p>
            <a:pPr rtl="0" algn="l">
              <a:spcAft>
                <a:spcPts val="800"/>
              </a:spcAft>
            </a:pPr>
            <a:r>
              <a:rPr sz="1800" b="0" i="0" lang="en-US">
                <a:solidFill>
                  <a:srgbClr val="1C2333"/>
                </a:solidFill>
                <a:latin typeface="Segoe UI"/>
              </a:rPr>
              <a:t>3) They go to school by bus every day.</a:t>
            </a:r>
          </a:p>
          <a:p>
            <a:pPr rtl="0" algn="l">
              <a:spcAft>
                <a:spcPts val="800"/>
              </a:spcAft>
            </a:pPr>
            <a:r>
              <a:rPr sz="1800" b="0" i="0" lang="en-US">
                <a:solidFill>
                  <a:srgbClr val="1C2333"/>
                </a:solidFill>
                <a:latin typeface="Segoe UI"/>
              </a:rPr>
              <a:t>4) He studies Arabic every day.</a:t>
            </a:r>
          </a:p>
          <a:p>
            <a:pPr rtl="0" algn="l">
              <a:spcAft>
                <a:spcPts val="800"/>
              </a:spcAft>
            </a:pPr>
            <a:r>
              <a:rPr sz="1800" b="0" i="0" lang="en-US">
                <a:solidFill>
                  <a:srgbClr val="1C2333"/>
                </a:solidFill>
                <a:latin typeface="Segoe UI"/>
              </a:rPr>
              <a:t>5) We go to the beach every summer.</a:t>
            </a:r>
          </a:p>
          <a:p>
            <a:pPr rtl="0" algn="l">
              <a:spcAft>
                <a:spcPts val="800"/>
              </a:spcAft>
            </a:pPr>
            <a:r>
              <a:rPr sz="1800" b="0" i="0" lang="en-US">
                <a:solidFill>
                  <a:srgbClr val="1C2333"/>
                </a:solidFill>
                <a:latin typeface="Segoe UI"/>
              </a:rPr>
              <a:t>6) Rody drinks milk every morning.</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study English every night.</a:t>
            </a:r>
          </a:p>
          <a:p>
            <a:pPr lvl="1" rtl="0" algn="l">
              <a:spcAft>
                <a:spcPts val="700"/>
              </a:spcAft>
            </a:pPr>
            <a:r>
              <a:rPr sz="1600" b="1" i="0" lang="en-US">
                <a:solidFill>
                  <a:srgbClr val="0F7A3D"/>
                </a:solidFill>
                <a:latin typeface="Segoe UI"/>
              </a:rPr>
              <a:t>✔ I don't study English every night.</a:t>
            </a:r>
          </a:p>
          <a:p>
            <a:pPr rtl="0" algn="l">
              <a:spcAft>
                <a:spcPts val="300"/>
              </a:spcAft>
            </a:pPr>
            <a:r>
              <a:rPr sz="1700" b="0" i="0" lang="en-US">
                <a:solidFill>
                  <a:srgbClr val="1C2333"/>
                </a:solidFill>
                <a:latin typeface="Segoe UI"/>
              </a:rPr>
              <a:t>2) She listens to music every day.</a:t>
            </a:r>
          </a:p>
          <a:p>
            <a:pPr lvl="1" rtl="0" algn="l">
              <a:spcAft>
                <a:spcPts val="700"/>
              </a:spcAft>
            </a:pPr>
            <a:r>
              <a:rPr sz="1600" b="1" i="0" lang="en-US">
                <a:solidFill>
                  <a:srgbClr val="0F7A3D"/>
                </a:solidFill>
                <a:latin typeface="Segoe UI"/>
              </a:rPr>
              <a:t>✔ She doesn't listen to music every day.</a:t>
            </a:r>
          </a:p>
          <a:p>
            <a:pPr rtl="0" algn="l">
              <a:spcAft>
                <a:spcPts val="300"/>
              </a:spcAft>
            </a:pPr>
            <a:r>
              <a:rPr sz="1700" b="0" i="0" lang="en-US">
                <a:solidFill>
                  <a:srgbClr val="1C2333"/>
                </a:solidFill>
                <a:latin typeface="Segoe UI"/>
              </a:rPr>
              <a:t>3) They go to school by bus every day.</a:t>
            </a:r>
          </a:p>
          <a:p>
            <a:pPr lvl="1" rtl="0" algn="l">
              <a:spcAft>
                <a:spcPts val="700"/>
              </a:spcAft>
            </a:pPr>
            <a:r>
              <a:rPr sz="1600" b="1" i="0" lang="en-US">
                <a:solidFill>
                  <a:srgbClr val="0F7A3D"/>
                </a:solidFill>
                <a:latin typeface="Segoe UI"/>
              </a:rPr>
              <a:t>✔ They don't go to school by bus every day.</a:t>
            </a:r>
          </a:p>
          <a:p>
            <a:pPr rtl="0" algn="l">
              <a:spcAft>
                <a:spcPts val="300"/>
              </a:spcAft>
            </a:pPr>
            <a:r>
              <a:rPr sz="1700" b="0" i="0" lang="en-US">
                <a:solidFill>
                  <a:srgbClr val="1C2333"/>
                </a:solidFill>
                <a:latin typeface="Segoe UI"/>
              </a:rPr>
              <a:t>4) He studies Arabic every day.</a:t>
            </a:r>
          </a:p>
          <a:p>
            <a:pPr lvl="1" rtl="0" algn="l">
              <a:spcAft>
                <a:spcPts val="700"/>
              </a:spcAft>
            </a:pPr>
            <a:r>
              <a:rPr sz="1600" b="1" i="0" lang="en-US">
                <a:solidFill>
                  <a:srgbClr val="0F7A3D"/>
                </a:solidFill>
                <a:latin typeface="Segoe UI"/>
              </a:rPr>
              <a:t>✔ He doesn't study Arabic every day.</a:t>
            </a:r>
          </a:p>
          <a:p>
            <a:pPr rtl="0" algn="l">
              <a:spcAft>
                <a:spcPts val="300"/>
              </a:spcAft>
            </a:pPr>
            <a:r>
              <a:rPr sz="1700" b="0" i="0" lang="en-US">
                <a:solidFill>
                  <a:srgbClr val="1C2333"/>
                </a:solidFill>
                <a:latin typeface="Segoe UI"/>
              </a:rPr>
              <a:t>5) We go to the beach every summer.</a:t>
            </a:r>
          </a:p>
          <a:p>
            <a:pPr lvl="1" rtl="0" algn="l">
              <a:spcAft>
                <a:spcPts val="700"/>
              </a:spcAft>
            </a:pPr>
            <a:r>
              <a:rPr sz="1600" b="1" i="0" lang="en-US">
                <a:solidFill>
                  <a:srgbClr val="0F7A3D"/>
                </a:solidFill>
                <a:latin typeface="Segoe UI"/>
              </a:rPr>
              <a:t>✔ We don't go to the beach every summer.</a:t>
            </a:r>
          </a:p>
          <a:p>
            <a:pPr rtl="0" algn="l">
              <a:spcAft>
                <a:spcPts val="300"/>
              </a:spcAft>
            </a:pPr>
            <a:r>
              <a:rPr sz="1700" b="0" i="0" lang="en-US">
                <a:solidFill>
                  <a:srgbClr val="1C2333"/>
                </a:solidFill>
                <a:latin typeface="Segoe UI"/>
              </a:rPr>
              <a:t>6) Rody drinks milk every morning.</a:t>
            </a:r>
          </a:p>
          <a:p>
            <a:pPr lvl="1" rtl="0" algn="l">
              <a:spcAft>
                <a:spcPts val="700"/>
              </a:spcAft>
            </a:pPr>
            <a:r>
              <a:rPr sz="1600" b="1" i="0" lang="en-US">
                <a:solidFill>
                  <a:srgbClr val="0F7A3D"/>
                </a:solidFill>
                <a:latin typeface="Segoe UI"/>
              </a:rPr>
              <a:t>✔ Rody doesn't drink milk every morning.</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mum cooks lunch every day.</a:t>
            </a:r>
          </a:p>
          <a:p>
            <a:pPr rtl="0" algn="l">
              <a:spcAft>
                <a:spcPts val="800"/>
              </a:spcAft>
            </a:pPr>
            <a:r>
              <a:rPr sz="1800" b="0" i="0" lang="en-US">
                <a:solidFill>
                  <a:srgbClr val="1C2333"/>
                </a:solidFill>
                <a:latin typeface="Segoe UI"/>
              </a:rPr>
              <a:t>8) The lion eats meat every day.</a:t>
            </a:r>
          </a:p>
          <a:p>
            <a:pPr rtl="0" algn="l">
              <a:spcAft>
                <a:spcPts val="800"/>
              </a:spcAft>
            </a:pPr>
            <a:r>
              <a:rPr sz="1800" b="0" i="0" lang="en-US">
                <a:solidFill>
                  <a:srgbClr val="1C2333"/>
                </a:solidFill>
                <a:latin typeface="Segoe UI"/>
              </a:rPr>
              <a:t>9) She does her homework every night.</a:t>
            </a:r>
          </a:p>
          <a:p>
            <a:pPr rtl="0" algn="l">
              <a:spcAft>
                <a:spcPts val="800"/>
              </a:spcAft>
            </a:pPr>
            <a:r>
              <a:rPr sz="1800" b="0" i="0" lang="en-US">
                <a:solidFill>
                  <a:srgbClr val="1C2333"/>
                </a:solidFill>
                <a:latin typeface="Segoe UI"/>
              </a:rPr>
              <a:t>10) He washes the car every morning.</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mum cooks lunch every day.</a:t>
            </a:r>
          </a:p>
          <a:p>
            <a:pPr lvl="1" rtl="0" algn="l">
              <a:spcAft>
                <a:spcPts val="700"/>
              </a:spcAft>
            </a:pPr>
            <a:r>
              <a:rPr sz="1600" b="1" i="0" lang="en-US">
                <a:solidFill>
                  <a:srgbClr val="0F7A3D"/>
                </a:solidFill>
                <a:latin typeface="Segoe UI"/>
              </a:rPr>
              <a:t>✔ My mum doesn't cook lunch every day.</a:t>
            </a:r>
          </a:p>
          <a:p>
            <a:pPr rtl="0" algn="l">
              <a:spcAft>
                <a:spcPts val="300"/>
              </a:spcAft>
            </a:pPr>
            <a:r>
              <a:rPr sz="1700" b="0" i="0" lang="en-US">
                <a:solidFill>
                  <a:srgbClr val="1C2333"/>
                </a:solidFill>
                <a:latin typeface="Segoe UI"/>
              </a:rPr>
              <a:t>8) The lion eats meat every day.</a:t>
            </a:r>
          </a:p>
          <a:p>
            <a:pPr lvl="1" rtl="0" algn="l">
              <a:spcAft>
                <a:spcPts val="700"/>
              </a:spcAft>
            </a:pPr>
            <a:r>
              <a:rPr sz="1600" b="1" i="0" lang="en-US">
                <a:solidFill>
                  <a:srgbClr val="0F7A3D"/>
                </a:solidFill>
                <a:latin typeface="Segoe UI"/>
              </a:rPr>
              <a:t>✔ The lion doesn't eat meat every day.</a:t>
            </a:r>
          </a:p>
          <a:p>
            <a:pPr rtl="0" algn="l">
              <a:spcAft>
                <a:spcPts val="300"/>
              </a:spcAft>
            </a:pPr>
            <a:r>
              <a:rPr sz="1700" b="0" i="0" lang="en-US">
                <a:solidFill>
                  <a:srgbClr val="1C2333"/>
                </a:solidFill>
                <a:latin typeface="Segoe UI"/>
              </a:rPr>
              <a:t>9) She does her homework every night.</a:t>
            </a:r>
          </a:p>
          <a:p>
            <a:pPr lvl="1" rtl="0" algn="l">
              <a:spcAft>
                <a:spcPts val="700"/>
              </a:spcAft>
            </a:pPr>
            <a:r>
              <a:rPr sz="1600" b="1" i="0" lang="en-US">
                <a:solidFill>
                  <a:srgbClr val="0F7A3D"/>
                </a:solidFill>
                <a:latin typeface="Segoe UI"/>
              </a:rPr>
              <a:t>✔ She doesn't do her homework every night.</a:t>
            </a:r>
          </a:p>
          <a:p>
            <a:pPr rtl="0" algn="l">
              <a:spcAft>
                <a:spcPts val="300"/>
              </a:spcAft>
            </a:pPr>
            <a:r>
              <a:rPr sz="1700" b="0" i="0" lang="en-US">
                <a:solidFill>
                  <a:srgbClr val="1C2333"/>
                </a:solidFill>
                <a:latin typeface="Segoe UI"/>
              </a:rPr>
              <a:t>10) He washes the car every morning.</a:t>
            </a:r>
          </a:p>
          <a:p>
            <a:pPr lvl="1" rtl="0" algn="l">
              <a:spcAft>
                <a:spcPts val="700"/>
              </a:spcAft>
            </a:pPr>
            <a:r>
              <a:rPr sz="1600" b="1" i="0" lang="en-US">
                <a:solidFill>
                  <a:srgbClr val="0F7A3D"/>
                </a:solidFill>
                <a:latin typeface="Segoe UI"/>
              </a:rPr>
              <a:t>✔ He doesn't wash the car every morning.</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live in Cairo.</a:t>
            </a:r>
          </a:p>
          <a:p>
            <a:pPr rtl="0" algn="l">
              <a:spcAft>
                <a:spcPts val="800"/>
              </a:spcAft>
            </a:pPr>
            <a:r>
              <a:rPr sz="1800" b="0" i="0" lang="en-US">
                <a:solidFill>
                  <a:srgbClr val="1C2333"/>
                </a:solidFill>
                <a:latin typeface="Segoe UI"/>
              </a:rPr>
              <a:t>2) She studies English at night.</a:t>
            </a:r>
          </a:p>
          <a:p>
            <a:pPr rtl="0" algn="l">
              <a:spcAft>
                <a:spcPts val="800"/>
              </a:spcAft>
            </a:pPr>
            <a:r>
              <a:rPr sz="1800" b="0" i="0" lang="en-US">
                <a:solidFill>
                  <a:srgbClr val="1C2333"/>
                </a:solidFill>
                <a:latin typeface="Segoe UI"/>
              </a:rPr>
              <a:t>3) They play football every day.</a:t>
            </a:r>
          </a:p>
          <a:p>
            <a:pPr rtl="0" algn="l">
              <a:spcAft>
                <a:spcPts val="800"/>
              </a:spcAft>
            </a:pPr>
            <a:r>
              <a:rPr sz="1800" b="0" i="0" lang="en-US">
                <a:solidFill>
                  <a:srgbClr val="1C2333"/>
                </a:solidFill>
                <a:latin typeface="Segoe UI"/>
              </a:rPr>
              <a:t>4) We like reading stories.</a:t>
            </a:r>
          </a:p>
          <a:p>
            <a:pPr rtl="0" algn="l">
              <a:spcAft>
                <a:spcPts val="800"/>
              </a:spcAft>
            </a:pPr>
            <a:r>
              <a:rPr sz="1800" b="0" i="0" lang="en-US">
                <a:solidFill>
                  <a:srgbClr val="1C2333"/>
                </a:solidFill>
                <a:latin typeface="Segoe UI"/>
              </a:rPr>
              <a:t>5) He watches TV every night.</a:t>
            </a:r>
          </a:p>
          <a:p>
            <a:pPr rtl="0" algn="l">
              <a:spcAft>
                <a:spcPts val="800"/>
              </a:spcAft>
            </a:pPr>
            <a:r>
              <a:rPr sz="1800" b="0" i="0" lang="en-US">
                <a:solidFill>
                  <a:srgbClr val="1C2333"/>
                </a:solidFill>
                <a:latin typeface="Segoe UI"/>
              </a:rPr>
              <a:t>6) It gets hot in summer.</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live in Cairo.</a:t>
            </a:r>
          </a:p>
          <a:p>
            <a:pPr lvl="1" rtl="0" algn="l">
              <a:spcAft>
                <a:spcPts val="700"/>
              </a:spcAft>
            </a:pPr>
            <a:r>
              <a:rPr sz="1600" b="1" i="0" lang="en-US">
                <a:solidFill>
                  <a:srgbClr val="0F7A3D"/>
                </a:solidFill>
                <a:latin typeface="Segoe UI"/>
              </a:rPr>
              <a:t>✔ Do you live in Cairo?</a:t>
            </a:r>
          </a:p>
          <a:p>
            <a:pPr rtl="0" algn="l">
              <a:spcAft>
                <a:spcPts val="300"/>
              </a:spcAft>
            </a:pPr>
            <a:r>
              <a:rPr sz="1700" b="0" i="0" lang="en-US">
                <a:solidFill>
                  <a:srgbClr val="1C2333"/>
                </a:solidFill>
                <a:latin typeface="Segoe UI"/>
              </a:rPr>
              <a:t>2) She studies English at night.</a:t>
            </a:r>
          </a:p>
          <a:p>
            <a:pPr lvl="1" rtl="0" algn="l">
              <a:spcAft>
                <a:spcPts val="700"/>
              </a:spcAft>
            </a:pPr>
            <a:r>
              <a:rPr sz="1600" b="1" i="0" lang="en-US">
                <a:solidFill>
                  <a:srgbClr val="0F7A3D"/>
                </a:solidFill>
                <a:latin typeface="Segoe UI"/>
              </a:rPr>
              <a:t>✔ Does she study English at night?</a:t>
            </a:r>
          </a:p>
          <a:p>
            <a:pPr rtl="0" algn="l">
              <a:spcAft>
                <a:spcPts val="300"/>
              </a:spcAft>
            </a:pPr>
            <a:r>
              <a:rPr sz="1700" b="0" i="0" lang="en-US">
                <a:solidFill>
                  <a:srgbClr val="1C2333"/>
                </a:solidFill>
                <a:latin typeface="Segoe UI"/>
              </a:rPr>
              <a:t>3) They play football every day.</a:t>
            </a:r>
          </a:p>
          <a:p>
            <a:pPr lvl="1" rtl="0" algn="l">
              <a:spcAft>
                <a:spcPts val="700"/>
              </a:spcAft>
            </a:pPr>
            <a:r>
              <a:rPr sz="1600" b="1" i="0" lang="en-US">
                <a:solidFill>
                  <a:srgbClr val="0F7A3D"/>
                </a:solidFill>
                <a:latin typeface="Segoe UI"/>
              </a:rPr>
              <a:t>✔ Do they play football every day?</a:t>
            </a:r>
          </a:p>
          <a:p>
            <a:pPr rtl="0" algn="l">
              <a:spcAft>
                <a:spcPts val="300"/>
              </a:spcAft>
            </a:pPr>
            <a:r>
              <a:rPr sz="1700" b="0" i="0" lang="en-US">
                <a:solidFill>
                  <a:srgbClr val="1C2333"/>
                </a:solidFill>
                <a:latin typeface="Segoe UI"/>
              </a:rPr>
              <a:t>4) We like reading stories.</a:t>
            </a:r>
          </a:p>
          <a:p>
            <a:pPr lvl="1" rtl="0" algn="l">
              <a:spcAft>
                <a:spcPts val="700"/>
              </a:spcAft>
            </a:pPr>
            <a:r>
              <a:rPr sz="1600" b="1" i="0" lang="en-US">
                <a:solidFill>
                  <a:srgbClr val="0F7A3D"/>
                </a:solidFill>
                <a:latin typeface="Segoe UI"/>
              </a:rPr>
              <a:t>✔ Do you like reading stories?</a:t>
            </a:r>
          </a:p>
          <a:p>
            <a:pPr rtl="0" algn="l">
              <a:spcAft>
                <a:spcPts val="300"/>
              </a:spcAft>
            </a:pPr>
            <a:r>
              <a:rPr sz="1700" b="0" i="0" lang="en-US">
                <a:solidFill>
                  <a:srgbClr val="1C2333"/>
                </a:solidFill>
                <a:latin typeface="Segoe UI"/>
              </a:rPr>
              <a:t>5) He watches TV every night.</a:t>
            </a:r>
          </a:p>
          <a:p>
            <a:pPr lvl="1" rtl="0" algn="l">
              <a:spcAft>
                <a:spcPts val="700"/>
              </a:spcAft>
            </a:pPr>
            <a:r>
              <a:rPr sz="1600" b="1" i="0" lang="en-US">
                <a:solidFill>
                  <a:srgbClr val="0F7A3D"/>
                </a:solidFill>
                <a:latin typeface="Segoe UI"/>
              </a:rPr>
              <a:t>✔ Does he watch TV every night?</a:t>
            </a:r>
          </a:p>
          <a:p>
            <a:pPr rtl="0" algn="l">
              <a:spcAft>
                <a:spcPts val="300"/>
              </a:spcAft>
            </a:pPr>
            <a:r>
              <a:rPr sz="1700" b="0" i="0" lang="en-US">
                <a:solidFill>
                  <a:srgbClr val="1C2333"/>
                </a:solidFill>
                <a:latin typeface="Segoe UI"/>
              </a:rPr>
              <a:t>6) It gets hot in summer.</a:t>
            </a:r>
          </a:p>
          <a:p>
            <a:pPr lvl="1" rtl="0" algn="l">
              <a:spcAft>
                <a:spcPts val="700"/>
              </a:spcAft>
            </a:pPr>
            <a:r>
              <a:rPr sz="1600" b="1" i="0" lang="en-US">
                <a:solidFill>
                  <a:srgbClr val="0F7A3D"/>
                </a:solidFill>
                <a:latin typeface="Segoe UI"/>
              </a:rPr>
              <a:t>✔ Does it get hot in summer?</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mum cleans the kitchen every day.</a:t>
            </a:r>
          </a:p>
          <a:p>
            <a:pPr rtl="0" algn="l">
              <a:spcAft>
                <a:spcPts val="800"/>
              </a:spcAft>
            </a:pPr>
            <a:r>
              <a:rPr sz="1800" b="0" i="0" lang="en-US">
                <a:solidFill>
                  <a:srgbClr val="1C2333"/>
                </a:solidFill>
                <a:latin typeface="Segoe UI"/>
              </a:rPr>
              <a:t>8) You come to school on foot every day.</a:t>
            </a:r>
          </a:p>
          <a:p>
            <a:pPr rtl="0" algn="l">
              <a:spcAft>
                <a:spcPts val="800"/>
              </a:spcAft>
            </a:pPr>
            <a:r>
              <a:rPr sz="1800" b="0" i="0" lang="en-US">
                <a:solidFill>
                  <a:srgbClr val="1C2333"/>
                </a:solidFill>
                <a:latin typeface="Segoe UI"/>
              </a:rPr>
              <a:t>9) He goes to work by plane.</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mum cleans the kitchen every day.</a:t>
            </a:r>
          </a:p>
          <a:p>
            <a:pPr lvl="1" rtl="0" algn="l">
              <a:spcAft>
                <a:spcPts val="700"/>
              </a:spcAft>
            </a:pPr>
            <a:r>
              <a:rPr sz="1600" b="1" i="0" lang="en-US">
                <a:solidFill>
                  <a:srgbClr val="0F7A3D"/>
                </a:solidFill>
                <a:latin typeface="Segoe UI"/>
              </a:rPr>
              <a:t>✔ Does your mum clean the kitchen every day?</a:t>
            </a:r>
          </a:p>
          <a:p>
            <a:pPr rtl="0" algn="l">
              <a:spcAft>
                <a:spcPts val="300"/>
              </a:spcAft>
            </a:pPr>
            <a:r>
              <a:rPr sz="1700" b="0" i="0" lang="en-US">
                <a:solidFill>
                  <a:srgbClr val="1C2333"/>
                </a:solidFill>
                <a:latin typeface="Segoe UI"/>
              </a:rPr>
              <a:t>8) You come to school on foot every day.</a:t>
            </a:r>
          </a:p>
          <a:p>
            <a:pPr lvl="1" rtl="0" algn="l">
              <a:spcAft>
                <a:spcPts val="700"/>
              </a:spcAft>
            </a:pPr>
            <a:r>
              <a:rPr sz="1600" b="1" i="0" lang="en-US">
                <a:solidFill>
                  <a:srgbClr val="0F7A3D"/>
                </a:solidFill>
                <a:latin typeface="Segoe UI"/>
              </a:rPr>
              <a:t>✔ Do I come to school on foot every day?</a:t>
            </a:r>
          </a:p>
          <a:p>
            <a:pPr rtl="0" algn="l">
              <a:spcAft>
                <a:spcPts val="300"/>
              </a:spcAft>
            </a:pPr>
            <a:r>
              <a:rPr sz="1700" b="0" i="0" lang="en-US">
                <a:solidFill>
                  <a:srgbClr val="1C2333"/>
                </a:solidFill>
                <a:latin typeface="Segoe UI"/>
              </a:rPr>
              <a:t>9) He goes to work by plane.</a:t>
            </a:r>
          </a:p>
          <a:p>
            <a:pPr lvl="1" rtl="0" algn="l">
              <a:spcAft>
                <a:spcPts val="700"/>
              </a:spcAft>
            </a:pPr>
            <a:r>
              <a:rPr sz="1600" b="1" i="0" lang="en-US">
                <a:solidFill>
                  <a:srgbClr val="0F7A3D"/>
                </a:solidFill>
                <a:latin typeface="Segoe UI"/>
              </a:rPr>
              <a:t>✔ Does he go to work by plane?</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Do you go to school by bus?</a:t>
            </a:r>
          </a:p>
          <a:p>
            <a:pPr rtl="0" algn="l">
              <a:spcAft>
                <a:spcPts val="800"/>
              </a:spcAft>
            </a:pPr>
            <a:r>
              <a:rPr sz="1800" b="0" i="0" lang="en-US">
                <a:solidFill>
                  <a:srgbClr val="1C2333"/>
                </a:solidFill>
                <a:latin typeface="Segoe UI"/>
              </a:rPr>
              <a:t>2) Does your mum like reading stories?</a:t>
            </a:r>
          </a:p>
          <a:p>
            <a:pPr rtl="0" algn="l">
              <a:spcAft>
                <a:spcPts val="800"/>
              </a:spcAft>
            </a:pPr>
            <a:r>
              <a:rPr sz="1800" b="0" i="0" lang="en-US">
                <a:solidFill>
                  <a:srgbClr val="1C2333"/>
                </a:solidFill>
                <a:latin typeface="Segoe UI"/>
              </a:rPr>
              <a:t>3) Do they study English at school?</a:t>
            </a:r>
          </a:p>
          <a:p>
            <a:pPr rtl="0" algn="l">
              <a:spcAft>
                <a:spcPts val="800"/>
              </a:spcAft>
            </a:pPr>
            <a:r>
              <a:rPr sz="1800" b="0" i="0" lang="en-US">
                <a:solidFill>
                  <a:srgbClr val="1C2333"/>
                </a:solidFill>
                <a:latin typeface="Segoe UI"/>
              </a:rPr>
              <a:t>4) Do you listen to music every night?</a:t>
            </a:r>
          </a:p>
          <a:p>
            <a:pPr rtl="0" algn="l">
              <a:spcAft>
                <a:spcPts val="800"/>
              </a:spcAft>
            </a:pPr>
            <a:r>
              <a:rPr sz="1800" b="0" i="0" lang="en-US">
                <a:solidFill>
                  <a:srgbClr val="1C2333"/>
                </a:solidFill>
                <a:latin typeface="Segoe UI"/>
              </a:rPr>
              <a:t>5) Do your parents live in Cairo?</a:t>
            </a:r>
          </a:p>
          <a:p>
            <a:pPr rtl="0" algn="l">
              <a:spcAft>
                <a:spcPts val="800"/>
              </a:spcAft>
            </a:pPr>
            <a:r>
              <a:rPr sz="1800" b="0" i="0" lang="en-US">
                <a:solidFill>
                  <a:srgbClr val="1C2333"/>
                </a:solidFill>
                <a:latin typeface="Segoe UI"/>
              </a:rPr>
              <a:t>6) Does he like riding a bike?</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Do you go to school by bus?</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2) Does your mum like reading stories?</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3) Do they study English at school?</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4) Do you listen to music every night?</a:t>
            </a:r>
          </a:p>
          <a:p>
            <a:pPr lvl="1" rtl="0" algn="l">
              <a:spcAft>
                <a:spcPts val="700"/>
              </a:spcAft>
            </a:pPr>
            <a:r>
              <a:rPr sz="1600" b="1" i="0" lang="en-US">
                <a:solidFill>
                  <a:srgbClr val="0F7A3D"/>
                </a:solidFill>
                <a:latin typeface="Segoe UI"/>
              </a:rPr>
              <a:t>✔ Yes, I do. / No, I don't.</a:t>
            </a:r>
          </a:p>
          <a:p>
            <a:pPr rtl="0" algn="l">
              <a:spcAft>
                <a:spcPts val="300"/>
              </a:spcAft>
            </a:pPr>
            <a:r>
              <a:rPr sz="1700" b="0" i="0" lang="en-US">
                <a:solidFill>
                  <a:srgbClr val="1C2333"/>
                </a:solidFill>
                <a:latin typeface="Segoe UI"/>
              </a:rPr>
              <a:t>5) Do your parents live in Cairo?</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6) Does he like riding a bike?</a:t>
            </a:r>
          </a:p>
          <a:p>
            <a:pPr lvl="1" rtl="0" algn="l">
              <a:spcAft>
                <a:spcPts val="700"/>
              </a:spcAft>
            </a:pPr>
            <a:r>
              <a:rPr sz="1600" b="1" i="0" lang="en-US">
                <a:solidFill>
                  <a:srgbClr val="0F7A3D"/>
                </a:solidFill>
                <a:latin typeface="Segoe UI"/>
              </a:rPr>
              <a:t>✔ Yes, he does. / No, he doesn't.</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Does she read books at the library?</a:t>
            </a:r>
          </a:p>
          <a:p>
            <a:pPr rtl="0" algn="l">
              <a:spcAft>
                <a:spcPts val="800"/>
              </a:spcAft>
            </a:pPr>
            <a:r>
              <a:rPr sz="1800" b="0" i="0" lang="en-US">
                <a:solidFill>
                  <a:srgbClr val="1C2333"/>
                </a:solidFill>
                <a:latin typeface="Segoe UI"/>
              </a:rPr>
              <a:t>8) Do they drink coffee every morning?</a:t>
            </a:r>
          </a:p>
          <a:p>
            <a:pPr rtl="0" algn="l">
              <a:spcAft>
                <a:spcPts val="800"/>
              </a:spcAft>
            </a:pPr>
            <a:r>
              <a:rPr sz="1800" b="0" i="0" lang="en-US">
                <a:solidFill>
                  <a:srgbClr val="1C2333"/>
                </a:solidFill>
                <a:latin typeface="Segoe UI"/>
              </a:rPr>
              <a:t>9) Does it like drinking milk?</a:t>
            </a:r>
          </a:p>
          <a:p>
            <a:pPr rtl="0" algn="l">
              <a:spcAft>
                <a:spcPts val="800"/>
              </a:spcAft>
            </a:pPr>
            <a:r>
              <a:rPr sz="1800" b="0" i="0" lang="en-US">
                <a:solidFill>
                  <a:srgbClr val="1C2333"/>
                </a:solidFill>
                <a:latin typeface="Segoe UI"/>
              </a:rPr>
              <a:t>10) Does he play football every Friday?</a:t>
            </a:r>
          </a:p>
          <a:p>
            <a:pPr rtl="0" algn="l">
              <a:spcAft>
                <a:spcPts val="800"/>
              </a:spcAft>
            </a:pPr>
            <a:r>
              <a:rPr sz="1800" b="0" i="0" lang="en-US">
                <a:solidFill>
                  <a:srgbClr val="1C2333"/>
                </a:solidFill>
                <a:latin typeface="Segoe UI"/>
              </a:rPr>
              <a:t>11) Do lions eat meat?</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D)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Does she read books at the library?</a:t>
            </a:r>
          </a:p>
          <a:p>
            <a:pPr lvl="1" rtl="0" algn="l">
              <a:spcAft>
                <a:spcPts val="700"/>
              </a:spcAft>
            </a:pPr>
            <a:r>
              <a:rPr sz="1600" b="1" i="0" lang="en-US">
                <a:solidFill>
                  <a:srgbClr val="0F7A3D"/>
                </a:solidFill>
                <a:latin typeface="Segoe UI"/>
              </a:rPr>
              <a:t>✔ Yes, she does. / No, she doesn't.</a:t>
            </a:r>
          </a:p>
          <a:p>
            <a:pPr rtl="0" algn="l">
              <a:spcAft>
                <a:spcPts val="300"/>
              </a:spcAft>
            </a:pPr>
            <a:r>
              <a:rPr sz="1700" b="0" i="0" lang="en-US">
                <a:solidFill>
                  <a:srgbClr val="1C2333"/>
                </a:solidFill>
                <a:latin typeface="Segoe UI"/>
              </a:rPr>
              <a:t>8) Do they drink coffee every morning?</a:t>
            </a:r>
          </a:p>
          <a:p>
            <a:pPr lvl="1" rtl="0" algn="l">
              <a:spcAft>
                <a:spcPts val="700"/>
              </a:spcAft>
            </a:pPr>
            <a:r>
              <a:rPr sz="1600" b="1" i="0" lang="en-US">
                <a:solidFill>
                  <a:srgbClr val="0F7A3D"/>
                </a:solidFill>
                <a:latin typeface="Segoe UI"/>
              </a:rPr>
              <a:t>✔ Yes, they do. / No, they don't.</a:t>
            </a:r>
          </a:p>
          <a:p>
            <a:pPr rtl="0" algn="l">
              <a:spcAft>
                <a:spcPts val="300"/>
              </a:spcAft>
            </a:pPr>
            <a:r>
              <a:rPr sz="1700" b="0" i="0" lang="en-US">
                <a:solidFill>
                  <a:srgbClr val="1C2333"/>
                </a:solidFill>
                <a:latin typeface="Segoe UI"/>
              </a:rPr>
              <a:t>9) Does it like drinking milk?</a:t>
            </a:r>
          </a:p>
          <a:p>
            <a:pPr lvl="1" rtl="0" algn="l">
              <a:spcAft>
                <a:spcPts val="700"/>
              </a:spcAft>
            </a:pPr>
            <a:r>
              <a:rPr sz="1600" b="1" i="0" lang="en-US">
                <a:solidFill>
                  <a:srgbClr val="0F7A3D"/>
                </a:solidFill>
                <a:latin typeface="Segoe UI"/>
              </a:rPr>
              <a:t>✔ Yes, it does. / No, it doesn't.</a:t>
            </a:r>
          </a:p>
          <a:p>
            <a:pPr rtl="0" algn="l">
              <a:spcAft>
                <a:spcPts val="300"/>
              </a:spcAft>
            </a:pPr>
            <a:r>
              <a:rPr sz="1700" b="0" i="0" lang="en-US">
                <a:solidFill>
                  <a:srgbClr val="1C2333"/>
                </a:solidFill>
                <a:latin typeface="Segoe UI"/>
              </a:rPr>
              <a:t>10) Does he play football every Friday?</a:t>
            </a:r>
          </a:p>
          <a:p>
            <a:pPr lvl="1" rtl="0" algn="l">
              <a:spcAft>
                <a:spcPts val="700"/>
              </a:spcAft>
            </a:pPr>
            <a:r>
              <a:rPr sz="1600" b="1" i="0" lang="en-US">
                <a:solidFill>
                  <a:srgbClr val="0F7A3D"/>
                </a:solidFill>
                <a:latin typeface="Segoe UI"/>
              </a:rPr>
              <a:t>✔ Yes, he does. / No, he doesn't.</a:t>
            </a:r>
          </a:p>
          <a:p>
            <a:pPr rtl="0" algn="l">
              <a:spcAft>
                <a:spcPts val="300"/>
              </a:spcAft>
            </a:pPr>
            <a:r>
              <a:rPr sz="1700" b="0" i="0" lang="en-US">
                <a:solidFill>
                  <a:srgbClr val="1C2333"/>
                </a:solidFill>
                <a:latin typeface="Segoe UI"/>
              </a:rPr>
              <a:t>11) Do lions eat meat?</a:t>
            </a:r>
          </a:p>
          <a:p>
            <a:pPr lvl="1" rtl="0" algn="l">
              <a:spcAft>
                <a:spcPts val="700"/>
              </a:spcAft>
            </a:pPr>
            <a:r>
              <a:rPr sz="1600" b="1" i="0" lang="en-US">
                <a:solidFill>
                  <a:srgbClr val="0F7A3D"/>
                </a:solidFill>
                <a:latin typeface="Segoe UI"/>
              </a:rPr>
              <a:t>✔ Yes, they do. / No, they don't.</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No, I don't watch TV at night.</a:t>
            </a:r>
          </a:p>
          <a:p>
            <a:pPr rtl="0" algn="l">
              <a:spcAft>
                <a:spcPts val="800"/>
              </a:spcAft>
            </a:pPr>
            <a:r>
              <a:rPr sz="1800" b="0" i="0" lang="en-US">
                <a:solidFill>
                  <a:srgbClr val="1C2333"/>
                </a:solidFill>
                <a:latin typeface="Segoe UI"/>
              </a:rPr>
              <a:t>2) Yes, he plays football every day.</a:t>
            </a:r>
          </a:p>
          <a:p>
            <a:pPr rtl="0" algn="l">
              <a:spcAft>
                <a:spcPts val="800"/>
              </a:spcAft>
            </a:pPr>
            <a:r>
              <a:rPr sz="1800" b="0" i="0" lang="en-US">
                <a:solidFill>
                  <a:srgbClr val="1C2333"/>
                </a:solidFill>
                <a:latin typeface="Segoe UI"/>
              </a:rPr>
              <a:t>3) No, they don't listen to music.</a:t>
            </a:r>
          </a:p>
          <a:p>
            <a:pPr rtl="0" algn="l">
              <a:spcAft>
                <a:spcPts val="800"/>
              </a:spcAft>
            </a:pPr>
            <a:r>
              <a:rPr sz="1800" b="0" i="0" lang="en-US">
                <a:solidFill>
                  <a:srgbClr val="1C2333"/>
                </a:solidFill>
                <a:latin typeface="Segoe UI"/>
              </a:rPr>
              <a:t>4) Yes, she studies English every day.</a:t>
            </a:r>
          </a:p>
          <a:p>
            <a:pPr rtl="0" algn="l">
              <a:spcAft>
                <a:spcPts val="800"/>
              </a:spcAft>
            </a:pPr>
            <a:r>
              <a:rPr sz="1800" b="0" i="0" lang="en-US">
                <a:solidFill>
                  <a:srgbClr val="1C2333"/>
                </a:solidFill>
                <a:latin typeface="Segoe UI"/>
              </a:rPr>
              <a:t>5) No, they don't want milk.</a:t>
            </a:r>
          </a:p>
          <a:p>
            <a:pPr rtl="0" algn="l">
              <a:spcAft>
                <a:spcPts val="800"/>
              </a:spcAft>
            </a:pPr>
            <a:r>
              <a:rPr sz="1800" b="0" i="0" lang="en-US">
                <a:solidFill>
                  <a:srgbClr val="1C2333"/>
                </a:solidFill>
                <a:latin typeface="Segoe UI"/>
              </a:rPr>
              <a:t>6) Yes, my mum likes reading.</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No, I don't watch TV at night.</a:t>
            </a:r>
          </a:p>
          <a:p>
            <a:pPr lvl="1" rtl="0" algn="l">
              <a:spcAft>
                <a:spcPts val="700"/>
              </a:spcAft>
            </a:pPr>
            <a:r>
              <a:rPr sz="1600" b="1" i="0" lang="en-US">
                <a:solidFill>
                  <a:srgbClr val="0F7A3D"/>
                </a:solidFill>
                <a:latin typeface="Segoe UI"/>
              </a:rPr>
              <a:t>✔ Do you watch TV at night?</a:t>
            </a:r>
          </a:p>
          <a:p>
            <a:pPr rtl="0" algn="l">
              <a:spcAft>
                <a:spcPts val="300"/>
              </a:spcAft>
            </a:pPr>
            <a:r>
              <a:rPr sz="1700" b="0" i="0" lang="en-US">
                <a:solidFill>
                  <a:srgbClr val="1C2333"/>
                </a:solidFill>
                <a:latin typeface="Segoe UI"/>
              </a:rPr>
              <a:t>2) Yes, he plays football every day.</a:t>
            </a:r>
          </a:p>
          <a:p>
            <a:pPr lvl="1" rtl="0" algn="l">
              <a:spcAft>
                <a:spcPts val="700"/>
              </a:spcAft>
            </a:pPr>
            <a:r>
              <a:rPr sz="1600" b="1" i="0" lang="en-US">
                <a:solidFill>
                  <a:srgbClr val="0F7A3D"/>
                </a:solidFill>
                <a:latin typeface="Segoe UI"/>
              </a:rPr>
              <a:t>✔ Does he play football every day?</a:t>
            </a:r>
          </a:p>
          <a:p>
            <a:pPr rtl="0" algn="l">
              <a:spcAft>
                <a:spcPts val="300"/>
              </a:spcAft>
            </a:pPr>
            <a:r>
              <a:rPr sz="1700" b="0" i="0" lang="en-US">
                <a:solidFill>
                  <a:srgbClr val="1C2333"/>
                </a:solidFill>
                <a:latin typeface="Segoe UI"/>
              </a:rPr>
              <a:t>3) No, they don't listen to music.</a:t>
            </a:r>
          </a:p>
          <a:p>
            <a:pPr lvl="1" rtl="0" algn="l">
              <a:spcAft>
                <a:spcPts val="700"/>
              </a:spcAft>
            </a:pPr>
            <a:r>
              <a:rPr sz="1600" b="1" i="0" lang="en-US">
                <a:solidFill>
                  <a:srgbClr val="0F7A3D"/>
                </a:solidFill>
                <a:latin typeface="Segoe UI"/>
              </a:rPr>
              <a:t>✔ Do they listen to music?</a:t>
            </a:r>
          </a:p>
          <a:p>
            <a:pPr rtl="0" algn="l">
              <a:spcAft>
                <a:spcPts val="300"/>
              </a:spcAft>
            </a:pPr>
            <a:r>
              <a:rPr sz="1700" b="0" i="0" lang="en-US">
                <a:solidFill>
                  <a:srgbClr val="1C2333"/>
                </a:solidFill>
                <a:latin typeface="Segoe UI"/>
              </a:rPr>
              <a:t>4) Yes, she studies English every day.</a:t>
            </a:r>
          </a:p>
          <a:p>
            <a:pPr lvl="1" rtl="0" algn="l">
              <a:spcAft>
                <a:spcPts val="700"/>
              </a:spcAft>
            </a:pPr>
            <a:r>
              <a:rPr sz="1600" b="1" i="0" lang="en-US">
                <a:solidFill>
                  <a:srgbClr val="0F7A3D"/>
                </a:solidFill>
                <a:latin typeface="Segoe UI"/>
              </a:rPr>
              <a:t>✔ Does she study English every day?</a:t>
            </a:r>
          </a:p>
          <a:p>
            <a:pPr rtl="0" algn="l">
              <a:spcAft>
                <a:spcPts val="300"/>
              </a:spcAft>
            </a:pPr>
            <a:r>
              <a:rPr sz="1700" b="0" i="0" lang="en-US">
                <a:solidFill>
                  <a:srgbClr val="1C2333"/>
                </a:solidFill>
                <a:latin typeface="Segoe UI"/>
              </a:rPr>
              <a:t>5) No, they don't want milk.</a:t>
            </a:r>
          </a:p>
          <a:p>
            <a:pPr lvl="1" rtl="0" algn="l">
              <a:spcAft>
                <a:spcPts val="700"/>
              </a:spcAft>
            </a:pPr>
            <a:r>
              <a:rPr sz="1600" b="1" i="0" lang="en-US">
                <a:solidFill>
                  <a:srgbClr val="0F7A3D"/>
                </a:solidFill>
                <a:latin typeface="Segoe UI"/>
              </a:rPr>
              <a:t>✔ Do they want milk?</a:t>
            </a:r>
          </a:p>
          <a:p>
            <a:pPr rtl="0" algn="l">
              <a:spcAft>
                <a:spcPts val="300"/>
              </a:spcAft>
            </a:pPr>
            <a:r>
              <a:rPr sz="1700" b="0" i="0" lang="en-US">
                <a:solidFill>
                  <a:srgbClr val="1C2333"/>
                </a:solidFill>
                <a:latin typeface="Segoe UI"/>
              </a:rPr>
              <a:t>6) Yes, my mum likes reading.</a:t>
            </a:r>
          </a:p>
          <a:p>
            <a:pPr lvl="1" rtl="0" algn="l">
              <a:spcAft>
                <a:spcPts val="700"/>
              </a:spcAft>
            </a:pPr>
            <a:r>
              <a:rPr sz="1600" b="1" i="0" lang="en-US">
                <a:solidFill>
                  <a:srgbClr val="0F7A3D"/>
                </a:solidFill>
                <a:latin typeface="Segoe UI"/>
              </a:rPr>
              <a:t>✔ Does your mum like reading?</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No, he doesn't walk to school.</a:t>
            </a:r>
          </a:p>
          <a:p>
            <a:pPr rtl="0" algn="l">
              <a:spcAft>
                <a:spcPts val="800"/>
              </a:spcAft>
            </a:pPr>
            <a:r>
              <a:rPr sz="1800" b="0" i="0" lang="en-US">
                <a:solidFill>
                  <a:srgbClr val="1C2333"/>
                </a:solidFill>
                <a:latin typeface="Segoe UI"/>
              </a:rPr>
              <a:t>8) Yes, it climbs trees.</a:t>
            </a:r>
          </a:p>
          <a:p>
            <a:pPr rtl="0" algn="l">
              <a:spcAft>
                <a:spcPts val="800"/>
              </a:spcAft>
            </a:pPr>
            <a:r>
              <a:rPr sz="1800" b="0" i="0" lang="en-US">
                <a:solidFill>
                  <a:srgbClr val="1C2333"/>
                </a:solidFill>
                <a:latin typeface="Segoe UI"/>
              </a:rPr>
              <a:t>9) No, she doesn't like milk.</a:t>
            </a:r>
          </a:p>
          <a:p>
            <a:pPr rtl="0" algn="l">
              <a:spcAft>
                <a:spcPts val="800"/>
              </a:spcAft>
            </a:pPr>
            <a:r>
              <a:rPr sz="1800" b="0" i="0" lang="en-US">
                <a:solidFill>
                  <a:srgbClr val="1C2333"/>
                </a:solidFill>
                <a:latin typeface="Segoe UI"/>
              </a:rPr>
              <a:t>10) Yes, he studies English every day.</a:t>
            </a:r>
          </a:p>
          <a:p>
            <a:pPr rtl="0" algn="l">
              <a:spcAft>
                <a:spcPts val="800"/>
              </a:spcAft>
            </a:pPr>
            <a:r>
              <a:rPr sz="1800" b="0" i="0" lang="en-US">
                <a:solidFill>
                  <a:srgbClr val="1C2333"/>
                </a:solidFill>
                <a:latin typeface="Segoe UI"/>
              </a:rPr>
              <a:t>11) No, I don't have a car.</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E) Make a question for these answers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No, he doesn't walk to school.</a:t>
            </a:r>
          </a:p>
          <a:p>
            <a:pPr lvl="1" rtl="0" algn="l">
              <a:spcAft>
                <a:spcPts val="700"/>
              </a:spcAft>
            </a:pPr>
            <a:r>
              <a:rPr sz="1600" b="1" i="0" lang="en-US">
                <a:solidFill>
                  <a:srgbClr val="0F7A3D"/>
                </a:solidFill>
                <a:latin typeface="Segoe UI"/>
              </a:rPr>
              <a:t>✔ Does he walk to school?</a:t>
            </a:r>
          </a:p>
          <a:p>
            <a:pPr rtl="0" algn="l">
              <a:spcAft>
                <a:spcPts val="300"/>
              </a:spcAft>
            </a:pPr>
            <a:r>
              <a:rPr sz="1700" b="0" i="0" lang="en-US">
                <a:solidFill>
                  <a:srgbClr val="1C2333"/>
                </a:solidFill>
                <a:latin typeface="Segoe UI"/>
              </a:rPr>
              <a:t>8) Yes, it climbs trees.</a:t>
            </a:r>
          </a:p>
          <a:p>
            <a:pPr lvl="1" rtl="0" algn="l">
              <a:spcAft>
                <a:spcPts val="700"/>
              </a:spcAft>
            </a:pPr>
            <a:r>
              <a:rPr sz="1600" b="1" i="0" lang="en-US">
                <a:solidFill>
                  <a:srgbClr val="0F7A3D"/>
                </a:solidFill>
                <a:latin typeface="Segoe UI"/>
              </a:rPr>
              <a:t>✔ Does it climb trees?</a:t>
            </a:r>
          </a:p>
          <a:p>
            <a:pPr rtl="0" algn="l">
              <a:spcAft>
                <a:spcPts val="300"/>
              </a:spcAft>
            </a:pPr>
            <a:r>
              <a:rPr sz="1700" b="0" i="0" lang="en-US">
                <a:solidFill>
                  <a:srgbClr val="1C2333"/>
                </a:solidFill>
                <a:latin typeface="Segoe UI"/>
              </a:rPr>
              <a:t>9) No, she doesn't like milk.</a:t>
            </a:r>
          </a:p>
          <a:p>
            <a:pPr lvl="1" rtl="0" algn="l">
              <a:spcAft>
                <a:spcPts val="700"/>
              </a:spcAft>
            </a:pPr>
            <a:r>
              <a:rPr sz="1600" b="1" i="0" lang="en-US">
                <a:solidFill>
                  <a:srgbClr val="0F7A3D"/>
                </a:solidFill>
                <a:latin typeface="Segoe UI"/>
              </a:rPr>
              <a:t>✔ Does she like milk?</a:t>
            </a:r>
          </a:p>
          <a:p>
            <a:pPr rtl="0" algn="l">
              <a:spcAft>
                <a:spcPts val="300"/>
              </a:spcAft>
            </a:pPr>
            <a:r>
              <a:rPr sz="1700" b="0" i="0" lang="en-US">
                <a:solidFill>
                  <a:srgbClr val="1C2333"/>
                </a:solidFill>
                <a:latin typeface="Segoe UI"/>
              </a:rPr>
              <a:t>10) Yes, he studies English every day.</a:t>
            </a:r>
          </a:p>
          <a:p>
            <a:pPr lvl="1" rtl="0" algn="l">
              <a:spcAft>
                <a:spcPts val="700"/>
              </a:spcAft>
            </a:pPr>
            <a:r>
              <a:rPr sz="1600" b="1" i="0" lang="en-US">
                <a:solidFill>
                  <a:srgbClr val="0F7A3D"/>
                </a:solidFill>
                <a:latin typeface="Segoe UI"/>
              </a:rPr>
              <a:t>✔ Does he study English every day?</a:t>
            </a:r>
          </a:p>
          <a:p>
            <a:pPr rtl="0" algn="l">
              <a:spcAft>
                <a:spcPts val="300"/>
              </a:spcAft>
            </a:pPr>
            <a:r>
              <a:rPr sz="1700" b="0" i="0" lang="en-US">
                <a:solidFill>
                  <a:srgbClr val="1C2333"/>
                </a:solidFill>
                <a:latin typeface="Segoe UI"/>
              </a:rPr>
              <a:t>11) No, I don't have a car.</a:t>
            </a:r>
          </a:p>
          <a:p>
            <a:pPr lvl="1" rtl="0" algn="l">
              <a:spcAft>
                <a:spcPts val="700"/>
              </a:spcAft>
            </a:pPr>
            <a:r>
              <a:rPr sz="1600" b="1" i="0" lang="en-US">
                <a:solidFill>
                  <a:srgbClr val="0F7A3D"/>
                </a:solidFill>
                <a:latin typeface="Segoe UI"/>
              </a:rPr>
              <a:t>✔ Do you have a car?</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live in Cairo. (where)</a:t>
            </a:r>
          </a:p>
          <a:p>
            <a:pPr rtl="0" algn="l">
              <a:spcAft>
                <a:spcPts val="800"/>
              </a:spcAft>
            </a:pPr>
            <a:r>
              <a:rPr sz="1800" b="0" i="0" lang="en-US">
                <a:solidFill>
                  <a:srgbClr val="1C2333"/>
                </a:solidFill>
                <a:latin typeface="Segoe UI"/>
              </a:rPr>
              <a:t>2) She goes to school by car. (How)</a:t>
            </a:r>
          </a:p>
          <a:p>
            <a:pPr rtl="0" algn="l">
              <a:spcAft>
                <a:spcPts val="800"/>
              </a:spcAft>
            </a:pPr>
            <a:r>
              <a:rPr sz="1800" b="0" i="0" lang="en-US">
                <a:solidFill>
                  <a:srgbClr val="1C2333"/>
                </a:solidFill>
                <a:latin typeface="Segoe UI"/>
              </a:rPr>
              <a:t>3) They study English at night. (when)</a:t>
            </a:r>
          </a:p>
          <a:p>
            <a:pPr rtl="0" algn="l">
              <a:spcAft>
                <a:spcPts val="800"/>
              </a:spcAft>
            </a:pPr>
            <a:r>
              <a:rPr sz="1800" b="0" i="0" lang="en-US">
                <a:solidFill>
                  <a:srgbClr val="1C2333"/>
                </a:solidFill>
                <a:latin typeface="Segoe UI"/>
              </a:rPr>
              <a:t>4) I go to school to learn. (why)</a:t>
            </a:r>
          </a:p>
          <a:p>
            <a:pPr rtl="0" algn="l">
              <a:spcAft>
                <a:spcPts val="800"/>
              </a:spcAft>
            </a:pPr>
            <a:r>
              <a:rPr sz="1800" b="0" i="0" lang="en-US">
                <a:solidFill>
                  <a:srgbClr val="1C2333"/>
                </a:solidFill>
                <a:latin typeface="Segoe UI"/>
              </a:rPr>
              <a:t>5) We like playing football. (what)</a:t>
            </a:r>
          </a:p>
          <a:p>
            <a:pPr rtl="0" algn="l">
              <a:spcAft>
                <a:spcPts val="800"/>
              </a:spcAft>
            </a:pPr>
            <a:r>
              <a:rPr sz="1800" b="0" i="0" lang="en-US">
                <a:solidFill>
                  <a:srgbClr val="1C2333"/>
                </a:solidFill>
                <a:latin typeface="Segoe UI"/>
              </a:rPr>
              <a:t>6) My mum goes to work by car. (How)</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live in Cairo. (where)</a:t>
            </a:r>
          </a:p>
          <a:p>
            <a:pPr lvl="1" rtl="0" algn="l">
              <a:spcAft>
                <a:spcPts val="700"/>
              </a:spcAft>
            </a:pPr>
            <a:r>
              <a:rPr sz="1600" b="1" i="0" lang="en-US">
                <a:solidFill>
                  <a:srgbClr val="0F7A3D"/>
                </a:solidFill>
                <a:latin typeface="Segoe UI"/>
              </a:rPr>
              <a:t>✔ Where do you live?</a:t>
            </a:r>
          </a:p>
          <a:p>
            <a:pPr rtl="0" algn="l">
              <a:spcAft>
                <a:spcPts val="300"/>
              </a:spcAft>
            </a:pPr>
            <a:r>
              <a:rPr sz="1700" b="0" i="0" lang="en-US">
                <a:solidFill>
                  <a:srgbClr val="1C2333"/>
                </a:solidFill>
                <a:latin typeface="Segoe UI"/>
              </a:rPr>
              <a:t>2) She goes to school by car. (How)</a:t>
            </a:r>
          </a:p>
          <a:p>
            <a:pPr lvl="1" rtl="0" algn="l">
              <a:spcAft>
                <a:spcPts val="700"/>
              </a:spcAft>
            </a:pPr>
            <a:r>
              <a:rPr sz="1600" b="1" i="0" lang="en-US">
                <a:solidFill>
                  <a:srgbClr val="0F7A3D"/>
                </a:solidFill>
                <a:latin typeface="Segoe UI"/>
              </a:rPr>
              <a:t>✔ How does she go to school?</a:t>
            </a:r>
          </a:p>
          <a:p>
            <a:pPr rtl="0" algn="l">
              <a:spcAft>
                <a:spcPts val="300"/>
              </a:spcAft>
            </a:pPr>
            <a:r>
              <a:rPr sz="1700" b="0" i="0" lang="en-US">
                <a:solidFill>
                  <a:srgbClr val="1C2333"/>
                </a:solidFill>
                <a:latin typeface="Segoe UI"/>
              </a:rPr>
              <a:t>3) They study English at night. (when)</a:t>
            </a:r>
          </a:p>
          <a:p>
            <a:pPr lvl="1" rtl="0" algn="l">
              <a:spcAft>
                <a:spcPts val="700"/>
              </a:spcAft>
            </a:pPr>
            <a:r>
              <a:rPr sz="1600" b="1" i="0" lang="en-US">
                <a:solidFill>
                  <a:srgbClr val="0F7A3D"/>
                </a:solidFill>
                <a:latin typeface="Segoe UI"/>
              </a:rPr>
              <a:t>✔ When do they study English?</a:t>
            </a:r>
          </a:p>
          <a:p>
            <a:pPr rtl="0" algn="l">
              <a:spcAft>
                <a:spcPts val="300"/>
              </a:spcAft>
            </a:pPr>
            <a:r>
              <a:rPr sz="1700" b="0" i="0" lang="en-US">
                <a:solidFill>
                  <a:srgbClr val="1C2333"/>
                </a:solidFill>
                <a:latin typeface="Segoe UI"/>
              </a:rPr>
              <a:t>4) I go to school to learn. (why)</a:t>
            </a:r>
          </a:p>
          <a:p>
            <a:pPr lvl="1" rtl="0" algn="l">
              <a:spcAft>
                <a:spcPts val="700"/>
              </a:spcAft>
            </a:pPr>
            <a:r>
              <a:rPr sz="1600" b="1" i="0" lang="en-US">
                <a:solidFill>
                  <a:srgbClr val="0F7A3D"/>
                </a:solidFill>
                <a:latin typeface="Segoe UI"/>
              </a:rPr>
              <a:t>✔ Why do you go to school?</a:t>
            </a:r>
          </a:p>
          <a:p>
            <a:pPr rtl="0" algn="l">
              <a:spcAft>
                <a:spcPts val="300"/>
              </a:spcAft>
            </a:pPr>
            <a:r>
              <a:rPr sz="1700" b="0" i="0" lang="en-US">
                <a:solidFill>
                  <a:srgbClr val="1C2333"/>
                </a:solidFill>
                <a:latin typeface="Segoe UI"/>
              </a:rPr>
              <a:t>5) We like playing football. (what)</a:t>
            </a:r>
          </a:p>
          <a:p>
            <a:pPr lvl="1" rtl="0" algn="l">
              <a:spcAft>
                <a:spcPts val="700"/>
              </a:spcAft>
            </a:pPr>
            <a:r>
              <a:rPr sz="1600" b="1" i="0" lang="en-US">
                <a:solidFill>
                  <a:srgbClr val="0F7A3D"/>
                </a:solidFill>
                <a:latin typeface="Segoe UI"/>
              </a:rPr>
              <a:t>✔ What do you like playing?</a:t>
            </a:r>
          </a:p>
          <a:p>
            <a:pPr rtl="0" algn="l">
              <a:spcAft>
                <a:spcPts val="300"/>
              </a:spcAft>
            </a:pPr>
            <a:r>
              <a:rPr sz="1700" b="0" i="0" lang="en-US">
                <a:solidFill>
                  <a:srgbClr val="1C2333"/>
                </a:solidFill>
                <a:latin typeface="Segoe UI"/>
              </a:rPr>
              <a:t>6) My mum goes to work by car. (How)</a:t>
            </a:r>
          </a:p>
          <a:p>
            <a:pPr lvl="1" rtl="0" algn="l">
              <a:spcAft>
                <a:spcPts val="700"/>
              </a:spcAft>
            </a:pPr>
            <a:r>
              <a:rPr sz="1600" b="1" i="0" lang="en-US">
                <a:solidFill>
                  <a:srgbClr val="0F7A3D"/>
                </a:solidFill>
                <a:latin typeface="Segoe UI"/>
              </a:rPr>
              <a:t>✔ How does your mum go to work?</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She gets up at 7 o'clock. (when)</a:t>
            </a:r>
          </a:p>
          <a:p>
            <a:pPr rtl="0" algn="l">
              <a:spcAft>
                <a:spcPts val="800"/>
              </a:spcAft>
            </a:pPr>
            <a:r>
              <a:rPr sz="1800" b="0" i="0" lang="en-US">
                <a:solidFill>
                  <a:srgbClr val="1C2333"/>
                </a:solidFill>
                <a:latin typeface="Segoe UI"/>
              </a:rPr>
              <a:t>8) I study English with my mum. (Who)</a:t>
            </a:r>
          </a:p>
          <a:p>
            <a:pPr rtl="0" algn="l">
              <a:spcAft>
                <a:spcPts val="800"/>
              </a:spcAft>
            </a:pPr>
            <a:r>
              <a:rPr sz="1800" b="0" i="0" lang="en-US">
                <a:solidFill>
                  <a:srgbClr val="1C2333"/>
                </a:solidFill>
                <a:latin typeface="Segoe UI"/>
              </a:rPr>
              <a:t>9) My parents watch TV every day. (When)</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F) Make a question using the question word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She gets up at 7 o'clock. (when)</a:t>
            </a:r>
          </a:p>
          <a:p>
            <a:pPr lvl="1" rtl="0" algn="l">
              <a:spcAft>
                <a:spcPts val="700"/>
              </a:spcAft>
            </a:pPr>
            <a:r>
              <a:rPr sz="1600" b="1" i="0" lang="en-US">
                <a:solidFill>
                  <a:srgbClr val="0F7A3D"/>
                </a:solidFill>
                <a:latin typeface="Segoe UI"/>
              </a:rPr>
              <a:t>✔ When does she get up?</a:t>
            </a:r>
          </a:p>
          <a:p>
            <a:pPr rtl="0" algn="l">
              <a:spcAft>
                <a:spcPts val="300"/>
              </a:spcAft>
            </a:pPr>
            <a:r>
              <a:rPr sz="1700" b="0" i="0" lang="en-US">
                <a:solidFill>
                  <a:srgbClr val="1C2333"/>
                </a:solidFill>
                <a:latin typeface="Segoe UI"/>
              </a:rPr>
              <a:t>8) I study English with my mum. (Who)</a:t>
            </a:r>
          </a:p>
          <a:p>
            <a:pPr lvl="1" rtl="0" algn="l">
              <a:spcAft>
                <a:spcPts val="700"/>
              </a:spcAft>
            </a:pPr>
            <a:r>
              <a:rPr sz="1600" b="1" i="0" lang="en-US">
                <a:solidFill>
                  <a:srgbClr val="0F7A3D"/>
                </a:solidFill>
                <a:latin typeface="Segoe UI"/>
              </a:rPr>
              <a:t>✔ Who do you study English with?</a:t>
            </a:r>
          </a:p>
          <a:p>
            <a:pPr rtl="0" algn="l">
              <a:spcAft>
                <a:spcPts val="300"/>
              </a:spcAft>
            </a:pPr>
            <a:r>
              <a:rPr sz="1700" b="0" i="0" lang="en-US">
                <a:solidFill>
                  <a:srgbClr val="1C2333"/>
                </a:solidFill>
                <a:latin typeface="Segoe UI"/>
              </a:rPr>
              <a:t>9) My parents watch TV every day. (When)</a:t>
            </a:r>
          </a:p>
          <a:p>
            <a:pPr lvl="1" rtl="0" algn="l">
              <a:spcAft>
                <a:spcPts val="700"/>
              </a:spcAft>
            </a:pPr>
            <a:r>
              <a:rPr sz="1600" b="1" i="0" lang="en-US">
                <a:solidFill>
                  <a:srgbClr val="0F7A3D"/>
                </a:solidFill>
                <a:latin typeface="Segoe UI"/>
              </a:rPr>
              <a:t>✔ When do your parents watch TV?</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How do you go to school? (by bus)</a:t>
            </a:r>
          </a:p>
          <a:p>
            <a:pPr rtl="0" algn="l">
              <a:spcAft>
                <a:spcPts val="800"/>
              </a:spcAft>
            </a:pPr>
            <a:r>
              <a:rPr sz="1800" b="0" i="0" lang="en-US">
                <a:solidFill>
                  <a:srgbClr val="1C2333"/>
                </a:solidFill>
                <a:latin typeface="Segoe UI"/>
              </a:rPr>
              <a:t>2) Who does he play football with? (his brother)</a:t>
            </a:r>
          </a:p>
          <a:p>
            <a:pPr rtl="0" algn="l">
              <a:spcAft>
                <a:spcPts val="800"/>
              </a:spcAft>
            </a:pPr>
            <a:r>
              <a:rPr sz="1800" b="0" i="0" lang="en-US">
                <a:solidFill>
                  <a:srgbClr val="1C2333"/>
                </a:solidFill>
                <a:latin typeface="Segoe UI"/>
              </a:rPr>
              <a:t>3) What subject do you like?</a:t>
            </a:r>
          </a:p>
          <a:p>
            <a:pPr rtl="0" algn="l">
              <a:spcAft>
                <a:spcPts val="800"/>
              </a:spcAft>
            </a:pPr>
            <a:r>
              <a:rPr sz="1800" b="0" i="0" lang="en-US">
                <a:solidFill>
                  <a:srgbClr val="1C2333"/>
                </a:solidFill>
                <a:latin typeface="Segoe UI"/>
              </a:rPr>
              <a:t>4) When do they go to school?</a:t>
            </a:r>
          </a:p>
          <a:p>
            <a:pPr rtl="0" algn="l">
              <a:spcAft>
                <a:spcPts val="800"/>
              </a:spcAft>
            </a:pPr>
            <a:r>
              <a:rPr sz="1800" b="0" i="0" lang="en-US">
                <a:solidFill>
                  <a:srgbClr val="1C2333"/>
                </a:solidFill>
                <a:latin typeface="Segoe UI"/>
              </a:rPr>
              <a:t>5) Where do you study French?</a:t>
            </a:r>
          </a:p>
          <a:p>
            <a:pPr rtl="0" algn="l">
              <a:spcAft>
                <a:spcPts val="800"/>
              </a:spcAft>
            </a:pPr>
            <a:r>
              <a:rPr sz="1800" b="0" i="0" lang="en-US">
                <a:solidFill>
                  <a:srgbClr val="1C2333"/>
                </a:solidFill>
                <a:latin typeface="Segoe UI"/>
              </a:rPr>
              <a:t>6) How does your father go to work?</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How do you go to school? (by bus)</a:t>
            </a:r>
          </a:p>
          <a:p>
            <a:pPr lvl="1" rtl="0" algn="l">
              <a:spcAft>
                <a:spcPts val="700"/>
              </a:spcAft>
            </a:pPr>
            <a:r>
              <a:rPr sz="1600" b="1" i="0" lang="en-US">
                <a:solidFill>
                  <a:srgbClr val="0F7A3D"/>
                </a:solidFill>
                <a:latin typeface="Segoe UI"/>
              </a:rPr>
              <a:t>✔ I go to school by bus .</a:t>
            </a:r>
          </a:p>
          <a:p>
            <a:pPr rtl="0" algn="l">
              <a:spcAft>
                <a:spcPts val="300"/>
              </a:spcAft>
            </a:pPr>
            <a:r>
              <a:rPr sz="1700" b="0" i="0" lang="en-US">
                <a:solidFill>
                  <a:srgbClr val="1C2333"/>
                </a:solidFill>
                <a:latin typeface="Segoe UI"/>
              </a:rPr>
              <a:t>2) Who does he play football with? (his brother)</a:t>
            </a:r>
          </a:p>
          <a:p>
            <a:pPr lvl="1" rtl="0" algn="l">
              <a:spcAft>
                <a:spcPts val="700"/>
              </a:spcAft>
            </a:pPr>
            <a:r>
              <a:rPr sz="1600" b="1" i="0" lang="en-US">
                <a:solidFill>
                  <a:srgbClr val="0F7A3D"/>
                </a:solidFill>
                <a:latin typeface="Segoe UI"/>
              </a:rPr>
              <a:t>✔ He plays football with his brother .</a:t>
            </a:r>
          </a:p>
          <a:p>
            <a:pPr rtl="0" algn="l">
              <a:spcAft>
                <a:spcPts val="300"/>
              </a:spcAft>
            </a:pPr>
            <a:r>
              <a:rPr sz="1700" b="0" i="0" lang="en-US">
                <a:solidFill>
                  <a:srgbClr val="1C2333"/>
                </a:solidFill>
                <a:latin typeface="Segoe UI"/>
              </a:rPr>
              <a:t>3) What subject do you like?</a:t>
            </a:r>
          </a:p>
          <a:p>
            <a:pPr lvl="1" rtl="0" algn="l">
              <a:spcAft>
                <a:spcPts val="700"/>
              </a:spcAft>
            </a:pPr>
            <a:r>
              <a:rPr sz="1600" b="1" i="0" lang="en-US">
                <a:solidFill>
                  <a:srgbClr val="0F7A3D"/>
                </a:solidFill>
                <a:latin typeface="Segoe UI"/>
              </a:rPr>
              <a:t>✔ I like English .</a:t>
            </a:r>
          </a:p>
          <a:p>
            <a:pPr rtl="0" algn="l">
              <a:spcAft>
                <a:spcPts val="300"/>
              </a:spcAft>
            </a:pPr>
            <a:r>
              <a:rPr sz="1700" b="0" i="0" lang="en-US">
                <a:solidFill>
                  <a:srgbClr val="1C2333"/>
                </a:solidFill>
                <a:latin typeface="Segoe UI"/>
              </a:rPr>
              <a:t>4) When do they go to school?</a:t>
            </a:r>
          </a:p>
          <a:p>
            <a:pPr lvl="1" rtl="0" algn="l">
              <a:spcAft>
                <a:spcPts val="700"/>
              </a:spcAft>
            </a:pPr>
            <a:r>
              <a:rPr sz="1600" b="1" i="0" lang="en-US">
                <a:solidFill>
                  <a:srgbClr val="0F7A3D"/>
                </a:solidFill>
                <a:latin typeface="Segoe UI"/>
              </a:rPr>
              <a:t>✔ They go to school at 7 o'clock every morning .</a:t>
            </a:r>
          </a:p>
          <a:p>
            <a:pPr rtl="0" algn="l">
              <a:spcAft>
                <a:spcPts val="300"/>
              </a:spcAft>
            </a:pPr>
            <a:r>
              <a:rPr sz="1700" b="0" i="0" lang="en-US">
                <a:solidFill>
                  <a:srgbClr val="1C2333"/>
                </a:solidFill>
                <a:latin typeface="Segoe UI"/>
              </a:rPr>
              <a:t>5) Where do you study French?</a:t>
            </a:r>
          </a:p>
          <a:p>
            <a:pPr lvl="1" rtl="0" algn="l">
              <a:spcAft>
                <a:spcPts val="700"/>
              </a:spcAft>
            </a:pPr>
            <a:r>
              <a:rPr sz="1600" b="1" i="0" lang="en-US">
                <a:solidFill>
                  <a:srgbClr val="0F7A3D"/>
                </a:solidFill>
                <a:latin typeface="Segoe UI"/>
              </a:rPr>
              <a:t>✔ I study French at school .</a:t>
            </a:r>
          </a:p>
          <a:p>
            <a:pPr rtl="0" algn="l">
              <a:spcAft>
                <a:spcPts val="300"/>
              </a:spcAft>
            </a:pPr>
            <a:r>
              <a:rPr sz="1700" b="0" i="0" lang="en-US">
                <a:solidFill>
                  <a:srgbClr val="1C2333"/>
                </a:solidFill>
                <a:latin typeface="Segoe UI"/>
              </a:rPr>
              <a:t>6) How does your father go to work?</a:t>
            </a:r>
          </a:p>
          <a:p>
            <a:pPr lvl="1" rtl="0" algn="l">
              <a:spcAft>
                <a:spcPts val="700"/>
              </a:spcAft>
            </a:pPr>
            <a:r>
              <a:rPr sz="1600" b="1" i="0" lang="en-US">
                <a:solidFill>
                  <a:srgbClr val="0F7A3D"/>
                </a:solidFill>
                <a:latin typeface="Segoe UI"/>
              </a:rPr>
              <a:t>✔ He goes to work by car .</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Who do you go to school with?</a:t>
            </a:r>
          </a:p>
          <a:p>
            <a:pPr rtl="0" algn="l">
              <a:spcAft>
                <a:spcPts val="800"/>
              </a:spcAft>
            </a:pPr>
            <a:r>
              <a:rPr sz="1800" b="0" i="0" lang="en-US">
                <a:solidFill>
                  <a:srgbClr val="1C2333"/>
                </a:solidFill>
                <a:latin typeface="Segoe UI"/>
              </a:rPr>
              <a:t>8) When do you get up every day?</a:t>
            </a:r>
          </a:p>
          <a:p>
            <a:pPr rtl="0" algn="l">
              <a:spcAft>
                <a:spcPts val="800"/>
              </a:spcAft>
            </a:pPr>
            <a:r>
              <a:rPr sz="1800" b="0" i="0" lang="en-US">
                <a:solidFill>
                  <a:srgbClr val="1C2333"/>
                </a:solidFill>
                <a:latin typeface="Segoe UI"/>
              </a:rPr>
              <a:t>9) How often do you play football?</a:t>
            </a:r>
          </a:p>
          <a:p>
            <a:pPr rtl="0" algn="l">
              <a:spcAft>
                <a:spcPts val="800"/>
              </a:spcAft>
            </a:pPr>
            <a:r>
              <a:rPr sz="1800" b="0" i="0" lang="en-US">
                <a:solidFill>
                  <a:srgbClr val="1C2333"/>
                </a:solidFill>
                <a:latin typeface="Segoe UI"/>
              </a:rPr>
              <a:t>10) How often does he get up early?</a:t>
            </a:r>
          </a:p>
          <a:p>
            <a:pPr rtl="0" algn="l">
              <a:spcAft>
                <a:spcPts val="800"/>
              </a:spcAft>
            </a:pPr>
            <a:r>
              <a:rPr sz="1800" b="0" i="0" lang="en-US">
                <a:solidFill>
                  <a:srgbClr val="1C2333"/>
                </a:solidFill>
                <a:latin typeface="Segoe UI"/>
              </a:rPr>
              <a:t>11) Why do you go to the club?</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G) Answer the following questions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Who do you go to school with?</a:t>
            </a:r>
          </a:p>
          <a:p>
            <a:pPr lvl="1" rtl="0" algn="l">
              <a:spcAft>
                <a:spcPts val="700"/>
              </a:spcAft>
            </a:pPr>
            <a:r>
              <a:rPr sz="1600" b="1" i="0" lang="en-US">
                <a:solidFill>
                  <a:srgbClr val="0F7A3D"/>
                </a:solidFill>
                <a:latin typeface="Segoe UI"/>
              </a:rPr>
              <a:t>✔ I go to school with my friends .</a:t>
            </a:r>
          </a:p>
          <a:p>
            <a:pPr rtl="0" algn="l">
              <a:spcAft>
                <a:spcPts val="300"/>
              </a:spcAft>
            </a:pPr>
            <a:r>
              <a:rPr sz="1700" b="0" i="0" lang="en-US">
                <a:solidFill>
                  <a:srgbClr val="1C2333"/>
                </a:solidFill>
                <a:latin typeface="Segoe UI"/>
              </a:rPr>
              <a:t>8) When do you get up every day?</a:t>
            </a:r>
          </a:p>
          <a:p>
            <a:pPr lvl="1" rtl="0" algn="l">
              <a:spcAft>
                <a:spcPts val="700"/>
              </a:spcAft>
            </a:pPr>
            <a:r>
              <a:rPr sz="1600" b="1" i="0" lang="en-US">
                <a:solidFill>
                  <a:srgbClr val="0F7A3D"/>
                </a:solidFill>
                <a:latin typeface="Segoe UI"/>
              </a:rPr>
              <a:t>✔ I get up at 6 o'clock every day.</a:t>
            </a:r>
          </a:p>
          <a:p>
            <a:pPr rtl="0" algn="l">
              <a:spcAft>
                <a:spcPts val="300"/>
              </a:spcAft>
            </a:pPr>
            <a:r>
              <a:rPr sz="1700" b="0" i="0" lang="en-US">
                <a:solidFill>
                  <a:srgbClr val="1C2333"/>
                </a:solidFill>
                <a:latin typeface="Segoe UI"/>
              </a:rPr>
              <a:t>9) How often do you play football?</a:t>
            </a:r>
          </a:p>
          <a:p>
            <a:pPr lvl="1" rtl="0" algn="l">
              <a:spcAft>
                <a:spcPts val="700"/>
              </a:spcAft>
            </a:pPr>
            <a:r>
              <a:rPr sz="1600" b="1" i="0" lang="en-US">
                <a:solidFill>
                  <a:srgbClr val="0F7A3D"/>
                </a:solidFill>
                <a:latin typeface="Segoe UI"/>
              </a:rPr>
              <a:t>✔ I play football twice a week .</a:t>
            </a:r>
          </a:p>
          <a:p>
            <a:pPr rtl="0" algn="l">
              <a:spcAft>
                <a:spcPts val="300"/>
              </a:spcAft>
            </a:pPr>
            <a:r>
              <a:rPr sz="1700" b="0" i="0" lang="en-US">
                <a:solidFill>
                  <a:srgbClr val="1C2333"/>
                </a:solidFill>
                <a:latin typeface="Segoe UI"/>
              </a:rPr>
              <a:t>10) How often does he get up early?</a:t>
            </a:r>
          </a:p>
          <a:p>
            <a:pPr lvl="1" rtl="0" algn="l">
              <a:spcAft>
                <a:spcPts val="700"/>
              </a:spcAft>
            </a:pPr>
            <a:r>
              <a:rPr sz="1600" b="1" i="0" lang="en-US">
                <a:solidFill>
                  <a:srgbClr val="0F7A3D"/>
                </a:solidFill>
                <a:latin typeface="Segoe UI"/>
              </a:rPr>
              <a:t>✔ He always gets up early.</a:t>
            </a:r>
          </a:p>
          <a:p>
            <a:pPr rtl="0" algn="l">
              <a:spcAft>
                <a:spcPts val="300"/>
              </a:spcAft>
            </a:pPr>
            <a:r>
              <a:rPr sz="1700" b="0" i="0" lang="en-US">
                <a:solidFill>
                  <a:srgbClr val="1C2333"/>
                </a:solidFill>
                <a:latin typeface="Segoe UI"/>
              </a:rPr>
              <a:t>11) Why do you go to the club?</a:t>
            </a:r>
          </a:p>
          <a:p>
            <a:pPr lvl="1" rtl="0" algn="l">
              <a:spcAft>
                <a:spcPts val="700"/>
              </a:spcAft>
            </a:pPr>
            <a:r>
              <a:rPr sz="1600" b="1" i="0" lang="en-US">
                <a:solidFill>
                  <a:srgbClr val="0F7A3D"/>
                </a:solidFill>
                <a:latin typeface="Segoe UI"/>
              </a:rPr>
              <a:t>✔ I go to the club to play football .</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always …… to school by bus.   (goes – go – going)</a:t>
            </a:r>
          </a:p>
          <a:p>
            <a:pPr rtl="0" algn="l">
              <a:spcAft>
                <a:spcPts val="800"/>
              </a:spcAft>
            </a:pPr>
            <a:r>
              <a:rPr sz="1800" b="0" i="0" lang="en-US">
                <a:solidFill>
                  <a:srgbClr val="1C2333"/>
                </a:solidFill>
                <a:latin typeface="Segoe UI"/>
              </a:rPr>
              <a:t>2) She never …… to music at night.   (listens – listening – listen)</a:t>
            </a:r>
          </a:p>
          <a:p>
            <a:pPr rtl="0" algn="l">
              <a:spcAft>
                <a:spcPts val="800"/>
              </a:spcAft>
            </a:pPr>
            <a:r>
              <a:rPr sz="1800" b="0" i="0" lang="en-US">
                <a:solidFill>
                  <a:srgbClr val="1C2333"/>
                </a:solidFill>
                <a:latin typeface="Segoe UI"/>
              </a:rPr>
              <a:t>3) …… you like reading English?   (Is – Does – Do)</a:t>
            </a:r>
          </a:p>
          <a:p>
            <a:pPr rtl="0" algn="l">
              <a:spcAft>
                <a:spcPts val="800"/>
              </a:spcAft>
            </a:pPr>
            <a:r>
              <a:rPr sz="1800" b="0" i="0" lang="en-US">
                <a:solidFill>
                  <a:srgbClr val="1C2333"/>
                </a:solidFill>
                <a:latin typeface="Segoe UI"/>
              </a:rPr>
              <a:t>4) He …… play football in the morning.   (doesn't – don't – hasn't)</a:t>
            </a:r>
          </a:p>
          <a:p>
            <a:pPr rtl="0" algn="l">
              <a:spcAft>
                <a:spcPts val="800"/>
              </a:spcAft>
            </a:pPr>
            <a:r>
              <a:rPr sz="1800" b="0" i="0" lang="en-US">
                <a:solidFill>
                  <a:srgbClr val="1C2333"/>
                </a:solidFill>
                <a:latin typeface="Segoe UI"/>
              </a:rPr>
              <a:t>5) She …… happy.   (always is – is always – are always)</a:t>
            </a:r>
          </a:p>
          <a:p>
            <a:pPr rtl="0" algn="l">
              <a:spcAft>
                <a:spcPts val="800"/>
              </a:spcAft>
            </a:pPr>
            <a:r>
              <a:rPr sz="1800" b="0" i="0" lang="en-US">
                <a:solidFill>
                  <a:srgbClr val="1C2333"/>
                </a:solidFill>
                <a:latin typeface="Segoe UI"/>
              </a:rPr>
              <a:t>6) My parents …… have a car.   (doesn't – aren't – don't)</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always …… to school by bus.   (goes – go – going)</a:t>
            </a:r>
          </a:p>
          <a:p>
            <a:pPr lvl="1" rtl="0" algn="l">
              <a:spcAft>
                <a:spcPts val="700"/>
              </a:spcAft>
            </a:pPr>
            <a:r>
              <a:rPr sz="1600" b="1" i="0" lang="en-US">
                <a:solidFill>
                  <a:srgbClr val="0F7A3D"/>
                </a:solidFill>
                <a:latin typeface="Segoe UI"/>
              </a:rPr>
              <a:t>✔ go</a:t>
            </a:r>
          </a:p>
          <a:p>
            <a:pPr rtl="0" algn="l">
              <a:spcAft>
                <a:spcPts val="300"/>
              </a:spcAft>
            </a:pPr>
            <a:r>
              <a:rPr sz="1700" b="0" i="0" lang="en-US">
                <a:solidFill>
                  <a:srgbClr val="1C2333"/>
                </a:solidFill>
                <a:latin typeface="Segoe UI"/>
              </a:rPr>
              <a:t>2) She never …… to music at night.   (listens – listening – listen)</a:t>
            </a:r>
          </a:p>
          <a:p>
            <a:pPr lvl="1" rtl="0" algn="l">
              <a:spcAft>
                <a:spcPts val="700"/>
              </a:spcAft>
            </a:pPr>
            <a:r>
              <a:rPr sz="1600" b="1" i="0" lang="en-US">
                <a:solidFill>
                  <a:srgbClr val="0F7A3D"/>
                </a:solidFill>
                <a:latin typeface="Segoe UI"/>
              </a:rPr>
              <a:t>✔ listens</a:t>
            </a:r>
          </a:p>
          <a:p>
            <a:pPr rtl="0" algn="l">
              <a:spcAft>
                <a:spcPts val="300"/>
              </a:spcAft>
            </a:pPr>
            <a:r>
              <a:rPr sz="1700" b="0" i="0" lang="en-US">
                <a:solidFill>
                  <a:srgbClr val="1C2333"/>
                </a:solidFill>
                <a:latin typeface="Segoe UI"/>
              </a:rPr>
              <a:t>3) …… you like reading English?   (Is – Does – Do)</a:t>
            </a:r>
          </a:p>
          <a:p>
            <a:pPr lvl="1" rtl="0" algn="l">
              <a:spcAft>
                <a:spcPts val="700"/>
              </a:spcAft>
            </a:pPr>
            <a:r>
              <a:rPr sz="1600" b="1" i="0" lang="en-US">
                <a:solidFill>
                  <a:srgbClr val="0F7A3D"/>
                </a:solidFill>
                <a:latin typeface="Segoe UI"/>
              </a:rPr>
              <a:t>✔ Do</a:t>
            </a:r>
          </a:p>
          <a:p>
            <a:pPr rtl="0" algn="l">
              <a:spcAft>
                <a:spcPts val="300"/>
              </a:spcAft>
            </a:pPr>
            <a:r>
              <a:rPr sz="1700" b="0" i="0" lang="en-US">
                <a:solidFill>
                  <a:srgbClr val="1C2333"/>
                </a:solidFill>
                <a:latin typeface="Segoe UI"/>
              </a:rPr>
              <a:t>4) He …… play football in the morning.   (doesn't – don't – hasn't)</a:t>
            </a:r>
          </a:p>
          <a:p>
            <a:pPr lvl="1" rtl="0" algn="l">
              <a:spcAft>
                <a:spcPts val="700"/>
              </a:spcAft>
            </a:pPr>
            <a:r>
              <a:rPr sz="1600" b="1" i="0" lang="en-US">
                <a:solidFill>
                  <a:srgbClr val="0F7A3D"/>
                </a:solidFill>
                <a:latin typeface="Segoe UI"/>
              </a:rPr>
              <a:t>✔ doesn't</a:t>
            </a:r>
          </a:p>
          <a:p>
            <a:pPr rtl="0" algn="l">
              <a:spcAft>
                <a:spcPts val="300"/>
              </a:spcAft>
            </a:pPr>
            <a:r>
              <a:rPr sz="1700" b="0" i="0" lang="en-US">
                <a:solidFill>
                  <a:srgbClr val="1C2333"/>
                </a:solidFill>
                <a:latin typeface="Segoe UI"/>
              </a:rPr>
              <a:t>5) She …… happy.   (always is – is always – are always)</a:t>
            </a:r>
          </a:p>
          <a:p>
            <a:pPr lvl="1" rtl="0" algn="l">
              <a:spcAft>
                <a:spcPts val="700"/>
              </a:spcAft>
            </a:pPr>
            <a:r>
              <a:rPr sz="1600" b="1" i="0" lang="en-US">
                <a:solidFill>
                  <a:srgbClr val="0F7A3D"/>
                </a:solidFill>
                <a:latin typeface="Segoe UI"/>
              </a:rPr>
              <a:t>✔ is always</a:t>
            </a:r>
          </a:p>
          <a:p>
            <a:pPr rtl="0" algn="l">
              <a:spcAft>
                <a:spcPts val="300"/>
              </a:spcAft>
            </a:pPr>
            <a:r>
              <a:rPr sz="1700" b="0" i="0" lang="en-US">
                <a:solidFill>
                  <a:srgbClr val="1C2333"/>
                </a:solidFill>
                <a:latin typeface="Segoe UI"/>
              </a:rPr>
              <a:t>6) My parents …… have a car.   (doesn't – aren't – don't)</a:t>
            </a:r>
          </a:p>
          <a:p>
            <a:pPr lvl="1" rtl="0" algn="l">
              <a:spcAft>
                <a:spcPts val="700"/>
              </a:spcAft>
            </a:pPr>
            <a:r>
              <a:rPr sz="1600" b="1" i="0" lang="en-US">
                <a:solidFill>
                  <a:srgbClr val="0F7A3D"/>
                </a:solidFill>
                <a:latin typeface="Segoe UI"/>
              </a:rPr>
              <a:t>✔ don't</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It …… in the summer.   (rains never – never rains – never rain)</a:t>
            </a:r>
          </a:p>
          <a:p>
            <a:pPr rtl="0" algn="l">
              <a:spcAft>
                <a:spcPts val="800"/>
              </a:spcAft>
            </a:pPr>
            <a:r>
              <a:rPr sz="1800" b="0" i="0" lang="en-US">
                <a:solidFill>
                  <a:srgbClr val="1C2333"/>
                </a:solidFill>
                <a:latin typeface="Segoe UI"/>
              </a:rPr>
              <a:t>8) Where do you …… football?   (play – playing – plays)</a:t>
            </a:r>
          </a:p>
          <a:p>
            <a:pPr rtl="0" algn="l">
              <a:spcAft>
                <a:spcPts val="800"/>
              </a:spcAft>
            </a:pPr>
            <a:r>
              <a:rPr sz="1800" b="0" i="0" lang="en-US">
                <a:solidFill>
                  <a:srgbClr val="1C2333"/>
                </a:solidFill>
                <a:latin typeface="Segoe UI"/>
              </a:rPr>
              <a:t>9) …… she clean her teeth every morning?   (Do – Does – Did)</a:t>
            </a:r>
          </a:p>
          <a:p>
            <a:pPr rtl="0" algn="l">
              <a:spcAft>
                <a:spcPts val="800"/>
              </a:spcAft>
            </a:pPr>
            <a:r>
              <a:rPr sz="1800" b="0" i="0" lang="en-US">
                <a:solidFill>
                  <a:srgbClr val="1C2333"/>
                </a:solidFill>
                <a:latin typeface="Segoe UI"/>
              </a:rPr>
              <a:t>10) When …… Rody get up every day?   (is – does – do)</a:t>
            </a:r>
          </a:p>
          <a:p>
            <a:pPr rtl="0" algn="l">
              <a:spcAft>
                <a:spcPts val="800"/>
              </a:spcAft>
            </a:pPr>
            <a:r>
              <a:rPr sz="1800" b="0" i="0" lang="en-US">
                <a:solidFill>
                  <a:srgbClr val="1C2333"/>
                </a:solidFill>
                <a:latin typeface="Segoe UI"/>
              </a:rPr>
              <a:t>11) Do you like reading? Yes, …… .   (I can – I does – I do)</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H) Choose the correct answer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It …… in the summer.   (rains never – never rains – never rain)</a:t>
            </a:r>
          </a:p>
          <a:p>
            <a:pPr lvl="1" rtl="0" algn="l">
              <a:spcAft>
                <a:spcPts val="700"/>
              </a:spcAft>
            </a:pPr>
            <a:r>
              <a:rPr sz="1600" b="1" i="0" lang="en-US">
                <a:solidFill>
                  <a:srgbClr val="0F7A3D"/>
                </a:solidFill>
                <a:latin typeface="Segoe UI"/>
              </a:rPr>
              <a:t>✔ never rains</a:t>
            </a:r>
          </a:p>
          <a:p>
            <a:pPr rtl="0" algn="l">
              <a:spcAft>
                <a:spcPts val="300"/>
              </a:spcAft>
            </a:pPr>
            <a:r>
              <a:rPr sz="1700" b="0" i="0" lang="en-US">
                <a:solidFill>
                  <a:srgbClr val="1C2333"/>
                </a:solidFill>
                <a:latin typeface="Segoe UI"/>
              </a:rPr>
              <a:t>8) Where do you …… football?   (play – playing – plays)</a:t>
            </a:r>
          </a:p>
          <a:p>
            <a:pPr lvl="1" rtl="0" algn="l">
              <a:spcAft>
                <a:spcPts val="700"/>
              </a:spcAft>
            </a:pPr>
            <a:r>
              <a:rPr sz="1600" b="1" i="0" lang="en-US">
                <a:solidFill>
                  <a:srgbClr val="0F7A3D"/>
                </a:solidFill>
                <a:latin typeface="Segoe UI"/>
              </a:rPr>
              <a:t>✔ play</a:t>
            </a:r>
          </a:p>
          <a:p>
            <a:pPr rtl="0" algn="l">
              <a:spcAft>
                <a:spcPts val="300"/>
              </a:spcAft>
            </a:pPr>
            <a:r>
              <a:rPr sz="1700" b="0" i="0" lang="en-US">
                <a:solidFill>
                  <a:srgbClr val="1C2333"/>
                </a:solidFill>
                <a:latin typeface="Segoe UI"/>
              </a:rPr>
              <a:t>9) …… she clean her teeth every morning?   (Do – Does – Did)</a:t>
            </a:r>
          </a:p>
          <a:p>
            <a:pPr lvl="1" rtl="0" algn="l">
              <a:spcAft>
                <a:spcPts val="700"/>
              </a:spcAft>
            </a:pPr>
            <a:r>
              <a:rPr sz="1600" b="1" i="0" lang="en-US">
                <a:solidFill>
                  <a:srgbClr val="0F7A3D"/>
                </a:solidFill>
                <a:latin typeface="Segoe UI"/>
              </a:rPr>
              <a:t>✔ Does</a:t>
            </a:r>
          </a:p>
          <a:p>
            <a:pPr rtl="0" algn="l">
              <a:spcAft>
                <a:spcPts val="300"/>
              </a:spcAft>
            </a:pPr>
            <a:r>
              <a:rPr sz="1700" b="0" i="0" lang="en-US">
                <a:solidFill>
                  <a:srgbClr val="1C2333"/>
                </a:solidFill>
                <a:latin typeface="Segoe UI"/>
              </a:rPr>
              <a:t>10) When …… Rody get up every day?   (is – does – do)</a:t>
            </a:r>
          </a:p>
          <a:p>
            <a:pPr lvl="1" rtl="0" algn="l">
              <a:spcAft>
                <a:spcPts val="700"/>
              </a:spcAft>
            </a:pPr>
            <a:r>
              <a:rPr sz="1600" b="1" i="0" lang="en-US">
                <a:solidFill>
                  <a:srgbClr val="0F7A3D"/>
                </a:solidFill>
                <a:latin typeface="Segoe UI"/>
              </a:rPr>
              <a:t>✔ does</a:t>
            </a:r>
          </a:p>
          <a:p>
            <a:pPr rtl="0" algn="l">
              <a:spcAft>
                <a:spcPts val="300"/>
              </a:spcAft>
            </a:pPr>
            <a:r>
              <a:rPr sz="1700" b="0" i="0" lang="en-US">
                <a:solidFill>
                  <a:srgbClr val="1C2333"/>
                </a:solidFill>
                <a:latin typeface="Segoe UI"/>
              </a:rPr>
              <a:t>11) Do you like reading? Yes, …… .   (I can – I does – I do)</a:t>
            </a:r>
          </a:p>
          <a:p>
            <a:pPr lvl="1" rtl="0" algn="l">
              <a:spcAft>
                <a:spcPts val="700"/>
              </a:spcAft>
            </a:pPr>
            <a:r>
              <a:rPr sz="1600" b="1" i="0" lang="en-US">
                <a:solidFill>
                  <a:srgbClr val="0F7A3D"/>
                </a:solidFill>
                <a:latin typeface="Segoe UI"/>
              </a:rPr>
              <a:t>✔ I do</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play football every day.</a:t>
            </a:r>
          </a:p>
          <a:p>
            <a:pPr rtl="0" algn="l">
              <a:spcAft>
                <a:spcPts val="800"/>
              </a:spcAft>
            </a:pPr>
            <a:r>
              <a:rPr sz="1800" b="0" i="0" lang="en-US">
                <a:solidFill>
                  <a:srgbClr val="1C2333"/>
                </a:solidFill>
                <a:latin typeface="Segoe UI"/>
              </a:rPr>
              <a:t>2) I doesn't go to school on foot.</a:t>
            </a:r>
          </a:p>
          <a:p>
            <a:pPr rtl="0" algn="l">
              <a:spcAft>
                <a:spcPts val="800"/>
              </a:spcAft>
            </a:pPr>
            <a:r>
              <a:rPr sz="1800" b="0" i="0" lang="en-US">
                <a:solidFill>
                  <a:srgbClr val="1C2333"/>
                </a:solidFill>
                <a:latin typeface="Segoe UI"/>
              </a:rPr>
              <a:t>3) She doesn't drinks milk.</a:t>
            </a:r>
          </a:p>
          <a:p>
            <a:pPr rtl="0" algn="l">
              <a:spcAft>
                <a:spcPts val="800"/>
              </a:spcAft>
            </a:pPr>
            <a:r>
              <a:rPr sz="1800" b="0" i="0" lang="en-US">
                <a:solidFill>
                  <a:srgbClr val="1C2333"/>
                </a:solidFill>
                <a:latin typeface="Segoe UI"/>
              </a:rPr>
              <a:t>4) It don't get hot in the summer.</a:t>
            </a:r>
          </a:p>
          <a:p>
            <a:pPr rtl="0" algn="l">
              <a:spcAft>
                <a:spcPts val="800"/>
              </a:spcAft>
            </a:pPr>
            <a:r>
              <a:rPr sz="1800" b="0" i="0" lang="en-US">
                <a:solidFill>
                  <a:srgbClr val="1C2333"/>
                </a:solidFill>
                <a:latin typeface="Segoe UI"/>
              </a:rPr>
              <a:t>5) My mum don't like chips.</a:t>
            </a:r>
          </a:p>
          <a:p>
            <a:pPr rtl="0" algn="l">
              <a:spcAft>
                <a:spcPts val="800"/>
              </a:spcAft>
            </a:pPr>
            <a:r>
              <a:rPr sz="1800" b="0" i="0" lang="en-US">
                <a:solidFill>
                  <a:srgbClr val="1C2333"/>
                </a:solidFill>
                <a:latin typeface="Segoe UI"/>
              </a:rPr>
              <a:t>6) He always is happy.</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play football every day.</a:t>
            </a:r>
          </a:p>
          <a:p>
            <a:pPr lvl="1" rtl="0" algn="l">
              <a:spcAft>
                <a:spcPts val="700"/>
              </a:spcAft>
            </a:pPr>
            <a:r>
              <a:rPr sz="1600" b="1" i="0" lang="en-US">
                <a:solidFill>
                  <a:srgbClr val="0F7A3D"/>
                </a:solidFill>
                <a:latin typeface="Segoe UI"/>
              </a:rPr>
              <a:t>✔ He plays football every day.</a:t>
            </a:r>
          </a:p>
          <a:p>
            <a:pPr rtl="0" algn="l">
              <a:spcAft>
                <a:spcPts val="300"/>
              </a:spcAft>
            </a:pPr>
            <a:r>
              <a:rPr sz="1700" b="0" i="0" lang="en-US">
                <a:solidFill>
                  <a:srgbClr val="1C2333"/>
                </a:solidFill>
                <a:latin typeface="Segoe UI"/>
              </a:rPr>
              <a:t>2) I doesn't go to school on foot.</a:t>
            </a:r>
          </a:p>
          <a:p>
            <a:pPr lvl="1" rtl="0" algn="l">
              <a:spcAft>
                <a:spcPts val="700"/>
              </a:spcAft>
            </a:pPr>
            <a:r>
              <a:rPr sz="1600" b="1" i="0" lang="en-US">
                <a:solidFill>
                  <a:srgbClr val="0F7A3D"/>
                </a:solidFill>
                <a:latin typeface="Segoe UI"/>
              </a:rPr>
              <a:t>✔ I don't go to school on foot.</a:t>
            </a:r>
          </a:p>
          <a:p>
            <a:pPr rtl="0" algn="l">
              <a:spcAft>
                <a:spcPts val="300"/>
              </a:spcAft>
            </a:pPr>
            <a:r>
              <a:rPr sz="1700" b="0" i="0" lang="en-US">
                <a:solidFill>
                  <a:srgbClr val="1C2333"/>
                </a:solidFill>
                <a:latin typeface="Segoe UI"/>
              </a:rPr>
              <a:t>3) She doesn't drinks milk.</a:t>
            </a:r>
          </a:p>
          <a:p>
            <a:pPr lvl="1" rtl="0" algn="l">
              <a:spcAft>
                <a:spcPts val="700"/>
              </a:spcAft>
            </a:pPr>
            <a:r>
              <a:rPr sz="1600" b="1" i="0" lang="en-US">
                <a:solidFill>
                  <a:srgbClr val="0F7A3D"/>
                </a:solidFill>
                <a:latin typeface="Segoe UI"/>
              </a:rPr>
              <a:t>✔ She doesn't drink milk.</a:t>
            </a:r>
          </a:p>
          <a:p>
            <a:pPr rtl="0" algn="l">
              <a:spcAft>
                <a:spcPts val="300"/>
              </a:spcAft>
            </a:pPr>
            <a:r>
              <a:rPr sz="1700" b="0" i="0" lang="en-US">
                <a:solidFill>
                  <a:srgbClr val="1C2333"/>
                </a:solidFill>
                <a:latin typeface="Segoe UI"/>
              </a:rPr>
              <a:t>4) It don't get hot in the summer.</a:t>
            </a:r>
          </a:p>
          <a:p>
            <a:pPr lvl="1" rtl="0" algn="l">
              <a:spcAft>
                <a:spcPts val="700"/>
              </a:spcAft>
            </a:pPr>
            <a:r>
              <a:rPr sz="1600" b="1" i="0" lang="en-US">
                <a:solidFill>
                  <a:srgbClr val="0F7A3D"/>
                </a:solidFill>
                <a:latin typeface="Segoe UI"/>
              </a:rPr>
              <a:t>✔ It doesn't get hot in the summer.</a:t>
            </a:r>
          </a:p>
          <a:p>
            <a:pPr rtl="0" algn="l">
              <a:spcAft>
                <a:spcPts val="300"/>
              </a:spcAft>
            </a:pPr>
            <a:r>
              <a:rPr sz="1700" b="0" i="0" lang="en-US">
                <a:solidFill>
                  <a:srgbClr val="1C2333"/>
                </a:solidFill>
                <a:latin typeface="Segoe UI"/>
              </a:rPr>
              <a:t>5) My mum don't like chips.</a:t>
            </a:r>
          </a:p>
          <a:p>
            <a:pPr lvl="1" rtl="0" algn="l">
              <a:spcAft>
                <a:spcPts val="700"/>
              </a:spcAft>
            </a:pPr>
            <a:r>
              <a:rPr sz="1600" b="1" i="0" lang="en-US">
                <a:solidFill>
                  <a:srgbClr val="0F7A3D"/>
                </a:solidFill>
                <a:latin typeface="Segoe UI"/>
              </a:rPr>
              <a:t>✔ My mum doesn't like chips.</a:t>
            </a:r>
          </a:p>
          <a:p>
            <a:pPr rtl="0" algn="l">
              <a:spcAft>
                <a:spcPts val="300"/>
              </a:spcAft>
            </a:pPr>
            <a:r>
              <a:rPr sz="1700" b="0" i="0" lang="en-US">
                <a:solidFill>
                  <a:srgbClr val="1C2333"/>
                </a:solidFill>
                <a:latin typeface="Segoe UI"/>
              </a:rPr>
              <a:t>6) He always is happy.</a:t>
            </a:r>
          </a:p>
          <a:p>
            <a:pPr lvl="1" rtl="0" algn="l">
              <a:spcAft>
                <a:spcPts val="700"/>
              </a:spcAft>
            </a:pPr>
            <a:r>
              <a:rPr sz="1600" b="1" i="0" lang="en-US">
                <a:solidFill>
                  <a:srgbClr val="0F7A3D"/>
                </a:solidFill>
                <a:latin typeface="Segoe UI"/>
              </a:rPr>
              <a:t>✔ He is always happy.</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They walk usually to school.</a:t>
            </a:r>
          </a:p>
          <a:p>
            <a:pPr rtl="0" algn="l">
              <a:spcAft>
                <a:spcPts val="800"/>
              </a:spcAft>
            </a:pPr>
            <a:r>
              <a:rPr sz="1800" b="0" i="0" lang="en-US">
                <a:solidFill>
                  <a:srgbClr val="1C2333"/>
                </a:solidFill>
                <a:latin typeface="Segoe UI"/>
              </a:rPr>
              <a:t>8) Is he watch TV at night every day?</a:t>
            </a:r>
          </a:p>
          <a:p>
            <a:pPr rtl="0" algn="l">
              <a:spcAft>
                <a:spcPts val="800"/>
              </a:spcAft>
            </a:pPr>
            <a:r>
              <a:rPr sz="1800" b="0" i="0" lang="en-US">
                <a:solidFill>
                  <a:srgbClr val="1C2333"/>
                </a:solidFill>
                <a:latin typeface="Segoe UI"/>
              </a:rPr>
              <a:t>9) Do she listen to music?</a:t>
            </a:r>
          </a:p>
          <a:p>
            <a:pPr rtl="0" algn="l">
              <a:spcAft>
                <a:spcPts val="800"/>
              </a:spcAft>
            </a:pPr>
            <a:r>
              <a:rPr sz="1800" b="0" i="0" lang="en-US">
                <a:solidFill>
                  <a:srgbClr val="1C2333"/>
                </a:solidFill>
                <a:latin typeface="Segoe UI"/>
              </a:rPr>
              <a:t>10) We studies English at school.</a:t>
            </a:r>
          </a:p>
          <a:p>
            <a:pPr rtl="0" algn="l">
              <a:spcAft>
                <a:spcPts val="800"/>
              </a:spcAft>
            </a:pPr>
            <a:r>
              <a:rPr sz="1800" b="0" i="0" lang="en-US">
                <a:solidFill>
                  <a:srgbClr val="1C2333"/>
                </a:solidFill>
                <a:latin typeface="Segoe UI"/>
              </a:rPr>
              <a:t>11) Does it drinks milk?</a:t>
            </a:r>
          </a:p>
          <a:p>
            <a:pPr rtl="0" algn="l">
              <a:spcAft>
                <a:spcPts val="800"/>
              </a:spcAft>
            </a:pPr>
            <a:r>
              <a:rPr sz="1800" b="0" i="0" lang="en-US">
                <a:solidFill>
                  <a:srgbClr val="1C2333"/>
                </a:solidFill>
                <a:latin typeface="Segoe UI"/>
              </a:rPr>
              <a:t>12) Are your parents have a car?</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They walk usually to school.</a:t>
            </a:r>
          </a:p>
          <a:p>
            <a:pPr lvl="1" rtl="0" algn="l">
              <a:spcAft>
                <a:spcPts val="700"/>
              </a:spcAft>
            </a:pPr>
            <a:r>
              <a:rPr sz="1600" b="1" i="0" lang="en-US">
                <a:solidFill>
                  <a:srgbClr val="0F7A3D"/>
                </a:solidFill>
                <a:latin typeface="Segoe UI"/>
              </a:rPr>
              <a:t>✔ They usually walk to school.</a:t>
            </a:r>
          </a:p>
          <a:p>
            <a:pPr rtl="0" algn="l">
              <a:spcAft>
                <a:spcPts val="300"/>
              </a:spcAft>
            </a:pPr>
            <a:r>
              <a:rPr sz="1700" b="0" i="0" lang="en-US">
                <a:solidFill>
                  <a:srgbClr val="1C2333"/>
                </a:solidFill>
                <a:latin typeface="Segoe UI"/>
              </a:rPr>
              <a:t>8) Is he watch TV at night every day?</a:t>
            </a:r>
          </a:p>
          <a:p>
            <a:pPr lvl="1" rtl="0" algn="l">
              <a:spcAft>
                <a:spcPts val="700"/>
              </a:spcAft>
            </a:pPr>
            <a:r>
              <a:rPr sz="1600" b="1" i="0" lang="en-US">
                <a:solidFill>
                  <a:srgbClr val="0F7A3D"/>
                </a:solidFill>
                <a:latin typeface="Segoe UI"/>
              </a:rPr>
              <a:t>✔ Does he watch TV at night every day?</a:t>
            </a:r>
          </a:p>
          <a:p>
            <a:pPr rtl="0" algn="l">
              <a:spcAft>
                <a:spcPts val="300"/>
              </a:spcAft>
            </a:pPr>
            <a:r>
              <a:rPr sz="1700" b="0" i="0" lang="en-US">
                <a:solidFill>
                  <a:srgbClr val="1C2333"/>
                </a:solidFill>
                <a:latin typeface="Segoe UI"/>
              </a:rPr>
              <a:t>9) Do she listen to music?</a:t>
            </a:r>
          </a:p>
          <a:p>
            <a:pPr lvl="1" rtl="0" algn="l">
              <a:spcAft>
                <a:spcPts val="700"/>
              </a:spcAft>
            </a:pPr>
            <a:r>
              <a:rPr sz="1600" b="1" i="0" lang="en-US">
                <a:solidFill>
                  <a:srgbClr val="0F7A3D"/>
                </a:solidFill>
                <a:latin typeface="Segoe UI"/>
              </a:rPr>
              <a:t>✔ Does she listen to music?</a:t>
            </a:r>
          </a:p>
          <a:p>
            <a:pPr rtl="0" algn="l">
              <a:spcAft>
                <a:spcPts val="300"/>
              </a:spcAft>
            </a:pPr>
            <a:r>
              <a:rPr sz="1700" b="0" i="0" lang="en-US">
                <a:solidFill>
                  <a:srgbClr val="1C2333"/>
                </a:solidFill>
                <a:latin typeface="Segoe UI"/>
              </a:rPr>
              <a:t>10) We studies English at school.</a:t>
            </a:r>
          </a:p>
          <a:p>
            <a:pPr lvl="1" rtl="0" algn="l">
              <a:spcAft>
                <a:spcPts val="700"/>
              </a:spcAft>
            </a:pPr>
            <a:r>
              <a:rPr sz="1600" b="1" i="0" lang="en-US">
                <a:solidFill>
                  <a:srgbClr val="0F7A3D"/>
                </a:solidFill>
                <a:latin typeface="Segoe UI"/>
              </a:rPr>
              <a:t>✔ We study English at school.</a:t>
            </a:r>
          </a:p>
          <a:p>
            <a:pPr rtl="0" algn="l">
              <a:spcAft>
                <a:spcPts val="300"/>
              </a:spcAft>
            </a:pPr>
            <a:r>
              <a:rPr sz="1700" b="0" i="0" lang="en-US">
                <a:solidFill>
                  <a:srgbClr val="1C2333"/>
                </a:solidFill>
                <a:latin typeface="Segoe UI"/>
              </a:rPr>
              <a:t>11) Does it drinks milk?</a:t>
            </a:r>
          </a:p>
          <a:p>
            <a:pPr lvl="1" rtl="0" algn="l">
              <a:spcAft>
                <a:spcPts val="700"/>
              </a:spcAft>
            </a:pPr>
            <a:r>
              <a:rPr sz="1600" b="1" i="0" lang="en-US">
                <a:solidFill>
                  <a:srgbClr val="0F7A3D"/>
                </a:solidFill>
                <a:latin typeface="Segoe UI"/>
              </a:rPr>
              <a:t>✔ Does it drink milk?</a:t>
            </a:r>
          </a:p>
          <a:p>
            <a:pPr rtl="0" algn="l">
              <a:spcAft>
                <a:spcPts val="300"/>
              </a:spcAft>
            </a:pPr>
            <a:r>
              <a:rPr sz="1700" b="0" i="0" lang="en-US">
                <a:solidFill>
                  <a:srgbClr val="1C2333"/>
                </a:solidFill>
                <a:latin typeface="Segoe UI"/>
              </a:rPr>
              <a:t>12) Are your parents have a car?</a:t>
            </a:r>
          </a:p>
          <a:p>
            <a:pPr lvl="1" rtl="0" algn="l">
              <a:spcAft>
                <a:spcPts val="700"/>
              </a:spcAft>
            </a:pPr>
            <a:r>
              <a:rPr sz="1600" b="1" i="0" lang="en-US">
                <a:solidFill>
                  <a:srgbClr val="0F7A3D"/>
                </a:solidFill>
                <a:latin typeface="Segoe UI"/>
              </a:rPr>
              <a:t>✔ Do your parents have a car?</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My cat don't climb the tree.</a:t>
            </a:r>
          </a:p>
          <a:p>
            <a:pPr rtl="0" algn="l">
              <a:spcAft>
                <a:spcPts val="800"/>
              </a:spcAft>
            </a:pPr>
            <a:r>
              <a:rPr sz="1800" b="0" i="0" lang="en-US">
                <a:solidFill>
                  <a:srgbClr val="1C2333"/>
                </a:solidFill>
                <a:latin typeface="Segoe UI"/>
              </a:rPr>
              <a:t>14) Do you watch TV yesterday ?</a:t>
            </a:r>
          </a:p>
          <a:p>
            <a:pPr rtl="0" algn="l">
              <a:spcAft>
                <a:spcPts val="800"/>
              </a:spcAft>
            </a:pPr>
            <a:r>
              <a:rPr sz="1800" b="0" i="0" lang="en-US">
                <a:solidFill>
                  <a:srgbClr val="1C2333"/>
                </a:solidFill>
                <a:latin typeface="Segoe UI"/>
              </a:rPr>
              <a:t>15) He don't go to school on foot.</a:t>
            </a:r>
          </a:p>
          <a:p>
            <a:pPr rtl="0" algn="l">
              <a:spcAft>
                <a:spcPts val="800"/>
              </a:spcAft>
            </a:pPr>
            <a:r>
              <a:rPr sz="1800" b="0" i="0" lang="en-US">
                <a:solidFill>
                  <a:srgbClr val="1C2333"/>
                </a:solidFill>
                <a:latin typeface="Segoe UI"/>
              </a:rPr>
              <a:t>16) He never play tennis.</a:t>
            </a:r>
          </a:p>
          <a:p>
            <a:pPr rtl="0" algn="l">
              <a:spcAft>
                <a:spcPts val="800"/>
              </a:spcAft>
            </a:pPr>
            <a:r>
              <a:rPr sz="1800" b="0" i="0" lang="en-US">
                <a:solidFill>
                  <a:srgbClr val="1C2333"/>
                </a:solidFill>
                <a:latin typeface="Segoe UI"/>
              </a:rPr>
              <a:t>17) She doesn't likes meat.</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I)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My cat don't climb the tree.</a:t>
            </a:r>
          </a:p>
          <a:p>
            <a:pPr lvl="1" rtl="0" algn="l">
              <a:spcAft>
                <a:spcPts val="700"/>
              </a:spcAft>
            </a:pPr>
            <a:r>
              <a:rPr sz="1600" b="1" i="0" lang="en-US">
                <a:solidFill>
                  <a:srgbClr val="0F7A3D"/>
                </a:solidFill>
                <a:latin typeface="Segoe UI"/>
              </a:rPr>
              <a:t>✔ My cat doesn't climb the tree.</a:t>
            </a:r>
          </a:p>
          <a:p>
            <a:pPr rtl="0" algn="l">
              <a:spcAft>
                <a:spcPts val="300"/>
              </a:spcAft>
            </a:pPr>
            <a:r>
              <a:rPr sz="1700" b="0" i="0" lang="en-US">
                <a:solidFill>
                  <a:srgbClr val="1C2333"/>
                </a:solidFill>
                <a:latin typeface="Segoe UI"/>
              </a:rPr>
              <a:t>14) Do you watch TV yesterday ?</a:t>
            </a:r>
          </a:p>
          <a:p>
            <a:pPr lvl="1" rtl="0" algn="l">
              <a:spcAft>
                <a:spcPts val="700"/>
              </a:spcAft>
            </a:pPr>
            <a:r>
              <a:rPr sz="1600" b="1" i="0" lang="en-US">
                <a:solidFill>
                  <a:srgbClr val="0F7A3D"/>
                </a:solidFill>
                <a:latin typeface="Segoe UI"/>
              </a:rPr>
              <a:t>✔ Do you watch TV every day ?</a:t>
            </a:r>
          </a:p>
          <a:p>
            <a:pPr rtl="0" algn="l">
              <a:spcAft>
                <a:spcPts val="300"/>
              </a:spcAft>
            </a:pPr>
            <a:r>
              <a:rPr sz="1700" b="0" i="0" lang="en-US">
                <a:solidFill>
                  <a:srgbClr val="1C2333"/>
                </a:solidFill>
                <a:latin typeface="Segoe UI"/>
              </a:rPr>
              <a:t>15) He don't go to school on foot.</a:t>
            </a:r>
          </a:p>
          <a:p>
            <a:pPr lvl="1" rtl="0" algn="l">
              <a:spcAft>
                <a:spcPts val="700"/>
              </a:spcAft>
            </a:pPr>
            <a:r>
              <a:rPr sz="1600" b="1" i="0" lang="en-US">
                <a:solidFill>
                  <a:srgbClr val="0F7A3D"/>
                </a:solidFill>
                <a:latin typeface="Segoe UI"/>
              </a:rPr>
              <a:t>✔ He doesn't go to school on foot.</a:t>
            </a:r>
          </a:p>
          <a:p>
            <a:pPr rtl="0" algn="l">
              <a:spcAft>
                <a:spcPts val="300"/>
              </a:spcAft>
            </a:pPr>
            <a:r>
              <a:rPr sz="1700" b="0" i="0" lang="en-US">
                <a:solidFill>
                  <a:srgbClr val="1C2333"/>
                </a:solidFill>
                <a:latin typeface="Segoe UI"/>
              </a:rPr>
              <a:t>16) He never play tennis.</a:t>
            </a:r>
          </a:p>
          <a:p>
            <a:pPr lvl="1" rtl="0" algn="l">
              <a:spcAft>
                <a:spcPts val="700"/>
              </a:spcAft>
            </a:pPr>
            <a:r>
              <a:rPr sz="1600" b="1" i="0" lang="en-US">
                <a:solidFill>
                  <a:srgbClr val="0F7A3D"/>
                </a:solidFill>
                <a:latin typeface="Segoe UI"/>
              </a:rPr>
              <a:t>✔ He never plays tennis.</a:t>
            </a:r>
          </a:p>
          <a:p>
            <a:pPr rtl="0" algn="l">
              <a:spcAft>
                <a:spcPts val="300"/>
              </a:spcAft>
            </a:pPr>
            <a:r>
              <a:rPr sz="1700" b="0" i="0" lang="en-US">
                <a:solidFill>
                  <a:srgbClr val="1C2333"/>
                </a:solidFill>
                <a:latin typeface="Segoe UI"/>
              </a:rPr>
              <a:t>17) She doesn't likes meat.</a:t>
            </a:r>
          </a:p>
          <a:p>
            <a:pPr lvl="1" rtl="0" algn="l">
              <a:spcAft>
                <a:spcPts val="700"/>
              </a:spcAft>
            </a:pPr>
            <a:r>
              <a:rPr sz="1600" b="1" i="0" lang="en-US">
                <a:solidFill>
                  <a:srgbClr val="0F7A3D"/>
                </a:solidFill>
                <a:latin typeface="Segoe UI"/>
              </a:rPr>
              <a:t>✔ She doesn't like meat.</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walk to school every day. (She)</a:t>
            </a:r>
          </a:p>
          <a:p>
            <a:pPr rtl="0" algn="l">
              <a:spcAft>
                <a:spcPts val="800"/>
              </a:spcAft>
            </a:pPr>
            <a:r>
              <a:rPr sz="1800" b="0" i="0" lang="en-US">
                <a:solidFill>
                  <a:srgbClr val="1C2333"/>
                </a:solidFill>
                <a:latin typeface="Segoe UI"/>
              </a:rPr>
              <a:t>2) It doesn't like eating meat. (You)</a:t>
            </a:r>
          </a:p>
          <a:p>
            <a:pPr rtl="0" algn="l">
              <a:spcAft>
                <a:spcPts val="800"/>
              </a:spcAft>
            </a:pPr>
            <a:r>
              <a:rPr sz="1800" b="0" i="0" lang="en-US">
                <a:solidFill>
                  <a:srgbClr val="1C2333"/>
                </a:solidFill>
                <a:latin typeface="Segoe UI"/>
              </a:rPr>
              <a:t>3) We play football every day. (He)</a:t>
            </a:r>
          </a:p>
          <a:p>
            <a:pPr rtl="0" algn="l">
              <a:spcAft>
                <a:spcPts val="800"/>
              </a:spcAft>
            </a:pPr>
            <a:r>
              <a:rPr sz="1800" b="0" i="0" lang="en-US">
                <a:solidFill>
                  <a:srgbClr val="1C2333"/>
                </a:solidFill>
                <a:latin typeface="Segoe UI"/>
              </a:rPr>
              <a:t>4) My mum likes reading English. (My parents)</a:t>
            </a:r>
          </a:p>
          <a:p>
            <a:pPr rtl="0" algn="l">
              <a:spcAft>
                <a:spcPts val="800"/>
              </a:spcAft>
            </a:pPr>
            <a:r>
              <a:rPr sz="1800" b="0" i="0" lang="en-US">
                <a:solidFill>
                  <a:srgbClr val="1C2333"/>
                </a:solidFill>
                <a:latin typeface="Segoe UI"/>
              </a:rPr>
              <a:t>5) He studies English every day. (I)</a:t>
            </a:r>
          </a:p>
          <a:p>
            <a:pPr rtl="0" algn="l">
              <a:spcAft>
                <a:spcPts val="800"/>
              </a:spcAft>
            </a:pPr>
            <a:r>
              <a:rPr sz="1800" b="0" i="0" lang="en-US">
                <a:solidFill>
                  <a:srgbClr val="1C2333"/>
                </a:solidFill>
                <a:latin typeface="Segoe UI"/>
              </a:rPr>
              <a:t>6) I don't go to school by bus. (My sister)</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walk to school every day. (She)</a:t>
            </a:r>
          </a:p>
          <a:p>
            <a:pPr lvl="1" rtl="0" algn="l">
              <a:spcAft>
                <a:spcPts val="700"/>
              </a:spcAft>
            </a:pPr>
            <a:r>
              <a:rPr sz="1600" b="1" i="0" lang="en-US">
                <a:solidFill>
                  <a:srgbClr val="0F7A3D"/>
                </a:solidFill>
                <a:latin typeface="Segoe UI"/>
              </a:rPr>
              <a:t>✔ She walks to school every day.</a:t>
            </a:r>
          </a:p>
          <a:p>
            <a:pPr rtl="0" algn="l">
              <a:spcAft>
                <a:spcPts val="300"/>
              </a:spcAft>
            </a:pPr>
            <a:r>
              <a:rPr sz="1700" b="0" i="0" lang="en-US">
                <a:solidFill>
                  <a:srgbClr val="1C2333"/>
                </a:solidFill>
                <a:latin typeface="Segoe UI"/>
              </a:rPr>
              <a:t>2) It doesn't like eating meat. (You)</a:t>
            </a:r>
          </a:p>
          <a:p>
            <a:pPr lvl="1" rtl="0" algn="l">
              <a:spcAft>
                <a:spcPts val="700"/>
              </a:spcAft>
            </a:pPr>
            <a:r>
              <a:rPr sz="1600" b="1" i="0" lang="en-US">
                <a:solidFill>
                  <a:srgbClr val="0F7A3D"/>
                </a:solidFill>
                <a:latin typeface="Segoe UI"/>
              </a:rPr>
              <a:t>✔ You don't like eating meat.</a:t>
            </a:r>
          </a:p>
          <a:p>
            <a:pPr rtl="0" algn="l">
              <a:spcAft>
                <a:spcPts val="300"/>
              </a:spcAft>
            </a:pPr>
            <a:r>
              <a:rPr sz="1700" b="0" i="0" lang="en-US">
                <a:solidFill>
                  <a:srgbClr val="1C2333"/>
                </a:solidFill>
                <a:latin typeface="Segoe UI"/>
              </a:rPr>
              <a:t>3) We play football every day. (He)</a:t>
            </a:r>
          </a:p>
          <a:p>
            <a:pPr lvl="1" rtl="0" algn="l">
              <a:spcAft>
                <a:spcPts val="700"/>
              </a:spcAft>
            </a:pPr>
            <a:r>
              <a:rPr sz="1600" b="1" i="0" lang="en-US">
                <a:solidFill>
                  <a:srgbClr val="0F7A3D"/>
                </a:solidFill>
                <a:latin typeface="Segoe UI"/>
              </a:rPr>
              <a:t>✔ He plays football every day.</a:t>
            </a:r>
          </a:p>
          <a:p>
            <a:pPr rtl="0" algn="l">
              <a:spcAft>
                <a:spcPts val="300"/>
              </a:spcAft>
            </a:pPr>
            <a:r>
              <a:rPr sz="1700" b="0" i="0" lang="en-US">
                <a:solidFill>
                  <a:srgbClr val="1C2333"/>
                </a:solidFill>
                <a:latin typeface="Segoe UI"/>
              </a:rPr>
              <a:t>4) My mum likes reading English. (My parents)</a:t>
            </a:r>
          </a:p>
          <a:p>
            <a:pPr lvl="1" rtl="0" algn="l">
              <a:spcAft>
                <a:spcPts val="700"/>
              </a:spcAft>
            </a:pPr>
            <a:r>
              <a:rPr sz="1600" b="1" i="0" lang="en-US">
                <a:solidFill>
                  <a:srgbClr val="0F7A3D"/>
                </a:solidFill>
                <a:latin typeface="Segoe UI"/>
              </a:rPr>
              <a:t>✔ My parents like reading English.</a:t>
            </a:r>
          </a:p>
          <a:p>
            <a:pPr rtl="0" algn="l">
              <a:spcAft>
                <a:spcPts val="300"/>
              </a:spcAft>
            </a:pPr>
            <a:r>
              <a:rPr sz="1700" b="0" i="0" lang="en-US">
                <a:solidFill>
                  <a:srgbClr val="1C2333"/>
                </a:solidFill>
                <a:latin typeface="Segoe UI"/>
              </a:rPr>
              <a:t>5) He studies English every day. (I)</a:t>
            </a:r>
          </a:p>
          <a:p>
            <a:pPr lvl="1" rtl="0" algn="l">
              <a:spcAft>
                <a:spcPts val="700"/>
              </a:spcAft>
            </a:pPr>
            <a:r>
              <a:rPr sz="1600" b="1" i="0" lang="en-US">
                <a:solidFill>
                  <a:srgbClr val="0F7A3D"/>
                </a:solidFill>
                <a:latin typeface="Segoe UI"/>
              </a:rPr>
              <a:t>✔ I study English every day.</a:t>
            </a:r>
          </a:p>
          <a:p>
            <a:pPr rtl="0" algn="l">
              <a:spcAft>
                <a:spcPts val="300"/>
              </a:spcAft>
            </a:pPr>
            <a:r>
              <a:rPr sz="1700" b="0" i="0" lang="en-US">
                <a:solidFill>
                  <a:srgbClr val="1C2333"/>
                </a:solidFill>
                <a:latin typeface="Segoe UI"/>
              </a:rPr>
              <a:t>6) I don't go to school by bus. (My sister)</a:t>
            </a:r>
          </a:p>
          <a:p>
            <a:pPr lvl="1" rtl="0" algn="l">
              <a:spcAft>
                <a:spcPts val="700"/>
              </a:spcAft>
            </a:pPr>
            <a:r>
              <a:rPr sz="1600" b="1" i="0" lang="en-US">
                <a:solidFill>
                  <a:srgbClr val="0F7A3D"/>
                </a:solidFill>
                <a:latin typeface="Segoe UI"/>
              </a:rPr>
              <a:t>✔ My sister doesn't go to school by bus.</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She doesn't watch TV at night. (We)</a:t>
            </a:r>
          </a:p>
          <a:p>
            <a:pPr rtl="0" algn="l">
              <a:spcAft>
                <a:spcPts val="800"/>
              </a:spcAft>
            </a:pPr>
            <a:r>
              <a:rPr sz="1800" b="0" i="0" lang="en-US">
                <a:solidFill>
                  <a:srgbClr val="1C2333"/>
                </a:solidFill>
                <a:latin typeface="Segoe UI"/>
              </a:rPr>
              <a:t>8) Ali and Mona go to school by car. (Ahmed)</a:t>
            </a:r>
          </a:p>
          <a:p>
            <a:pPr rtl="0" algn="l">
              <a:spcAft>
                <a:spcPts val="800"/>
              </a:spcAft>
            </a:pPr>
            <a:r>
              <a:rPr sz="1800" b="0" i="0" lang="en-US">
                <a:solidFill>
                  <a:srgbClr val="1C2333"/>
                </a:solidFill>
                <a:latin typeface="Segoe UI"/>
              </a:rPr>
              <a:t>9) My friends help me at school. (My friend)</a:t>
            </a:r>
          </a:p>
          <a:p>
            <a:pPr rtl="0" algn="l">
              <a:spcAft>
                <a:spcPts val="800"/>
              </a:spcAft>
            </a:pPr>
            <a:r>
              <a:rPr sz="1800" b="0" i="0" lang="en-US">
                <a:solidFill>
                  <a:srgbClr val="1C2333"/>
                </a:solidFill>
                <a:latin typeface="Segoe UI"/>
              </a:rPr>
              <a:t>10) My cat climbs the tree. (They)</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J) Rewrite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She doesn't watch TV at night. (We)</a:t>
            </a:r>
          </a:p>
          <a:p>
            <a:pPr lvl="1" rtl="0" algn="l">
              <a:spcAft>
                <a:spcPts val="700"/>
              </a:spcAft>
            </a:pPr>
            <a:r>
              <a:rPr sz="1600" b="1" i="0" lang="en-US">
                <a:solidFill>
                  <a:srgbClr val="0F7A3D"/>
                </a:solidFill>
                <a:latin typeface="Segoe UI"/>
              </a:rPr>
              <a:t>✔ We don't watch TV at night.</a:t>
            </a:r>
          </a:p>
          <a:p>
            <a:pPr rtl="0" algn="l">
              <a:spcAft>
                <a:spcPts val="300"/>
              </a:spcAft>
            </a:pPr>
            <a:r>
              <a:rPr sz="1700" b="0" i="0" lang="en-US">
                <a:solidFill>
                  <a:srgbClr val="1C2333"/>
                </a:solidFill>
                <a:latin typeface="Segoe UI"/>
              </a:rPr>
              <a:t>8) Ali and Mona go to school by car. (Ahmed)</a:t>
            </a:r>
          </a:p>
          <a:p>
            <a:pPr lvl="1" rtl="0" algn="l">
              <a:spcAft>
                <a:spcPts val="700"/>
              </a:spcAft>
            </a:pPr>
            <a:r>
              <a:rPr sz="1600" b="1" i="0" lang="en-US">
                <a:solidFill>
                  <a:srgbClr val="0F7A3D"/>
                </a:solidFill>
                <a:latin typeface="Segoe UI"/>
              </a:rPr>
              <a:t>✔ Ahmed goes to school by car.</a:t>
            </a:r>
          </a:p>
          <a:p>
            <a:pPr rtl="0" algn="l">
              <a:spcAft>
                <a:spcPts val="300"/>
              </a:spcAft>
            </a:pPr>
            <a:r>
              <a:rPr sz="1700" b="0" i="0" lang="en-US">
                <a:solidFill>
                  <a:srgbClr val="1C2333"/>
                </a:solidFill>
                <a:latin typeface="Segoe UI"/>
              </a:rPr>
              <a:t>9) My friends help me at school. (My friend)</a:t>
            </a:r>
          </a:p>
          <a:p>
            <a:pPr lvl="1" rtl="0" algn="l">
              <a:spcAft>
                <a:spcPts val="700"/>
              </a:spcAft>
            </a:pPr>
            <a:r>
              <a:rPr sz="1600" b="1" i="0" lang="en-US">
                <a:solidFill>
                  <a:srgbClr val="0F7A3D"/>
                </a:solidFill>
                <a:latin typeface="Segoe UI"/>
              </a:rPr>
              <a:t>✔ My friend helps me at school.</a:t>
            </a:r>
          </a:p>
          <a:p>
            <a:pPr rtl="0" algn="l">
              <a:spcAft>
                <a:spcPts val="300"/>
              </a:spcAft>
            </a:pPr>
            <a:r>
              <a:rPr sz="1700" b="0" i="0" lang="en-US">
                <a:solidFill>
                  <a:srgbClr val="1C2333"/>
                </a:solidFill>
                <a:latin typeface="Segoe UI"/>
              </a:rPr>
              <a:t>10) My cat climbs the tree. (They)</a:t>
            </a:r>
          </a:p>
          <a:p>
            <a:pPr lvl="1" rtl="0" algn="l">
              <a:spcAft>
                <a:spcPts val="700"/>
              </a:spcAft>
            </a:pPr>
            <a:r>
              <a:rPr sz="1600" b="1" i="0" lang="en-US">
                <a:solidFill>
                  <a:srgbClr val="0F7A3D"/>
                </a:solidFill>
                <a:latin typeface="Segoe UI"/>
              </a:rPr>
              <a:t>✔ They climb the tree.</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every day – football – plays – He.</a:t>
            </a:r>
          </a:p>
          <a:p>
            <a:pPr rtl="0" algn="l">
              <a:spcAft>
                <a:spcPts val="800"/>
              </a:spcAft>
            </a:pPr>
            <a:r>
              <a:rPr sz="1800" b="0" i="0" lang="en-US">
                <a:solidFill>
                  <a:srgbClr val="1C2333"/>
                </a:solidFill>
                <a:latin typeface="Segoe UI"/>
              </a:rPr>
              <a:t>2) don't – I – to – school – every day – walk.</a:t>
            </a:r>
          </a:p>
          <a:p>
            <a:pPr rtl="0" algn="l">
              <a:spcAft>
                <a:spcPts val="800"/>
              </a:spcAft>
            </a:pPr>
            <a:r>
              <a:rPr sz="1800" b="0" i="0" lang="en-US">
                <a:solidFill>
                  <a:srgbClr val="1C2333"/>
                </a:solidFill>
                <a:latin typeface="Segoe UI"/>
              </a:rPr>
              <a:t>3) at night – They – TV – watch.</a:t>
            </a:r>
          </a:p>
          <a:p>
            <a:pPr rtl="0" algn="l">
              <a:spcAft>
                <a:spcPts val="800"/>
              </a:spcAft>
            </a:pPr>
            <a:r>
              <a:rPr sz="1800" b="0" i="0" lang="en-US">
                <a:solidFill>
                  <a:srgbClr val="1C2333"/>
                </a:solidFill>
                <a:latin typeface="Segoe UI"/>
              </a:rPr>
              <a:t>4) you – to – go – Do – school – every morning?</a:t>
            </a:r>
          </a:p>
          <a:p>
            <a:pPr rtl="0" algn="l">
              <a:spcAft>
                <a:spcPts val="800"/>
              </a:spcAft>
            </a:pPr>
            <a:r>
              <a:rPr sz="1800" b="0" i="0" lang="en-US">
                <a:solidFill>
                  <a:srgbClr val="1C2333"/>
                </a:solidFill>
                <a:latin typeface="Segoe UI"/>
              </a:rPr>
              <a:t>5) meat – He – like – doesn't.</a:t>
            </a:r>
          </a:p>
          <a:p>
            <a:pPr rtl="0" algn="l">
              <a:spcAft>
                <a:spcPts val="800"/>
              </a:spcAft>
            </a:pPr>
            <a:r>
              <a:rPr sz="1800" b="0" i="0" lang="en-US">
                <a:solidFill>
                  <a:srgbClr val="1C2333"/>
                </a:solidFill>
                <a:latin typeface="Segoe UI"/>
              </a:rPr>
              <a:t>6) every – studies – He – day – English.</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every day – football – plays – He.</a:t>
            </a:r>
          </a:p>
          <a:p>
            <a:pPr lvl="1" rtl="0" algn="l">
              <a:spcAft>
                <a:spcPts val="700"/>
              </a:spcAft>
            </a:pPr>
            <a:r>
              <a:rPr sz="1600" b="1" i="0" lang="en-US">
                <a:solidFill>
                  <a:srgbClr val="0F7A3D"/>
                </a:solidFill>
                <a:latin typeface="Segoe UI"/>
              </a:rPr>
              <a:t>✔ He plays football every day.</a:t>
            </a:r>
          </a:p>
          <a:p>
            <a:pPr rtl="0" algn="l">
              <a:spcAft>
                <a:spcPts val="300"/>
              </a:spcAft>
            </a:pPr>
            <a:r>
              <a:rPr sz="1700" b="0" i="0" lang="en-US">
                <a:solidFill>
                  <a:srgbClr val="1C2333"/>
                </a:solidFill>
                <a:latin typeface="Segoe UI"/>
              </a:rPr>
              <a:t>2) don't – I – to – school – every day – walk.</a:t>
            </a:r>
          </a:p>
          <a:p>
            <a:pPr lvl="1" rtl="0" algn="l">
              <a:spcAft>
                <a:spcPts val="700"/>
              </a:spcAft>
            </a:pPr>
            <a:r>
              <a:rPr sz="1600" b="1" i="0" lang="en-US">
                <a:solidFill>
                  <a:srgbClr val="0F7A3D"/>
                </a:solidFill>
                <a:latin typeface="Segoe UI"/>
              </a:rPr>
              <a:t>✔ I don't walk to school every day.</a:t>
            </a:r>
          </a:p>
          <a:p>
            <a:pPr rtl="0" algn="l">
              <a:spcAft>
                <a:spcPts val="300"/>
              </a:spcAft>
            </a:pPr>
            <a:r>
              <a:rPr sz="1700" b="0" i="0" lang="en-US">
                <a:solidFill>
                  <a:srgbClr val="1C2333"/>
                </a:solidFill>
                <a:latin typeface="Segoe UI"/>
              </a:rPr>
              <a:t>3) at night – They – TV – watch.</a:t>
            </a:r>
          </a:p>
          <a:p>
            <a:pPr lvl="1" rtl="0" algn="l">
              <a:spcAft>
                <a:spcPts val="700"/>
              </a:spcAft>
            </a:pPr>
            <a:r>
              <a:rPr sz="1600" b="1" i="0" lang="en-US">
                <a:solidFill>
                  <a:srgbClr val="0F7A3D"/>
                </a:solidFill>
                <a:latin typeface="Segoe UI"/>
              </a:rPr>
              <a:t>✔ They watch TV at night.</a:t>
            </a:r>
          </a:p>
          <a:p>
            <a:pPr rtl="0" algn="l">
              <a:spcAft>
                <a:spcPts val="300"/>
              </a:spcAft>
            </a:pPr>
            <a:r>
              <a:rPr sz="1700" b="0" i="0" lang="en-US">
                <a:solidFill>
                  <a:srgbClr val="1C2333"/>
                </a:solidFill>
                <a:latin typeface="Segoe UI"/>
              </a:rPr>
              <a:t>4) you – to – go – Do – school – every morning?</a:t>
            </a:r>
          </a:p>
          <a:p>
            <a:pPr lvl="1" rtl="0" algn="l">
              <a:spcAft>
                <a:spcPts val="700"/>
              </a:spcAft>
            </a:pPr>
            <a:r>
              <a:rPr sz="1600" b="1" i="0" lang="en-US">
                <a:solidFill>
                  <a:srgbClr val="0F7A3D"/>
                </a:solidFill>
                <a:latin typeface="Segoe UI"/>
              </a:rPr>
              <a:t>✔ Do you go to school every morning?</a:t>
            </a:r>
          </a:p>
          <a:p>
            <a:pPr rtl="0" algn="l">
              <a:spcAft>
                <a:spcPts val="300"/>
              </a:spcAft>
            </a:pPr>
            <a:r>
              <a:rPr sz="1700" b="0" i="0" lang="en-US">
                <a:solidFill>
                  <a:srgbClr val="1C2333"/>
                </a:solidFill>
                <a:latin typeface="Segoe UI"/>
              </a:rPr>
              <a:t>5) meat – He – like – doesn't.</a:t>
            </a:r>
          </a:p>
          <a:p>
            <a:pPr lvl="1" rtl="0" algn="l">
              <a:spcAft>
                <a:spcPts val="700"/>
              </a:spcAft>
            </a:pPr>
            <a:r>
              <a:rPr sz="1600" b="1" i="0" lang="en-US">
                <a:solidFill>
                  <a:srgbClr val="0F7A3D"/>
                </a:solidFill>
                <a:latin typeface="Segoe UI"/>
              </a:rPr>
              <a:t>✔ He doesn't like meat.</a:t>
            </a:r>
          </a:p>
          <a:p>
            <a:pPr rtl="0" algn="l">
              <a:spcAft>
                <a:spcPts val="300"/>
              </a:spcAft>
            </a:pPr>
            <a:r>
              <a:rPr sz="1700" b="0" i="0" lang="en-US">
                <a:solidFill>
                  <a:srgbClr val="1C2333"/>
                </a:solidFill>
                <a:latin typeface="Segoe UI"/>
              </a:rPr>
              <a:t>6) every – studies – He – day – English.</a:t>
            </a:r>
          </a:p>
          <a:p>
            <a:pPr lvl="1" rtl="0" algn="l">
              <a:spcAft>
                <a:spcPts val="700"/>
              </a:spcAft>
            </a:pPr>
            <a:r>
              <a:rPr sz="1600" b="1" i="0" lang="en-US">
                <a:solidFill>
                  <a:srgbClr val="0F7A3D"/>
                </a:solidFill>
                <a:latin typeface="Segoe UI"/>
              </a:rPr>
              <a:t>✔ He studies English every day.</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hospital – Doctors – in – work – the.</a:t>
            </a:r>
          </a:p>
          <a:p>
            <a:pPr rtl="0" algn="l">
              <a:spcAft>
                <a:spcPts val="800"/>
              </a:spcAft>
            </a:pPr>
            <a:r>
              <a:rPr sz="1800" b="0" i="0" lang="en-US">
                <a:solidFill>
                  <a:srgbClr val="1C2333"/>
                </a:solidFill>
                <a:latin typeface="Segoe UI"/>
              </a:rPr>
              <a:t>8) by – school – bus – We – to – go.</a:t>
            </a:r>
          </a:p>
          <a:p>
            <a:pPr rtl="0" algn="l">
              <a:spcAft>
                <a:spcPts val="800"/>
              </a:spcAft>
            </a:pPr>
            <a:r>
              <a:rPr sz="1800" b="0" i="0" lang="en-US">
                <a:solidFill>
                  <a:srgbClr val="1C2333"/>
                </a:solidFill>
                <a:latin typeface="Segoe UI"/>
              </a:rPr>
              <a:t>9) Friday – plays – He – football – every.</a:t>
            </a:r>
          </a:p>
          <a:p>
            <a:pPr rtl="0" algn="l">
              <a:spcAft>
                <a:spcPts val="800"/>
              </a:spcAft>
            </a:pPr>
            <a:r>
              <a:rPr sz="1800" b="0" i="0" lang="en-US">
                <a:solidFill>
                  <a:srgbClr val="1C2333"/>
                </a:solidFill>
                <a:latin typeface="Segoe UI"/>
              </a:rPr>
              <a:t>10) hot – doesn't – It – get – winter – in.</a:t>
            </a:r>
          </a:p>
          <a:p>
            <a:pPr rtl="0" algn="l">
              <a:spcAft>
                <a:spcPts val="800"/>
              </a:spcAft>
            </a:pPr>
            <a:r>
              <a:rPr sz="1800" b="0" i="0" lang="en-US">
                <a:solidFill>
                  <a:srgbClr val="1C2333"/>
                </a:solidFill>
                <a:latin typeface="Segoe UI"/>
              </a:rPr>
              <a:t>11) swim – don't – the – sea – They – in.</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K) Rearrange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hospital – Doctors – in – work – the.</a:t>
            </a:r>
          </a:p>
          <a:p>
            <a:pPr lvl="1" rtl="0" algn="l">
              <a:spcAft>
                <a:spcPts val="700"/>
              </a:spcAft>
            </a:pPr>
            <a:r>
              <a:rPr sz="1600" b="1" i="0" lang="en-US">
                <a:solidFill>
                  <a:srgbClr val="0F7A3D"/>
                </a:solidFill>
                <a:latin typeface="Segoe UI"/>
              </a:rPr>
              <a:t>✔ Doctors work in the hospital.</a:t>
            </a:r>
          </a:p>
          <a:p>
            <a:pPr rtl="0" algn="l">
              <a:spcAft>
                <a:spcPts val="300"/>
              </a:spcAft>
            </a:pPr>
            <a:r>
              <a:rPr sz="1700" b="0" i="0" lang="en-US">
                <a:solidFill>
                  <a:srgbClr val="1C2333"/>
                </a:solidFill>
                <a:latin typeface="Segoe UI"/>
              </a:rPr>
              <a:t>8) by – school – bus – We – to – go.</a:t>
            </a:r>
          </a:p>
          <a:p>
            <a:pPr lvl="1" rtl="0" algn="l">
              <a:spcAft>
                <a:spcPts val="700"/>
              </a:spcAft>
            </a:pPr>
            <a:r>
              <a:rPr sz="1600" b="1" i="0" lang="en-US">
                <a:solidFill>
                  <a:srgbClr val="0F7A3D"/>
                </a:solidFill>
                <a:latin typeface="Segoe UI"/>
              </a:rPr>
              <a:t>✔ We go to school by bus.</a:t>
            </a:r>
          </a:p>
          <a:p>
            <a:pPr rtl="0" algn="l">
              <a:spcAft>
                <a:spcPts val="300"/>
              </a:spcAft>
            </a:pPr>
            <a:r>
              <a:rPr sz="1700" b="0" i="0" lang="en-US">
                <a:solidFill>
                  <a:srgbClr val="1C2333"/>
                </a:solidFill>
                <a:latin typeface="Segoe UI"/>
              </a:rPr>
              <a:t>9) Friday – plays – He – football – every.</a:t>
            </a:r>
          </a:p>
          <a:p>
            <a:pPr lvl="1" rtl="0" algn="l">
              <a:spcAft>
                <a:spcPts val="700"/>
              </a:spcAft>
            </a:pPr>
            <a:r>
              <a:rPr sz="1600" b="1" i="0" lang="en-US">
                <a:solidFill>
                  <a:srgbClr val="0F7A3D"/>
                </a:solidFill>
                <a:latin typeface="Segoe UI"/>
              </a:rPr>
              <a:t>✔ He plays football every Friday.</a:t>
            </a:r>
          </a:p>
          <a:p>
            <a:pPr rtl="0" algn="l">
              <a:spcAft>
                <a:spcPts val="300"/>
              </a:spcAft>
            </a:pPr>
            <a:r>
              <a:rPr sz="1700" b="0" i="0" lang="en-US">
                <a:solidFill>
                  <a:srgbClr val="1C2333"/>
                </a:solidFill>
                <a:latin typeface="Segoe UI"/>
              </a:rPr>
              <a:t>10) hot – doesn't – It – get – winter – in.</a:t>
            </a:r>
          </a:p>
          <a:p>
            <a:pPr lvl="1" rtl="0" algn="l">
              <a:spcAft>
                <a:spcPts val="700"/>
              </a:spcAft>
            </a:pPr>
            <a:r>
              <a:rPr sz="1600" b="1" i="0" lang="en-US">
                <a:solidFill>
                  <a:srgbClr val="0F7A3D"/>
                </a:solidFill>
                <a:latin typeface="Segoe UI"/>
              </a:rPr>
              <a:t>✔ It doesn't get hot in winter.</a:t>
            </a:r>
          </a:p>
          <a:p>
            <a:pPr rtl="0" algn="l">
              <a:spcAft>
                <a:spcPts val="300"/>
              </a:spcAft>
            </a:pPr>
            <a:r>
              <a:rPr sz="1700" b="0" i="0" lang="en-US">
                <a:solidFill>
                  <a:srgbClr val="1C2333"/>
                </a:solidFill>
                <a:latin typeface="Segoe UI"/>
              </a:rPr>
              <a:t>11) swim – don't – the – sea – They – in.</a:t>
            </a:r>
          </a:p>
          <a:p>
            <a:pPr lvl="1" rtl="0" algn="l">
              <a:spcAft>
                <a:spcPts val="700"/>
              </a:spcAft>
            </a:pPr>
            <a:r>
              <a:rPr sz="1600" b="1" i="0" lang="en-US">
                <a:solidFill>
                  <a:srgbClr val="0F7A3D"/>
                </a:solidFill>
                <a:latin typeface="Segoe UI"/>
              </a:rPr>
              <a:t>✔ They don't swim in the sea.</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go to school by bus every day.</a:t>
            </a:r>
          </a:p>
          <a:p>
            <a:pPr rtl="0" algn="l">
              <a:spcAft>
                <a:spcPts val="800"/>
              </a:spcAft>
            </a:pPr>
            <a:r>
              <a:rPr sz="1800" b="0" i="0" lang="en-US">
                <a:solidFill>
                  <a:srgbClr val="1C2333"/>
                </a:solidFill>
                <a:latin typeface="Segoe UI"/>
              </a:rPr>
              <a:t>2) He plays football every morning.</a:t>
            </a:r>
          </a:p>
          <a:p>
            <a:pPr rtl="0" algn="l">
              <a:spcAft>
                <a:spcPts val="800"/>
              </a:spcAft>
            </a:pPr>
            <a:r>
              <a:rPr sz="1800" b="0" i="0" lang="en-US">
                <a:solidFill>
                  <a:srgbClr val="1C2333"/>
                </a:solidFill>
                <a:latin typeface="Segoe UI"/>
              </a:rPr>
              <a:t>3) She studies English every night.</a:t>
            </a:r>
          </a:p>
          <a:p>
            <a:pPr rtl="0" algn="l">
              <a:spcAft>
                <a:spcPts val="800"/>
              </a:spcAft>
            </a:pPr>
            <a:r>
              <a:rPr sz="1800" b="0" i="0" lang="en-US">
                <a:solidFill>
                  <a:srgbClr val="1C2333"/>
                </a:solidFill>
                <a:latin typeface="Segoe UI"/>
              </a:rPr>
              <a:t>4) She cooks breakfast every morning.</a:t>
            </a:r>
          </a:p>
          <a:p>
            <a:pPr rtl="0" algn="l">
              <a:spcAft>
                <a:spcPts val="800"/>
              </a:spcAft>
            </a:pPr>
            <a:r>
              <a:rPr sz="1800" b="0" i="0" lang="en-US">
                <a:solidFill>
                  <a:srgbClr val="1C2333"/>
                </a:solidFill>
                <a:latin typeface="Segoe UI"/>
              </a:rPr>
              <a:t>5) My friend watches TV every night.</a:t>
            </a:r>
          </a:p>
          <a:p>
            <a:pPr rtl="0" algn="l">
              <a:spcAft>
                <a:spcPts val="800"/>
              </a:spcAft>
            </a:pPr>
            <a:r>
              <a:rPr sz="1800" b="0" i="0" lang="en-US">
                <a:solidFill>
                  <a:srgbClr val="1C2333"/>
                </a:solidFill>
                <a:latin typeface="Segoe UI"/>
              </a:rPr>
              <a:t>6) Mona always helps her mum in the kitchen.</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go to school by bus every day.</a:t>
            </a:r>
          </a:p>
          <a:p>
            <a:pPr lvl="1" rtl="1" algn="r">
              <a:spcAft>
                <a:spcPts val="700"/>
              </a:spcAft>
            </a:pPr>
            <a:r>
              <a:rPr sz="1900" b="1" i="0" lang="ar-EG" altLang="en-US">
                <a:solidFill>
                  <a:srgbClr val="0F7A3D"/>
                </a:solidFill>
                <a:latin typeface="Traditional Arabic"/>
              </a:rPr>
              <a:t>✔ أذهب إلى المدرسة بالأتوبيس كل يوم.</a:t>
            </a:r>
          </a:p>
          <a:p>
            <a:pPr rtl="0" algn="l">
              <a:spcAft>
                <a:spcPts val="300"/>
              </a:spcAft>
            </a:pPr>
            <a:r>
              <a:rPr sz="1700" b="0" i="0" lang="en-US">
                <a:solidFill>
                  <a:srgbClr val="1C2333"/>
                </a:solidFill>
                <a:latin typeface="Segoe UI"/>
              </a:rPr>
              <a:t>2) He plays football every morning.</a:t>
            </a:r>
          </a:p>
          <a:p>
            <a:pPr lvl="1" rtl="1" algn="r">
              <a:spcAft>
                <a:spcPts val="700"/>
              </a:spcAft>
            </a:pPr>
            <a:r>
              <a:rPr sz="1900" b="1" i="0" lang="ar-EG" altLang="en-US">
                <a:solidFill>
                  <a:srgbClr val="0F7A3D"/>
                </a:solidFill>
                <a:latin typeface="Traditional Arabic"/>
              </a:rPr>
              <a:t>✔ هو يلعب كرة القدم كل صباح.</a:t>
            </a:r>
          </a:p>
          <a:p>
            <a:pPr rtl="0" algn="l">
              <a:spcAft>
                <a:spcPts val="300"/>
              </a:spcAft>
            </a:pPr>
            <a:r>
              <a:rPr sz="1700" b="0" i="0" lang="en-US">
                <a:solidFill>
                  <a:srgbClr val="1C2333"/>
                </a:solidFill>
                <a:latin typeface="Segoe UI"/>
              </a:rPr>
              <a:t>3) She studies English every night.</a:t>
            </a:r>
          </a:p>
          <a:p>
            <a:pPr lvl="1" rtl="1" algn="r">
              <a:spcAft>
                <a:spcPts val="700"/>
              </a:spcAft>
            </a:pPr>
            <a:r>
              <a:rPr sz="1900" b="1" i="0" lang="ar-EG" altLang="en-US">
                <a:solidFill>
                  <a:srgbClr val="0F7A3D"/>
                </a:solidFill>
                <a:latin typeface="Traditional Arabic"/>
              </a:rPr>
              <a:t>✔ هي تذاكر الإنجليزية كل ليلة.</a:t>
            </a:r>
          </a:p>
          <a:p>
            <a:pPr rtl="0" algn="l">
              <a:spcAft>
                <a:spcPts val="300"/>
              </a:spcAft>
            </a:pPr>
            <a:r>
              <a:rPr sz="1700" b="0" i="0" lang="en-US">
                <a:solidFill>
                  <a:srgbClr val="1C2333"/>
                </a:solidFill>
                <a:latin typeface="Segoe UI"/>
              </a:rPr>
              <a:t>4) She cooks breakfast every morning.</a:t>
            </a:r>
          </a:p>
          <a:p>
            <a:pPr lvl="1" rtl="1" algn="r">
              <a:spcAft>
                <a:spcPts val="700"/>
              </a:spcAft>
            </a:pPr>
            <a:r>
              <a:rPr sz="1900" b="1" i="0" lang="ar-EG" altLang="en-US">
                <a:solidFill>
                  <a:srgbClr val="0F7A3D"/>
                </a:solidFill>
                <a:latin typeface="Traditional Arabic"/>
              </a:rPr>
              <a:t>✔ هي تطبخ الإفطار كل صباح.</a:t>
            </a:r>
          </a:p>
          <a:p>
            <a:pPr rtl="0" algn="l">
              <a:spcAft>
                <a:spcPts val="300"/>
              </a:spcAft>
            </a:pPr>
            <a:r>
              <a:rPr sz="1700" b="0" i="0" lang="en-US">
                <a:solidFill>
                  <a:srgbClr val="1C2333"/>
                </a:solidFill>
                <a:latin typeface="Segoe UI"/>
              </a:rPr>
              <a:t>5) My friend watches TV every night.</a:t>
            </a:r>
          </a:p>
          <a:p>
            <a:pPr lvl="1" rtl="1" algn="r">
              <a:spcAft>
                <a:spcPts val="700"/>
              </a:spcAft>
            </a:pPr>
            <a:r>
              <a:rPr sz="1900" b="1" i="0" lang="ar-EG" altLang="en-US">
                <a:solidFill>
                  <a:srgbClr val="0F7A3D"/>
                </a:solidFill>
                <a:latin typeface="Traditional Arabic"/>
              </a:rPr>
              <a:t>✔ صديقي يشاهد التلفاز كل ليلة.</a:t>
            </a:r>
          </a:p>
          <a:p>
            <a:pPr rtl="0" algn="l">
              <a:spcAft>
                <a:spcPts val="300"/>
              </a:spcAft>
            </a:pPr>
            <a:r>
              <a:rPr sz="1700" b="0" i="0" lang="en-US">
                <a:solidFill>
                  <a:srgbClr val="1C2333"/>
                </a:solidFill>
                <a:latin typeface="Segoe UI"/>
              </a:rPr>
              <a:t>6) Mona always helps her mum in the kitchen.</a:t>
            </a:r>
          </a:p>
          <a:p>
            <a:pPr lvl="1" rtl="1" algn="r">
              <a:spcAft>
                <a:spcPts val="700"/>
              </a:spcAft>
            </a:pPr>
            <a:r>
              <a:rPr sz="1900" b="1" i="0" lang="ar-EG" altLang="en-US">
                <a:solidFill>
                  <a:srgbClr val="0F7A3D"/>
                </a:solidFill>
                <a:latin typeface="Traditional Arabic"/>
              </a:rPr>
              <a:t>✔ منى دائماً تساعد أمها في المطبخ.</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She lives in the countryside.</a:t>
            </a:r>
          </a:p>
          <a:p>
            <a:pPr rtl="0" algn="l">
              <a:spcAft>
                <a:spcPts val="800"/>
              </a:spcAft>
            </a:pPr>
            <a:r>
              <a:rPr sz="1800" b="0" i="0" lang="en-US">
                <a:solidFill>
                  <a:srgbClr val="1C2333"/>
                </a:solidFill>
                <a:latin typeface="Segoe UI"/>
              </a:rPr>
              <a:t>8) I study English because I like it.</a:t>
            </a:r>
          </a:p>
          <a:p>
            <a:pPr rtl="0" algn="l">
              <a:spcAft>
                <a:spcPts val="800"/>
              </a:spcAft>
            </a:pPr>
            <a:r>
              <a:rPr sz="1800" b="0" i="0" lang="en-US">
                <a:solidFill>
                  <a:srgbClr val="1C2333"/>
                </a:solidFill>
                <a:latin typeface="Segoe UI"/>
              </a:rPr>
              <a:t>9) My father works in Cairo.</a:t>
            </a:r>
          </a:p>
          <a:p>
            <a:pPr rtl="0" algn="l">
              <a:spcAft>
                <a:spcPts val="800"/>
              </a:spcAft>
            </a:pPr>
            <a:r>
              <a:rPr sz="1800" b="0" i="0" lang="en-US">
                <a:solidFill>
                  <a:srgbClr val="1C2333"/>
                </a:solidFill>
                <a:latin typeface="Segoe UI"/>
              </a:rPr>
              <a:t>10) He doesn't listen to music.</a:t>
            </a:r>
          </a:p>
          <a:p>
            <a:pPr rtl="0" algn="l">
              <a:spcAft>
                <a:spcPts val="800"/>
              </a:spcAft>
            </a:pPr>
            <a:r>
              <a:rPr sz="1800" b="0" i="0" lang="en-US">
                <a:solidFill>
                  <a:srgbClr val="1C2333"/>
                </a:solidFill>
                <a:latin typeface="Segoe UI"/>
              </a:rPr>
              <a:t>11) I do my homework at night every day.</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L) Translate into Arabic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She lives in the countryside.</a:t>
            </a:r>
          </a:p>
          <a:p>
            <a:pPr lvl="1" rtl="1" algn="r">
              <a:spcAft>
                <a:spcPts val="700"/>
              </a:spcAft>
            </a:pPr>
            <a:r>
              <a:rPr sz="1900" b="1" i="0" lang="ar-EG" altLang="en-US">
                <a:solidFill>
                  <a:srgbClr val="0F7A3D"/>
                </a:solidFill>
                <a:latin typeface="Traditional Arabic"/>
              </a:rPr>
              <a:t>✔ هي تعيش في الريف.</a:t>
            </a:r>
          </a:p>
          <a:p>
            <a:pPr rtl="0" algn="l">
              <a:spcAft>
                <a:spcPts val="300"/>
              </a:spcAft>
            </a:pPr>
            <a:r>
              <a:rPr sz="1700" b="0" i="0" lang="en-US">
                <a:solidFill>
                  <a:srgbClr val="1C2333"/>
                </a:solidFill>
                <a:latin typeface="Segoe UI"/>
              </a:rPr>
              <a:t>8) I study English because I like it.</a:t>
            </a:r>
          </a:p>
          <a:p>
            <a:pPr lvl="1" rtl="1" algn="r">
              <a:spcAft>
                <a:spcPts val="700"/>
              </a:spcAft>
            </a:pPr>
            <a:r>
              <a:rPr sz="1900" b="1" i="0" lang="ar-EG" altLang="en-US">
                <a:solidFill>
                  <a:srgbClr val="0F7A3D"/>
                </a:solidFill>
                <a:latin typeface="Traditional Arabic"/>
              </a:rPr>
              <a:t>✔ أذاكر الإنجليزية لأنني أحبها.</a:t>
            </a:r>
          </a:p>
          <a:p>
            <a:pPr rtl="0" algn="l">
              <a:spcAft>
                <a:spcPts val="300"/>
              </a:spcAft>
            </a:pPr>
            <a:r>
              <a:rPr sz="1700" b="0" i="0" lang="en-US">
                <a:solidFill>
                  <a:srgbClr val="1C2333"/>
                </a:solidFill>
                <a:latin typeface="Segoe UI"/>
              </a:rPr>
              <a:t>9) My father works in Cairo.</a:t>
            </a:r>
          </a:p>
          <a:p>
            <a:pPr lvl="1" rtl="1" algn="r">
              <a:spcAft>
                <a:spcPts val="700"/>
              </a:spcAft>
            </a:pPr>
            <a:r>
              <a:rPr sz="1900" b="1" i="0" lang="ar-EG" altLang="en-US">
                <a:solidFill>
                  <a:srgbClr val="0F7A3D"/>
                </a:solidFill>
                <a:latin typeface="Traditional Arabic"/>
              </a:rPr>
              <a:t>✔ أبي يعمل في القاهرة.</a:t>
            </a:r>
          </a:p>
          <a:p>
            <a:pPr rtl="0" algn="l">
              <a:spcAft>
                <a:spcPts val="300"/>
              </a:spcAft>
            </a:pPr>
            <a:r>
              <a:rPr sz="1700" b="0" i="0" lang="en-US">
                <a:solidFill>
                  <a:srgbClr val="1C2333"/>
                </a:solidFill>
                <a:latin typeface="Segoe UI"/>
              </a:rPr>
              <a:t>10) He doesn't listen to music.</a:t>
            </a:r>
          </a:p>
          <a:p>
            <a:pPr lvl="1" rtl="1" algn="r">
              <a:spcAft>
                <a:spcPts val="700"/>
              </a:spcAft>
            </a:pPr>
            <a:r>
              <a:rPr sz="1900" b="1" i="0" lang="ar-EG" altLang="en-US">
                <a:solidFill>
                  <a:srgbClr val="0F7A3D"/>
                </a:solidFill>
                <a:latin typeface="Traditional Arabic"/>
              </a:rPr>
              <a:t>✔ هو لا يستمع إلى الموسيقى.</a:t>
            </a:r>
          </a:p>
          <a:p>
            <a:pPr rtl="0" algn="l">
              <a:spcAft>
                <a:spcPts val="300"/>
              </a:spcAft>
            </a:pPr>
            <a:r>
              <a:rPr sz="1700" b="0" i="0" lang="en-US">
                <a:solidFill>
                  <a:srgbClr val="1C2333"/>
                </a:solidFill>
                <a:latin typeface="Segoe UI"/>
              </a:rPr>
              <a:t>11) I do my homework at night every day.</a:t>
            </a:r>
          </a:p>
          <a:p>
            <a:pPr lvl="1" rtl="1" algn="r">
              <a:spcAft>
                <a:spcPts val="700"/>
              </a:spcAft>
            </a:pPr>
            <a:r>
              <a:rPr sz="1900" b="1" i="0" lang="ar-EG" altLang="en-US">
                <a:solidFill>
                  <a:srgbClr val="0F7A3D"/>
                </a:solidFill>
                <a:latin typeface="Traditional Arabic"/>
              </a:rPr>
              <a:t>✔ أعمل واجبي في الليل كل يوم.</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Nada: Good morning, Haneen.</a:t>
            </a:r>
          </a:p>
          <a:p>
            <a:pPr rtl="0" algn="l">
              <a:spcAft>
                <a:spcPts val="400"/>
              </a:spcAft>
            </a:pPr>
            <a:r>
              <a:rPr sz="1700" b="0" i="0" lang="en-US">
                <a:solidFill>
                  <a:srgbClr val="1C2333"/>
                </a:solidFill>
                <a:latin typeface="Segoe UI"/>
              </a:rPr>
              <a:t>Haneen: ……</a:t>
            </a:r>
          </a:p>
          <a:p>
            <a:pPr rtl="0" algn="l">
              <a:spcAft>
                <a:spcPts val="400"/>
              </a:spcAft>
            </a:pPr>
            <a:r>
              <a:rPr sz="1700" b="0" i="0" lang="en-US">
                <a:solidFill>
                  <a:srgbClr val="1C2333"/>
                </a:solidFill>
                <a:latin typeface="Segoe UI"/>
              </a:rPr>
              <a:t>Nada: When …… you usually get up?</a:t>
            </a:r>
          </a:p>
          <a:p>
            <a:pPr rtl="0" algn="l">
              <a:spcAft>
                <a:spcPts val="400"/>
              </a:spcAft>
            </a:pPr>
            <a:r>
              <a:rPr sz="1700" b="0" i="0" lang="en-US">
                <a:solidFill>
                  <a:srgbClr val="1C2333"/>
                </a:solidFill>
                <a:latin typeface="Segoe UI"/>
              </a:rPr>
              <a:t>Haneen: I usually …… at 7 o'clock.</a:t>
            </a:r>
          </a:p>
          <a:p>
            <a:pPr rtl="0" algn="l">
              <a:spcAft>
                <a:spcPts val="400"/>
              </a:spcAft>
            </a:pPr>
            <a:r>
              <a:rPr sz="1700" b="0" i="0" lang="en-US">
                <a:solidFill>
                  <a:srgbClr val="1C2333"/>
                </a:solidFill>
                <a:latin typeface="Segoe UI"/>
              </a:rPr>
              <a:t>Nada: …… you eat breakfast?</a:t>
            </a:r>
          </a:p>
          <a:p>
            <a:pPr rtl="0" algn="l">
              <a:spcAft>
                <a:spcPts val="400"/>
              </a:spcAft>
            </a:pPr>
            <a:r>
              <a:rPr sz="1700" b="0" i="0" lang="en-US">
                <a:solidFill>
                  <a:srgbClr val="1C2333"/>
                </a:solidFill>
                <a:latin typeface="Segoe UI"/>
              </a:rPr>
              <a:t>Haneen: Yes, I …… breakfast.</a:t>
            </a:r>
          </a:p>
          <a:p>
            <a:pPr rtl="0" algn="l">
              <a:spcAft>
                <a:spcPts val="400"/>
              </a:spcAft>
            </a:pPr>
            <a:r>
              <a:rPr sz="1700" b="0" i="0" lang="en-US">
                <a:solidFill>
                  <a:srgbClr val="1C2333"/>
                </a:solidFill>
                <a:latin typeface="Segoe UI"/>
              </a:rPr>
              <a:t>Nada: Have a nice time.</a:t>
            </a:r>
          </a:p>
          <a:p>
            <a:pPr rtl="0" algn="l">
              <a:spcAft>
                <a:spcPts val="400"/>
              </a:spcAft>
            </a:pPr>
            <a:r>
              <a:rPr sz="1700" b="0" i="0" lang="en-US">
                <a:solidFill>
                  <a:srgbClr val="1C2333"/>
                </a:solidFill>
                <a:latin typeface="Segoe UI"/>
              </a:rPr>
              <a:t>Haneen: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Nada: Good morning, Haneen.</a:t>
            </a:r>
          </a:p>
          <a:p>
            <a:pPr rtl="0" algn="l">
              <a:spcAft>
                <a:spcPts val="400"/>
              </a:spcAft>
            </a:pPr>
            <a:r>
              <a:rPr sz="1700" b="0" i="0" lang="en-US">
                <a:solidFill>
                  <a:srgbClr val="0F7A3D"/>
                </a:solidFill>
                <a:latin typeface="Segoe UI"/>
              </a:rPr>
              <a:t>Haneen: Good morning, Nada.</a:t>
            </a:r>
          </a:p>
          <a:p>
            <a:pPr rtl="0" algn="l">
              <a:spcAft>
                <a:spcPts val="400"/>
              </a:spcAft>
            </a:pPr>
            <a:r>
              <a:rPr sz="1700" b="0" i="0" lang="en-US">
                <a:solidFill>
                  <a:srgbClr val="0F7A3D"/>
                </a:solidFill>
                <a:latin typeface="Segoe UI"/>
              </a:rPr>
              <a:t>Nada: When do you usually get up?</a:t>
            </a:r>
          </a:p>
          <a:p>
            <a:pPr rtl="0" algn="l">
              <a:spcAft>
                <a:spcPts val="400"/>
              </a:spcAft>
            </a:pPr>
            <a:r>
              <a:rPr sz="1700" b="0" i="0" lang="en-US">
                <a:solidFill>
                  <a:srgbClr val="0F7A3D"/>
                </a:solidFill>
                <a:latin typeface="Segoe UI"/>
              </a:rPr>
              <a:t>Haneen: I usually get up at 7 o'clock.</a:t>
            </a:r>
          </a:p>
          <a:p>
            <a:pPr rtl="0" algn="l">
              <a:spcAft>
                <a:spcPts val="400"/>
              </a:spcAft>
            </a:pPr>
            <a:r>
              <a:rPr sz="1700" b="0" i="0" lang="en-US">
                <a:solidFill>
                  <a:srgbClr val="0F7A3D"/>
                </a:solidFill>
                <a:latin typeface="Segoe UI"/>
              </a:rPr>
              <a:t>Nada: Do you eat breakfast?</a:t>
            </a:r>
          </a:p>
          <a:p>
            <a:pPr rtl="0" algn="l">
              <a:spcAft>
                <a:spcPts val="400"/>
              </a:spcAft>
            </a:pPr>
            <a:r>
              <a:rPr sz="1700" b="0" i="0" lang="en-US">
                <a:solidFill>
                  <a:srgbClr val="0F7A3D"/>
                </a:solidFill>
                <a:latin typeface="Segoe UI"/>
              </a:rPr>
              <a:t>Haneen: Yes, I eat breakfast.</a:t>
            </a:r>
          </a:p>
          <a:p>
            <a:pPr rtl="0" algn="l">
              <a:spcAft>
                <a:spcPts val="400"/>
              </a:spcAft>
            </a:pPr>
            <a:r>
              <a:rPr sz="1700" b="0" i="0" lang="en-US">
                <a:solidFill>
                  <a:srgbClr val="0F7A3D"/>
                </a:solidFill>
                <a:latin typeface="Segoe UI"/>
              </a:rPr>
              <a:t>Nada: Have a nice time.</a:t>
            </a:r>
          </a:p>
          <a:p>
            <a:pPr rtl="0" algn="l">
              <a:spcAft>
                <a:spcPts val="400"/>
              </a:spcAft>
            </a:pPr>
            <a:r>
              <a:rPr sz="1700" b="0" i="0" lang="en-US">
                <a:solidFill>
                  <a:srgbClr val="0F7A3D"/>
                </a:solidFill>
                <a:latin typeface="Segoe UI"/>
              </a:rPr>
              <a:t>Haneen: Thank you.</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Sara: How are you?</a:t>
            </a:r>
          </a:p>
          <a:p>
            <a:pPr rtl="0" algn="l">
              <a:spcAft>
                <a:spcPts val="400"/>
              </a:spcAft>
            </a:pPr>
            <a:r>
              <a:rPr sz="1700" b="0" i="0" lang="en-US">
                <a:solidFill>
                  <a:srgbClr val="1C2333"/>
                </a:solidFill>
                <a:latin typeface="Segoe UI"/>
              </a:rPr>
              <a:t>Rody: ……</a:t>
            </a:r>
          </a:p>
          <a:p>
            <a:pPr rtl="0" algn="l">
              <a:spcAft>
                <a:spcPts val="400"/>
              </a:spcAft>
            </a:pPr>
            <a:r>
              <a:rPr sz="1700" b="0" i="0" lang="en-US">
                <a:solidFill>
                  <a:srgbClr val="1C2333"/>
                </a:solidFill>
                <a:latin typeface="Segoe UI"/>
              </a:rPr>
              <a:t>Sara: Where …… you study?</a:t>
            </a:r>
          </a:p>
          <a:p>
            <a:pPr rtl="0" algn="l">
              <a:spcAft>
                <a:spcPts val="400"/>
              </a:spcAft>
            </a:pPr>
            <a:r>
              <a:rPr sz="1700" b="0" i="0" lang="en-US">
                <a:solidFill>
                  <a:srgbClr val="1C2333"/>
                </a:solidFill>
                <a:latin typeface="Segoe UI"/>
              </a:rPr>
              <a:t>Rody: I …… Green Valley School.</a:t>
            </a:r>
          </a:p>
          <a:p>
            <a:pPr rtl="0" algn="l">
              <a:spcAft>
                <a:spcPts val="400"/>
              </a:spcAft>
            </a:pPr>
            <a:r>
              <a:rPr sz="1700" b="0" i="0" lang="en-US">
                <a:solidFill>
                  <a:srgbClr val="1C2333"/>
                </a:solidFill>
                <a:latin typeface="Segoe UI"/>
              </a:rPr>
              <a:t>Sara: What subject …… you like?</a:t>
            </a:r>
          </a:p>
          <a:p>
            <a:pPr rtl="0" algn="l">
              <a:spcAft>
                <a:spcPts val="400"/>
              </a:spcAft>
            </a:pPr>
            <a:r>
              <a:rPr sz="1700" b="0" i="0" lang="en-US">
                <a:solidFill>
                  <a:srgbClr val="1C2333"/>
                </a:solidFill>
                <a:latin typeface="Segoe UI"/>
              </a:rPr>
              <a:t>Rody: I …… English and Arabic.</a:t>
            </a:r>
          </a:p>
          <a:p>
            <a:pPr rtl="0" algn="l">
              <a:spcAft>
                <a:spcPts val="400"/>
              </a:spcAft>
            </a:pPr>
            <a:r>
              <a:rPr sz="1700" b="0" i="0" lang="en-US">
                <a:solidFill>
                  <a:srgbClr val="1C2333"/>
                </a:solidFill>
                <a:latin typeface="Segoe UI"/>
              </a:rPr>
              <a:t>Sara: Nice to meet you.</a:t>
            </a:r>
          </a:p>
          <a:p>
            <a:pPr rtl="0" algn="l">
              <a:spcAft>
                <a:spcPts val="400"/>
              </a:spcAft>
            </a:pPr>
            <a:r>
              <a:rPr sz="1700" b="0" i="0" lang="en-US">
                <a:solidFill>
                  <a:srgbClr val="1C2333"/>
                </a:solidFill>
                <a:latin typeface="Segoe UI"/>
              </a:rPr>
              <a:t>Rody: Nice to meet you, too.</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Sara: How are you?</a:t>
            </a:r>
          </a:p>
          <a:p>
            <a:pPr rtl="0" algn="l">
              <a:spcAft>
                <a:spcPts val="400"/>
              </a:spcAft>
            </a:pPr>
            <a:r>
              <a:rPr sz="1700" b="0" i="0" lang="en-US">
                <a:solidFill>
                  <a:srgbClr val="0F7A3D"/>
                </a:solidFill>
                <a:latin typeface="Segoe UI"/>
              </a:rPr>
              <a:t>Rody: I'm fine, thank you.</a:t>
            </a:r>
          </a:p>
          <a:p>
            <a:pPr rtl="0" algn="l">
              <a:spcAft>
                <a:spcPts val="400"/>
              </a:spcAft>
            </a:pPr>
            <a:r>
              <a:rPr sz="1700" b="0" i="0" lang="en-US">
                <a:solidFill>
                  <a:srgbClr val="0F7A3D"/>
                </a:solidFill>
                <a:latin typeface="Segoe UI"/>
              </a:rPr>
              <a:t>Sara: Where do you study?</a:t>
            </a:r>
          </a:p>
          <a:p>
            <a:pPr rtl="0" algn="l">
              <a:spcAft>
                <a:spcPts val="400"/>
              </a:spcAft>
            </a:pPr>
            <a:r>
              <a:rPr sz="1700" b="0" i="0" lang="en-US">
                <a:solidFill>
                  <a:srgbClr val="0F7A3D"/>
                </a:solidFill>
                <a:latin typeface="Segoe UI"/>
              </a:rPr>
              <a:t>Rody: I study at Green Valley School.</a:t>
            </a:r>
          </a:p>
          <a:p>
            <a:pPr rtl="0" algn="l">
              <a:spcAft>
                <a:spcPts val="400"/>
              </a:spcAft>
            </a:pPr>
            <a:r>
              <a:rPr sz="1700" b="0" i="0" lang="en-US">
                <a:solidFill>
                  <a:srgbClr val="0F7A3D"/>
                </a:solidFill>
                <a:latin typeface="Segoe UI"/>
              </a:rPr>
              <a:t>Sara: What subject do you like?</a:t>
            </a:r>
          </a:p>
          <a:p>
            <a:pPr rtl="0" algn="l">
              <a:spcAft>
                <a:spcPts val="400"/>
              </a:spcAft>
            </a:pPr>
            <a:r>
              <a:rPr sz="1700" b="0" i="0" lang="en-US">
                <a:solidFill>
                  <a:srgbClr val="0F7A3D"/>
                </a:solidFill>
                <a:latin typeface="Segoe UI"/>
              </a:rPr>
              <a:t>Rody: I like English and Arabic.</a:t>
            </a:r>
          </a:p>
          <a:p>
            <a:pPr rtl="0" algn="l">
              <a:spcAft>
                <a:spcPts val="400"/>
              </a:spcAft>
            </a:pPr>
            <a:r>
              <a:rPr sz="1700" b="0" i="0" lang="en-US">
                <a:solidFill>
                  <a:srgbClr val="0F7A3D"/>
                </a:solidFill>
                <a:latin typeface="Segoe UI"/>
              </a:rPr>
              <a:t>Sara: Nice to meet you.</a:t>
            </a:r>
          </a:p>
          <a:p>
            <a:pPr rtl="0" algn="l">
              <a:spcAft>
                <a:spcPts val="400"/>
              </a:spcAft>
            </a:pPr>
            <a:r>
              <a:rPr sz="1700" b="0" i="0" lang="en-US">
                <a:solidFill>
                  <a:srgbClr val="0F7A3D"/>
                </a:solidFill>
                <a:latin typeface="Segoe UI"/>
              </a:rPr>
              <a:t>Rody: Nice to meet you, too.</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Rawan: Good evening.</a:t>
            </a:r>
          </a:p>
          <a:p>
            <a:pPr rtl="0" algn="l">
              <a:spcAft>
                <a:spcPts val="400"/>
              </a:spcAft>
            </a:pPr>
            <a:r>
              <a:rPr sz="1700" b="0" i="0" lang="en-US">
                <a:solidFill>
                  <a:srgbClr val="1C2333"/>
                </a:solidFill>
                <a:latin typeface="Segoe UI"/>
              </a:rPr>
              <a:t>Retaj: ……</a:t>
            </a:r>
          </a:p>
          <a:p>
            <a:pPr rtl="0" algn="l">
              <a:spcAft>
                <a:spcPts val="400"/>
              </a:spcAft>
            </a:pPr>
            <a:r>
              <a:rPr sz="1700" b="0" i="0" lang="en-US">
                <a:solidFill>
                  <a:srgbClr val="1C2333"/>
                </a:solidFill>
                <a:latin typeface="Segoe UI"/>
              </a:rPr>
              <a:t>Rawan: What …… you do in your free time?</a:t>
            </a:r>
          </a:p>
          <a:p>
            <a:pPr rtl="0" algn="l">
              <a:spcAft>
                <a:spcPts val="400"/>
              </a:spcAft>
            </a:pPr>
            <a:r>
              <a:rPr sz="1700" b="0" i="0" lang="en-US">
                <a:solidFill>
                  <a:srgbClr val="1C2333"/>
                </a:solidFill>
                <a:latin typeface="Segoe UI"/>
              </a:rPr>
              <a:t>Retaj: I …… tennis and watch TV.</a:t>
            </a:r>
          </a:p>
          <a:p>
            <a:pPr rtl="0" algn="l">
              <a:spcAft>
                <a:spcPts val="400"/>
              </a:spcAft>
            </a:pPr>
            <a:r>
              <a:rPr sz="1700" b="0" i="0" lang="en-US">
                <a:solidFill>
                  <a:srgbClr val="1C2333"/>
                </a:solidFill>
                <a:latin typeface="Segoe UI"/>
              </a:rPr>
              <a:t>Rawan: Do you …… tennis every day?</a:t>
            </a:r>
          </a:p>
          <a:p>
            <a:pPr rtl="0" algn="l">
              <a:spcAft>
                <a:spcPts val="400"/>
              </a:spcAft>
            </a:pPr>
            <a:r>
              <a:rPr sz="1700" b="0" i="0" lang="en-US">
                <a:solidFill>
                  <a:srgbClr val="1C2333"/>
                </a:solidFill>
                <a:latin typeface="Segoe UI"/>
              </a:rPr>
              <a:t>Retaj: No, ……</a:t>
            </a:r>
          </a:p>
          <a:p>
            <a:pPr rtl="0" algn="l">
              <a:spcAft>
                <a:spcPts val="400"/>
              </a:spcAft>
            </a:pPr>
            <a:r>
              <a:rPr sz="1700" b="0" i="0" lang="en-US">
                <a:solidFill>
                  <a:srgbClr val="1C2333"/>
                </a:solidFill>
                <a:latin typeface="Segoe UI"/>
              </a:rPr>
              <a:t>Rawan: Thank you.</a:t>
            </a:r>
          </a:p>
          <a:p>
            <a:pPr rtl="0" algn="l">
              <a:spcAft>
                <a:spcPts val="400"/>
              </a:spcAft>
            </a:pPr>
            <a:r>
              <a:rPr sz="1700" b="0" i="0" lang="en-US">
                <a:solidFill>
                  <a:srgbClr val="1C2333"/>
                </a:solidFill>
                <a:latin typeface="Segoe UI"/>
              </a:rPr>
              <a:t>Retaj: You are welcome.</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Rawan: Good evening.</a:t>
            </a:r>
          </a:p>
          <a:p>
            <a:pPr rtl="0" algn="l">
              <a:spcAft>
                <a:spcPts val="400"/>
              </a:spcAft>
            </a:pPr>
            <a:r>
              <a:rPr sz="1700" b="0" i="0" lang="en-US">
                <a:solidFill>
                  <a:srgbClr val="0F7A3D"/>
                </a:solidFill>
                <a:latin typeface="Segoe UI"/>
              </a:rPr>
              <a:t>Retaj: Good evening.</a:t>
            </a:r>
          </a:p>
          <a:p>
            <a:pPr rtl="0" algn="l">
              <a:spcAft>
                <a:spcPts val="400"/>
              </a:spcAft>
            </a:pPr>
            <a:r>
              <a:rPr sz="1700" b="0" i="0" lang="en-US">
                <a:solidFill>
                  <a:srgbClr val="0F7A3D"/>
                </a:solidFill>
                <a:latin typeface="Segoe UI"/>
              </a:rPr>
              <a:t>Rawan: What do you do in your free time?</a:t>
            </a:r>
          </a:p>
          <a:p>
            <a:pPr rtl="0" algn="l">
              <a:spcAft>
                <a:spcPts val="400"/>
              </a:spcAft>
            </a:pPr>
            <a:r>
              <a:rPr sz="1700" b="0" i="0" lang="en-US">
                <a:solidFill>
                  <a:srgbClr val="0F7A3D"/>
                </a:solidFill>
                <a:latin typeface="Segoe UI"/>
              </a:rPr>
              <a:t>Retaj: I play tennis and watch TV.</a:t>
            </a:r>
          </a:p>
          <a:p>
            <a:pPr rtl="0" algn="l">
              <a:spcAft>
                <a:spcPts val="400"/>
              </a:spcAft>
            </a:pPr>
            <a:r>
              <a:rPr sz="1700" b="0" i="0" lang="en-US">
                <a:solidFill>
                  <a:srgbClr val="0F7A3D"/>
                </a:solidFill>
                <a:latin typeface="Segoe UI"/>
              </a:rPr>
              <a:t>Rawan: Do you play tennis every day?</a:t>
            </a:r>
          </a:p>
          <a:p>
            <a:pPr rtl="0" algn="l">
              <a:spcAft>
                <a:spcPts val="400"/>
              </a:spcAft>
            </a:pPr>
            <a:r>
              <a:rPr sz="1700" b="0" i="0" lang="en-US">
                <a:solidFill>
                  <a:srgbClr val="0F7A3D"/>
                </a:solidFill>
                <a:latin typeface="Segoe UI"/>
              </a:rPr>
              <a:t>Retaj: No, I don't. I play it twice a week.</a:t>
            </a:r>
          </a:p>
          <a:p>
            <a:pPr rtl="0" algn="l">
              <a:spcAft>
                <a:spcPts val="400"/>
              </a:spcAft>
            </a:pPr>
            <a:r>
              <a:rPr sz="1700" b="0" i="0" lang="en-US">
                <a:solidFill>
                  <a:srgbClr val="0F7A3D"/>
                </a:solidFill>
                <a:latin typeface="Segoe UI"/>
              </a:rPr>
              <a:t>Rawan: Thank you.</a:t>
            </a:r>
          </a:p>
          <a:p>
            <a:pPr rtl="0" algn="l">
              <a:spcAft>
                <a:spcPts val="400"/>
              </a:spcAft>
            </a:pPr>
            <a:r>
              <a:rPr sz="1700" b="0" i="0" lang="en-US">
                <a:solidFill>
                  <a:srgbClr val="0F7A3D"/>
                </a:solidFill>
                <a:latin typeface="Segoe UI"/>
              </a:rPr>
              <a:t>Retaj: You are welcome.</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6E94"/>
                </a:solidFill>
                <a:latin typeface="Segoe UI"/>
              </a:rPr>
              <a:t>18</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18 — The Present Simple Tense</a:t>
            </a:r>
          </a:p>
          <a:p>
            <a:pPr rtl="0" algn="l"/>
            <a:r>
              <a:rPr sz="1400" b="0" i="0" lang="en-US">
                <a:solidFill>
                  <a:srgbClr val="DDE6F3"/>
                </a:solidFill>
                <a:latin typeface="Segoe UI"/>
              </a:rPr>
              <a:t>M)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Mohamed: Hi, Youssef.</a:t>
            </a:r>
          </a:p>
          <a:p>
            <a:pPr rtl="0" algn="l">
              <a:spcAft>
                <a:spcPts val="400"/>
              </a:spcAft>
            </a:pPr>
            <a:r>
              <a:rPr sz="1700" b="0" i="0" lang="en-US">
                <a:solidFill>
                  <a:srgbClr val="1C2333"/>
                </a:solidFill>
                <a:latin typeface="Segoe UI"/>
              </a:rPr>
              <a:t>Youssef: Hi, Mohamed.</a:t>
            </a:r>
          </a:p>
          <a:p>
            <a:pPr rtl="0" algn="l">
              <a:spcAft>
                <a:spcPts val="400"/>
              </a:spcAft>
            </a:pPr>
            <a:r>
              <a:rPr sz="1700" b="0" i="0" lang="en-US">
                <a:solidFill>
                  <a:srgbClr val="1C2333"/>
                </a:solidFill>
                <a:latin typeface="Segoe UI"/>
              </a:rPr>
              <a:t>Mohamed: …… you have a pet?</a:t>
            </a:r>
          </a:p>
          <a:p>
            <a:pPr rtl="0" algn="l">
              <a:spcAft>
                <a:spcPts val="400"/>
              </a:spcAft>
            </a:pPr>
            <a:r>
              <a:rPr sz="1700" b="0" i="0" lang="en-US">
                <a:solidFill>
                  <a:srgbClr val="1C2333"/>
                </a:solidFill>
                <a:latin typeface="Segoe UI"/>
              </a:rPr>
              <a:t>Youssef: Yes, I …… a cat.</a:t>
            </a:r>
          </a:p>
          <a:p>
            <a:pPr rtl="0" algn="l">
              <a:spcAft>
                <a:spcPts val="400"/>
              </a:spcAft>
            </a:pPr>
            <a:r>
              <a:rPr sz="1700" b="0" i="0" lang="en-US">
                <a:solidFill>
                  <a:srgbClr val="1C2333"/>
                </a:solidFill>
                <a:latin typeface="Segoe UI"/>
              </a:rPr>
              <a:t>Mohamed: What …… it eat?</a:t>
            </a:r>
          </a:p>
          <a:p>
            <a:pPr rtl="0" algn="l">
              <a:spcAft>
                <a:spcPts val="400"/>
              </a:spcAft>
            </a:pPr>
            <a:r>
              <a:rPr sz="1700" b="0" i="0" lang="en-US">
                <a:solidFill>
                  <a:srgbClr val="1C2333"/>
                </a:solidFill>
                <a:latin typeface="Segoe UI"/>
              </a:rPr>
              <a:t>Youssef: It …… fish and meat.</a:t>
            </a:r>
          </a:p>
          <a:p>
            <a:pPr rtl="0" algn="l">
              <a:spcAft>
                <a:spcPts val="400"/>
              </a:spcAft>
            </a:pPr>
            <a:r>
              <a:rPr sz="1700" b="0" i="0" lang="en-US">
                <a:solidFill>
                  <a:srgbClr val="1C2333"/>
                </a:solidFill>
                <a:latin typeface="Segoe UI"/>
              </a:rPr>
              <a:t>Mohamed: Goodbye.</a:t>
            </a:r>
          </a:p>
          <a:p>
            <a:pPr rtl="0" algn="l">
              <a:spcAft>
                <a:spcPts val="400"/>
              </a:spcAft>
            </a:pPr>
            <a:r>
              <a:rPr sz="1700" b="0" i="0" lang="en-US">
                <a:solidFill>
                  <a:srgbClr val="1C2333"/>
                </a:solidFill>
                <a:latin typeface="Segoe UI"/>
              </a:rPr>
              <a:t>Youssef: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Mohamed: Hi, Youssef.</a:t>
            </a:r>
          </a:p>
          <a:p>
            <a:pPr rtl="0" algn="l">
              <a:spcAft>
                <a:spcPts val="400"/>
              </a:spcAft>
            </a:pPr>
            <a:r>
              <a:rPr sz="1700" b="0" i="0" lang="en-US">
                <a:solidFill>
                  <a:srgbClr val="0F7A3D"/>
                </a:solidFill>
                <a:latin typeface="Segoe UI"/>
              </a:rPr>
              <a:t>Youssef: Hi, Mohamed.</a:t>
            </a:r>
          </a:p>
          <a:p>
            <a:pPr rtl="0" algn="l">
              <a:spcAft>
                <a:spcPts val="400"/>
              </a:spcAft>
            </a:pPr>
            <a:r>
              <a:rPr sz="1700" b="0" i="0" lang="en-US">
                <a:solidFill>
                  <a:srgbClr val="0F7A3D"/>
                </a:solidFill>
                <a:latin typeface="Segoe UI"/>
              </a:rPr>
              <a:t>Mohamed: Do you have a pet?</a:t>
            </a:r>
          </a:p>
          <a:p>
            <a:pPr rtl="0" algn="l">
              <a:spcAft>
                <a:spcPts val="400"/>
              </a:spcAft>
            </a:pPr>
            <a:r>
              <a:rPr sz="1700" b="0" i="0" lang="en-US">
                <a:solidFill>
                  <a:srgbClr val="0F7A3D"/>
                </a:solidFill>
                <a:latin typeface="Segoe UI"/>
              </a:rPr>
              <a:t>Youssef: Yes, I have a cat.</a:t>
            </a:r>
          </a:p>
          <a:p>
            <a:pPr rtl="0" algn="l">
              <a:spcAft>
                <a:spcPts val="400"/>
              </a:spcAft>
            </a:pPr>
            <a:r>
              <a:rPr sz="1700" b="0" i="0" lang="en-US">
                <a:solidFill>
                  <a:srgbClr val="0F7A3D"/>
                </a:solidFill>
                <a:latin typeface="Segoe UI"/>
              </a:rPr>
              <a:t>Mohamed: What does it eat?</a:t>
            </a:r>
          </a:p>
          <a:p>
            <a:pPr rtl="0" algn="l">
              <a:spcAft>
                <a:spcPts val="400"/>
              </a:spcAft>
            </a:pPr>
            <a:r>
              <a:rPr sz="1700" b="0" i="0" lang="en-US">
                <a:solidFill>
                  <a:srgbClr val="0F7A3D"/>
                </a:solidFill>
                <a:latin typeface="Segoe UI"/>
              </a:rPr>
              <a:t>Youssef: It eats fish and meat.</a:t>
            </a:r>
          </a:p>
          <a:p>
            <a:pPr rtl="0" algn="l">
              <a:spcAft>
                <a:spcPts val="400"/>
              </a:spcAft>
            </a:pPr>
            <a:r>
              <a:rPr sz="1700" b="0" i="0" lang="en-US">
                <a:solidFill>
                  <a:srgbClr val="0F7A3D"/>
                </a:solidFill>
                <a:latin typeface="Segoe UI"/>
              </a:rPr>
              <a:t>Mohamed: Goodbye.</a:t>
            </a:r>
          </a:p>
          <a:p>
            <a:pPr rtl="0" algn="l">
              <a:spcAft>
                <a:spcPts val="400"/>
              </a:spcAft>
            </a:pPr>
            <a:r>
              <a:rPr sz="1700" b="0" i="0" lang="en-US">
                <a:solidFill>
                  <a:srgbClr val="0F7A3D"/>
                </a:solidFill>
                <a:latin typeface="Segoe UI"/>
              </a:rPr>
              <a:t>Youssef: Goodbye.</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19</a:t>
            </a:r>
          </a:p>
          <a:p>
            <a:pPr algn="ctr" rtl="0"/>
            <a:r>
              <a:rPr sz="4600" b="1" i="0" lang="en-US">
                <a:solidFill>
                  <a:srgbClr val="FFFFFF"/>
                </a:solidFill>
                <a:latin typeface="Segoe UI"/>
              </a:rPr>
              <a:t>The Present Continuous Tense</a:t>
            </a:r>
          </a:p>
          <a:p>
            <a:pPr algn="ctr" rtl="1"/>
            <a:r>
              <a:rPr sz="2900" b="0" i="0" lang="ar-EG" altLang="en-US">
                <a:solidFill>
                  <a:srgbClr val="FFFFFF"/>
                </a:solidFill>
                <a:latin typeface="Traditional Arabic"/>
              </a:rPr>
              <a:t>زمن المضارع المستمر</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I + am + الفعل + ing</a:t>
            </a:r>
          </a:p>
          <a:p>
            <a:pPr rtl="1" algn="r">
              <a:spcAft>
                <a:spcPts val="600"/>
              </a:spcAft>
            </a:pPr>
            <a:r>
              <a:rPr sz="2100" b="0" i="0" lang="ar-EG" altLang="en-US">
                <a:solidFill>
                  <a:srgbClr val="1C2333"/>
                </a:solidFill>
                <a:latin typeface="Traditional Arabic"/>
              </a:rPr>
              <a:t>التكوين مع I.</a:t>
            </a:r>
          </a:p>
          <a:p>
            <a:pPr rtl="1" algn="r">
              <a:spcAft>
                <a:spcPts val="600"/>
              </a:spcAft>
            </a:pPr>
            <a:r>
              <a:rPr sz="2300" b="1" i="0" lang="ar-EG" altLang="en-US">
                <a:solidFill>
                  <a:srgbClr val="229481"/>
                </a:solidFill>
                <a:latin typeface="Traditional Arabic"/>
              </a:rPr>
              <a:t>▶ He – She – It – الاسم المفرد + is + الفعل + ing</a:t>
            </a:r>
          </a:p>
          <a:p>
            <a:pPr rtl="1" algn="r">
              <a:spcAft>
                <a:spcPts val="600"/>
              </a:spcAft>
            </a:pPr>
            <a:r>
              <a:rPr sz="2100" b="0" i="0" lang="ar-EG" altLang="en-US">
                <a:solidFill>
                  <a:srgbClr val="1C2333"/>
                </a:solidFill>
                <a:latin typeface="Traditional Arabic"/>
              </a:rPr>
              <a:t>التكوين مع المفرد.</a:t>
            </a:r>
          </a:p>
          <a:p>
            <a:pPr rtl="0" algn="l">
              <a:spcAft>
                <a:spcPts val="600"/>
              </a:spcAft>
            </a:pPr>
            <a:r>
              <a:rPr sz="2000" b="1" i="0" lang="en-US">
                <a:solidFill>
                  <a:srgbClr val="229481"/>
                </a:solidFill>
                <a:latin typeface="Segoe UI"/>
              </a:rPr>
              <a:t>▶ They – You – We – الاسم الجمع + are + الفعل + ing</a:t>
            </a:r>
          </a:p>
          <a:p>
            <a:pPr rtl="1" algn="r">
              <a:spcAft>
                <a:spcPts val="600"/>
              </a:spcAft>
            </a:pPr>
            <a:r>
              <a:rPr sz="2100" b="0" i="0" lang="ar-EG" altLang="en-US">
                <a:solidFill>
                  <a:srgbClr val="1C2333"/>
                </a:solidFill>
                <a:latin typeface="Traditional Arabic"/>
              </a:rPr>
              <a:t>التكوين مع الجمع.</a:t>
            </a:r>
          </a:p>
          <a:p>
            <a:pPr rtl="0" algn="l">
              <a:spcAft>
                <a:spcPts val="600"/>
              </a:spcAft>
            </a:pPr>
            <a:r>
              <a:rPr sz="1700" b="0" i="1" lang="en-US">
                <a:solidFill>
                  <a:srgbClr val="5B6478"/>
                </a:solidFill>
                <a:latin typeface="Segoe UI"/>
              </a:rPr>
              <a:t>   e.g. I am reading. – She is cooking. – They are playing.</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0" algn="l">
              <a:spcAft>
                <a:spcPts val="600"/>
              </a:spcAft>
            </a:pPr>
            <a:r>
              <a:rPr sz="2000" b="1" i="0" lang="en-US">
                <a:solidFill>
                  <a:srgbClr val="229481"/>
                </a:solidFill>
                <a:latin typeface="Segoe UI"/>
              </a:rPr>
              <a:t>▶ am not / isn't / aren't + الفعل + ing</a:t>
            </a:r>
          </a:p>
          <a:p>
            <a:pPr rtl="1" algn="r">
              <a:spcAft>
                <a:spcPts val="600"/>
              </a:spcAft>
            </a:pPr>
            <a:r>
              <a:rPr sz="2100" b="0" i="0" lang="ar-EG" altLang="en-US">
                <a:solidFill>
                  <a:srgbClr val="1C2333"/>
                </a:solidFill>
                <a:latin typeface="Traditional Arabic"/>
              </a:rPr>
              <a:t>    نضع not بعد فعل الكون.</a:t>
            </a:r>
          </a:p>
          <a:p>
            <a:pPr rtl="0" algn="l">
              <a:spcAft>
                <a:spcPts val="600"/>
              </a:spcAft>
            </a:pPr>
            <a:r>
              <a:rPr sz="2000" b="1" i="0" lang="en-US">
                <a:solidFill>
                  <a:srgbClr val="229481"/>
                </a:solidFill>
                <a:latin typeface="Segoe UI"/>
              </a:rPr>
              <a:t>▶ Am / Is / Are + فاعل + الفعل + ing … ?</a:t>
            </a:r>
          </a:p>
          <a:p>
            <a:pPr rtl="1" algn="r">
              <a:spcAft>
                <a:spcPts val="600"/>
              </a:spcAft>
            </a:pPr>
            <a:r>
              <a:rPr sz="2100" b="0" i="0" lang="ar-EG" altLang="en-US">
                <a:solidFill>
                  <a:srgbClr val="1C2333"/>
                </a:solidFill>
                <a:latin typeface="Traditional Arabic"/>
              </a:rPr>
              <a:t>نقدّم فعل الكون على الفاعل.</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1536192"/>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229481"/>
                          </a:solidFill>
                          <a:latin typeface="Segoe UI"/>
                        </a:rPr>
                        <a:t>now</a:t>
                      </a:r>
                    </a:p>
                  </a:txBody>
                  <a:tcPr>
                    <a:solidFill>
                      <a:srgbClr val="FFFFFF"/>
                    </a:solidFill>
                  </a:tcPr>
                </a:tc>
                <a:tc>
                  <a:txBody>
                    <a:bodyPr/>
                    <a:lstStyle/>
                    <a:p>
                      <a:pPr rtl="1" algn="r"/>
                      <a:r>
                        <a:rPr sz="1700" b="0" i="0" lang="ar-EG" altLang="en-US">
                          <a:solidFill>
                            <a:srgbClr val="1C2333"/>
                          </a:solidFill>
                          <a:latin typeface="Traditional Arabic"/>
                        </a:rPr>
                        <a:t>الآن</a:t>
                      </a:r>
                    </a:p>
                  </a:txBody>
                  <a:tcPr>
                    <a:solidFill>
                      <a:srgbClr val="FFFFFF"/>
                    </a:solidFill>
                  </a:tcPr>
                </a:tc>
                <a:tc>
                  <a:txBody>
                    <a:bodyPr/>
                    <a:lstStyle/>
                    <a:p>
                      <a:pPr rtl="0" algn="l"/>
                      <a:r>
                        <a:rPr sz="1500" b="1" i="0" lang="en-US">
                          <a:solidFill>
                            <a:srgbClr val="229481"/>
                          </a:solidFill>
                          <a:latin typeface="Segoe UI"/>
                        </a:rPr>
                        <a:t>Listen!</a:t>
                      </a:r>
                    </a:p>
                  </a:txBody>
                  <a:tcPr>
                    <a:solidFill>
                      <a:srgbClr val="FFFFFF"/>
                    </a:solidFill>
                  </a:tcPr>
                </a:tc>
                <a:tc>
                  <a:txBody>
                    <a:bodyPr/>
                    <a:lstStyle/>
                    <a:p>
                      <a:pPr rtl="1" algn="r"/>
                      <a:r>
                        <a:rPr sz="1700" b="0" i="0" lang="ar-EG" altLang="en-US">
                          <a:solidFill>
                            <a:srgbClr val="1C2333"/>
                          </a:solidFill>
                          <a:latin typeface="Traditional Arabic"/>
                        </a:rPr>
                        <a:t>استمع</a:t>
                      </a:r>
                    </a:p>
                  </a:txBody>
                  <a:tcPr>
                    <a:solidFill>
                      <a:srgbClr val="FFFFFF"/>
                    </a:solidFill>
                  </a:tcPr>
                </a:tc>
                <a:tc>
                  <a:txBody>
                    <a:bodyPr/>
                    <a:lstStyle/>
                    <a:p>
                      <a:pPr rtl="0" algn="l"/>
                      <a:r>
                        <a:rPr sz="1500" b="1" i="0" lang="en-US">
                          <a:solidFill>
                            <a:srgbClr val="229481"/>
                          </a:solidFill>
                          <a:latin typeface="Segoe UI"/>
                        </a:rPr>
                        <a:t>Take care!</a:t>
                      </a:r>
                    </a:p>
                  </a:txBody>
                  <a:tcPr>
                    <a:solidFill>
                      <a:srgbClr val="FFFFFF"/>
                    </a:solidFill>
                  </a:tcPr>
                </a:tc>
                <a:tc>
                  <a:txBody>
                    <a:bodyPr/>
                    <a:lstStyle/>
                    <a:p>
                      <a:pPr rtl="1" algn="r"/>
                      <a:r>
                        <a:rPr sz="1700" b="0" i="0" lang="ar-EG" altLang="en-US">
                          <a:solidFill>
                            <a:srgbClr val="1C2333"/>
                          </a:solidFill>
                          <a:latin typeface="Traditional Arabic"/>
                        </a:rPr>
                        <a:t>احذر</a:t>
                      </a:r>
                    </a:p>
                  </a:txBody>
                  <a:tcPr>
                    <a:solidFill>
                      <a:srgbClr val="FFFFFF"/>
                    </a:solidFill>
                  </a:tcPr>
                </a:tc>
              </a:tr>
              <a:tr h="384048">
                <a:tc>
                  <a:txBody>
                    <a:bodyPr/>
                    <a:lstStyle/>
                    <a:p>
                      <a:pPr rtl="0" algn="l"/>
                      <a:r>
                        <a:rPr sz="1500" b="1" i="0" lang="en-US">
                          <a:solidFill>
                            <a:srgbClr val="229481"/>
                          </a:solidFill>
                          <a:latin typeface="Segoe UI"/>
                        </a:rPr>
                        <a:t>at present</a:t>
                      </a:r>
                    </a:p>
                  </a:txBody>
                  <a:tcPr>
                    <a:solidFill>
                      <a:srgbClr val="EEF3FA"/>
                    </a:solidFill>
                  </a:tcPr>
                </a:tc>
                <a:tc>
                  <a:txBody>
                    <a:bodyPr/>
                    <a:lstStyle/>
                    <a:p>
                      <a:pPr rtl="1" algn="r"/>
                      <a:r>
                        <a:rPr sz="1700" b="0" i="0" lang="ar-EG" altLang="en-US">
                          <a:solidFill>
                            <a:srgbClr val="1C2333"/>
                          </a:solidFill>
                          <a:latin typeface="Traditional Arabic"/>
                        </a:rPr>
                        <a:t>في الوقت الحاضر</a:t>
                      </a:r>
                    </a:p>
                  </a:txBody>
                  <a:tcPr>
                    <a:solidFill>
                      <a:srgbClr val="EEF3FA"/>
                    </a:solidFill>
                  </a:tcPr>
                </a:tc>
                <a:tc>
                  <a:txBody>
                    <a:bodyPr/>
                    <a:lstStyle/>
                    <a:p>
                      <a:pPr rtl="0" algn="l"/>
                      <a:r>
                        <a:rPr sz="1500" b="1" i="0" lang="en-US">
                          <a:solidFill>
                            <a:srgbClr val="229481"/>
                          </a:solidFill>
                          <a:latin typeface="Segoe UI"/>
                        </a:rPr>
                        <a:t>Look!</a:t>
                      </a:r>
                    </a:p>
                  </a:txBody>
                  <a:tcPr>
                    <a:solidFill>
                      <a:srgbClr val="EEF3FA"/>
                    </a:solidFill>
                  </a:tcPr>
                </a:tc>
                <a:tc>
                  <a:txBody>
                    <a:bodyPr/>
                    <a:lstStyle/>
                    <a:p>
                      <a:pPr rtl="1" algn="r"/>
                      <a:r>
                        <a:rPr sz="1700" b="0" i="0" lang="ar-EG" altLang="en-US">
                          <a:solidFill>
                            <a:srgbClr val="1C2333"/>
                          </a:solidFill>
                          <a:latin typeface="Traditional Arabic"/>
                        </a:rPr>
                        <a:t>انظر</a:t>
                      </a:r>
                    </a:p>
                  </a:txBody>
                  <a:tcPr>
                    <a:solidFill>
                      <a:srgbClr val="EEF3FA"/>
                    </a:solidFill>
                  </a:tcPr>
                </a:tc>
                <a:tc>
                  <a:txBody>
                    <a:bodyPr/>
                    <a:lstStyle/>
                    <a:p>
                      <a:pPr rtl="0" algn="l"/>
                      <a:r>
                        <a:rPr sz="1500" b="1" i="0" lang="en-US">
                          <a:solidFill>
                            <a:srgbClr val="229481"/>
                          </a:solidFill>
                          <a:latin typeface="Segoe UI"/>
                        </a:rPr>
                        <a:t>tonight</a:t>
                      </a:r>
                    </a:p>
                  </a:txBody>
                  <a:tcPr>
                    <a:solidFill>
                      <a:srgbClr val="EEF3FA"/>
                    </a:solidFill>
                  </a:tcPr>
                </a:tc>
                <a:tc>
                  <a:txBody>
                    <a:bodyPr/>
                    <a:lstStyle/>
                    <a:p>
                      <a:pPr rtl="1" algn="r"/>
                      <a:r>
                        <a:rPr sz="1700" b="0" i="0" lang="ar-EG" altLang="en-US">
                          <a:solidFill>
                            <a:srgbClr val="1C2333"/>
                          </a:solidFill>
                          <a:latin typeface="Traditional Arabic"/>
                        </a:rPr>
                        <a:t>في هذه الليلة</a:t>
                      </a:r>
                    </a:p>
                  </a:txBody>
                  <a:tcPr>
                    <a:solidFill>
                      <a:srgbClr val="EEF3FA"/>
                    </a:solidFill>
                  </a:tcPr>
                </a:tc>
              </a:tr>
              <a:tr h="384048">
                <a:tc>
                  <a:txBody>
                    <a:bodyPr/>
                    <a:lstStyle/>
                    <a:p>
                      <a:pPr rtl="0" algn="l"/>
                      <a:r>
                        <a:rPr sz="1500" b="1" i="0" lang="en-US">
                          <a:solidFill>
                            <a:srgbClr val="229481"/>
                          </a:solidFill>
                          <a:latin typeface="Segoe UI"/>
                        </a:rPr>
                        <a:t>at the moment</a:t>
                      </a:r>
                    </a:p>
                  </a:txBody>
                  <a:tcPr>
                    <a:solidFill>
                      <a:srgbClr val="FFFFFF"/>
                    </a:solidFill>
                  </a:tcPr>
                </a:tc>
                <a:tc>
                  <a:txBody>
                    <a:bodyPr/>
                    <a:lstStyle/>
                    <a:p>
                      <a:pPr rtl="1" algn="r"/>
                      <a:r>
                        <a:rPr sz="1700" b="0" i="0" lang="ar-EG" altLang="en-US">
                          <a:solidFill>
                            <a:srgbClr val="1C2333"/>
                          </a:solidFill>
                          <a:latin typeface="Traditional Arabic"/>
                        </a:rPr>
                        <a:t>في هذه اللحظة</a:t>
                      </a:r>
                    </a:p>
                  </a:txBody>
                  <a:tcPr>
                    <a:solidFill>
                      <a:srgbClr val="FFFFFF"/>
                    </a:solidFill>
                  </a:tcPr>
                </a:tc>
                <a:tc>
                  <a:txBody>
                    <a:bodyPr/>
                    <a:lstStyle/>
                    <a:p>
                      <a:pPr rtl="0" algn="l"/>
                      <a:r>
                        <a:rPr sz="1500" b="1" i="0" lang="en-US">
                          <a:solidFill>
                            <a:srgbClr val="229481"/>
                          </a:solidFill>
                          <a:latin typeface="Segoe UI"/>
                        </a:rPr>
                        <a:t>Look out!</a:t>
                      </a:r>
                    </a:p>
                  </a:txBody>
                  <a:tcPr>
                    <a:solidFill>
                      <a:srgbClr val="FFFFFF"/>
                    </a:solidFill>
                  </a:tcPr>
                </a:tc>
                <a:tc>
                  <a:txBody>
                    <a:bodyPr/>
                    <a:lstStyle/>
                    <a:p>
                      <a:pPr rtl="1" algn="r"/>
                      <a:r>
                        <a:rPr sz="1700" b="0" i="0" lang="ar-EG" altLang="en-US">
                          <a:solidFill>
                            <a:srgbClr val="1C2333"/>
                          </a:solidFill>
                          <a:latin typeface="Traditional Arabic"/>
                        </a:rPr>
                        <a:t>احترس</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229481"/>
                          </a:solidFill>
                          <a:latin typeface="Segoe UI"/>
                        </a:rPr>
                        <a:t>still</a:t>
                      </a:r>
                    </a:p>
                  </a:txBody>
                  <a:tcPr>
                    <a:solidFill>
                      <a:srgbClr val="EEF3FA"/>
                    </a:solidFill>
                  </a:tcPr>
                </a:tc>
                <a:tc>
                  <a:txBody>
                    <a:bodyPr/>
                    <a:lstStyle/>
                    <a:p>
                      <a:pPr rtl="1" algn="r"/>
                      <a:r>
                        <a:rPr sz="1700" b="0" i="0" lang="ar-EG" altLang="en-US">
                          <a:solidFill>
                            <a:srgbClr val="1C2333"/>
                          </a:solidFill>
                          <a:latin typeface="Traditional Arabic"/>
                        </a:rPr>
                        <a:t>ما زال</a:t>
                      </a:r>
                    </a:p>
                  </a:txBody>
                  <a:tcPr>
                    <a:solidFill>
                      <a:srgbClr val="EEF3FA"/>
                    </a:solidFill>
                  </a:tcPr>
                </a:tc>
                <a:tc>
                  <a:txBody>
                    <a:bodyPr/>
                    <a:lstStyle/>
                    <a:p>
                      <a:pPr rtl="0" algn="l"/>
                      <a:r>
                        <a:rPr sz="1500" b="1" i="0" lang="en-US">
                          <a:solidFill>
                            <a:srgbClr val="229481"/>
                          </a:solidFill>
                          <a:latin typeface="Segoe UI"/>
                        </a:rPr>
                        <a:t>Watch out!</a:t>
                      </a:r>
                    </a:p>
                  </a:txBody>
                  <a:tcPr>
                    <a:solidFill>
                      <a:srgbClr val="EEF3FA"/>
                    </a:solidFill>
                  </a:tcPr>
                </a:tc>
                <a:tc>
                  <a:txBody>
                    <a:bodyPr/>
                    <a:lstStyle/>
                    <a:p>
                      <a:pPr rtl="1" algn="r"/>
                      <a:r>
                        <a:rPr sz="1700" b="0" i="0" lang="ar-EG" altLang="en-US">
                          <a:solidFill>
                            <a:srgbClr val="1C2333"/>
                          </a:solidFill>
                          <a:latin typeface="Traditional Arabic"/>
                        </a:rPr>
                        <a:t>احترس</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A) Negation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am reading a new book now.</a:t>
            </a:r>
          </a:p>
          <a:p>
            <a:pPr rtl="0" algn="l">
              <a:spcAft>
                <a:spcPts val="800"/>
              </a:spcAft>
            </a:pPr>
            <a:r>
              <a:rPr sz="1800" b="0" i="0" lang="en-US">
                <a:solidFill>
                  <a:srgbClr val="1C2333"/>
                </a:solidFill>
                <a:latin typeface="Segoe UI"/>
              </a:rPr>
              <a:t>2) They are watching TV at the moment.</a:t>
            </a:r>
          </a:p>
          <a:p>
            <a:pPr rtl="0" algn="l">
              <a:spcAft>
                <a:spcPts val="800"/>
              </a:spcAft>
            </a:pPr>
            <a:r>
              <a:rPr sz="1800" b="0" i="0" lang="en-US">
                <a:solidFill>
                  <a:srgbClr val="1C2333"/>
                </a:solidFill>
                <a:latin typeface="Segoe UI"/>
              </a:rPr>
              <a:t>3) He is playing football at present.</a:t>
            </a:r>
          </a:p>
          <a:p>
            <a:pPr rtl="0" algn="l">
              <a:spcAft>
                <a:spcPts val="800"/>
              </a:spcAft>
            </a:pPr>
            <a:r>
              <a:rPr sz="1800" b="0" i="0" lang="en-US">
                <a:solidFill>
                  <a:srgbClr val="1C2333"/>
                </a:solidFill>
                <a:latin typeface="Segoe UI"/>
              </a:rPr>
              <a:t>4) We aren't having lunch now.</a:t>
            </a:r>
          </a:p>
          <a:p>
            <a:pPr rtl="0" algn="l">
              <a:spcAft>
                <a:spcPts val="800"/>
              </a:spcAft>
            </a:pPr>
            <a:r>
              <a:rPr sz="1800" b="0" i="0" lang="en-US">
                <a:solidFill>
                  <a:srgbClr val="1C2333"/>
                </a:solidFill>
                <a:latin typeface="Segoe UI"/>
              </a:rPr>
              <a:t>5) It isn't raining now.</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A) Negation · In-class Practice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am reading a new book now.</a:t>
            </a:r>
          </a:p>
          <a:p>
            <a:pPr lvl="1" rtl="0" algn="l">
              <a:spcAft>
                <a:spcPts val="700"/>
              </a:spcAft>
            </a:pPr>
            <a:r>
              <a:rPr sz="1600" b="1" i="0" lang="en-US">
                <a:solidFill>
                  <a:srgbClr val="0F7A3D"/>
                </a:solidFill>
                <a:latin typeface="Segoe UI"/>
              </a:rPr>
              <a:t>✔ I am not reading a new book now.</a:t>
            </a:r>
          </a:p>
          <a:p>
            <a:pPr rtl="0" algn="l">
              <a:spcAft>
                <a:spcPts val="300"/>
              </a:spcAft>
            </a:pPr>
            <a:r>
              <a:rPr sz="1700" b="0" i="0" lang="en-US">
                <a:solidFill>
                  <a:srgbClr val="1C2333"/>
                </a:solidFill>
                <a:latin typeface="Segoe UI"/>
              </a:rPr>
              <a:t>2) They are watching TV at the moment.</a:t>
            </a:r>
          </a:p>
          <a:p>
            <a:pPr lvl="1" rtl="0" algn="l">
              <a:spcAft>
                <a:spcPts val="700"/>
              </a:spcAft>
            </a:pPr>
            <a:r>
              <a:rPr sz="1600" b="1" i="0" lang="en-US">
                <a:solidFill>
                  <a:srgbClr val="0F7A3D"/>
                </a:solidFill>
                <a:latin typeface="Segoe UI"/>
              </a:rPr>
              <a:t>✔ They aren't watching TV at the moment.</a:t>
            </a:r>
          </a:p>
          <a:p>
            <a:pPr rtl="0" algn="l">
              <a:spcAft>
                <a:spcPts val="300"/>
              </a:spcAft>
            </a:pPr>
            <a:r>
              <a:rPr sz="1700" b="0" i="0" lang="en-US">
                <a:solidFill>
                  <a:srgbClr val="1C2333"/>
                </a:solidFill>
                <a:latin typeface="Segoe UI"/>
              </a:rPr>
              <a:t>3) He is playing football at present.</a:t>
            </a:r>
          </a:p>
          <a:p>
            <a:pPr lvl="1" rtl="0" algn="l">
              <a:spcAft>
                <a:spcPts val="700"/>
              </a:spcAft>
            </a:pPr>
            <a:r>
              <a:rPr sz="1600" b="1" i="0" lang="en-US">
                <a:solidFill>
                  <a:srgbClr val="0F7A3D"/>
                </a:solidFill>
                <a:latin typeface="Segoe UI"/>
              </a:rPr>
              <a:t>✔ He isn't playing football at present.</a:t>
            </a:r>
          </a:p>
          <a:p>
            <a:pPr rtl="0" algn="l">
              <a:spcAft>
                <a:spcPts val="300"/>
              </a:spcAft>
            </a:pPr>
            <a:r>
              <a:rPr sz="1700" b="0" i="0" lang="en-US">
                <a:solidFill>
                  <a:srgbClr val="1C2333"/>
                </a:solidFill>
                <a:latin typeface="Segoe UI"/>
              </a:rPr>
              <a:t>4) We aren't having lunch now.</a:t>
            </a:r>
          </a:p>
          <a:p>
            <a:pPr lvl="1" rtl="0" algn="l">
              <a:spcAft>
                <a:spcPts val="700"/>
              </a:spcAft>
            </a:pPr>
            <a:r>
              <a:rPr sz="1600" b="1" i="0" lang="en-US">
                <a:solidFill>
                  <a:srgbClr val="0F7A3D"/>
                </a:solidFill>
                <a:latin typeface="Segoe UI"/>
              </a:rPr>
              <a:t>✔ We are having lunch now.</a:t>
            </a:r>
          </a:p>
          <a:p>
            <a:pPr rtl="0" algn="l">
              <a:spcAft>
                <a:spcPts val="300"/>
              </a:spcAft>
            </a:pPr>
            <a:r>
              <a:rPr sz="1700" b="0" i="0" lang="en-US">
                <a:solidFill>
                  <a:srgbClr val="1C2333"/>
                </a:solidFill>
                <a:latin typeface="Segoe UI"/>
              </a:rPr>
              <a:t>5) It isn't raining now.</a:t>
            </a:r>
          </a:p>
          <a:p>
            <a:pPr lvl="1" rtl="0" algn="l">
              <a:spcAft>
                <a:spcPts val="700"/>
              </a:spcAft>
            </a:pPr>
            <a:r>
              <a:rPr sz="1600" b="1" i="0" lang="en-US">
                <a:solidFill>
                  <a:srgbClr val="0F7A3D"/>
                </a:solidFill>
                <a:latin typeface="Segoe UI"/>
              </a:rPr>
              <a:t>✔ It is raining now.</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My mum …… her story at the moment.   (reading – reads – is reading – read)</a:t>
            </a:r>
          </a:p>
          <a:p>
            <a:pPr rtl="0" algn="l">
              <a:spcAft>
                <a:spcPts val="800"/>
              </a:spcAft>
            </a:pPr>
            <a:r>
              <a:rPr sz="1800" b="0" i="0" lang="en-US">
                <a:solidFill>
                  <a:srgbClr val="1C2333"/>
                </a:solidFill>
                <a:latin typeface="Segoe UI"/>
              </a:rPr>
              <a:t>2) Watch out, the car is …… fast.   (come – is coming – comes – coming)</a:t>
            </a:r>
          </a:p>
          <a:p>
            <a:pPr rtl="0" algn="l">
              <a:spcAft>
                <a:spcPts val="800"/>
              </a:spcAft>
            </a:pPr>
            <a:r>
              <a:rPr sz="1800" b="0" i="0" lang="en-US">
                <a:solidFill>
                  <a:srgbClr val="1C2333"/>
                </a:solidFill>
                <a:latin typeface="Segoe UI"/>
              </a:rPr>
              <a:t>3) Look, they …… football.   (is playing – are playing – am playing – play)</a:t>
            </a:r>
          </a:p>
          <a:p>
            <a:pPr rtl="0" algn="l">
              <a:spcAft>
                <a:spcPts val="800"/>
              </a:spcAft>
            </a:pPr>
            <a:r>
              <a:rPr sz="1800" b="0" i="0" lang="en-US">
                <a:solidFill>
                  <a:srgbClr val="1C2333"/>
                </a:solidFill>
                <a:latin typeface="Segoe UI"/>
              </a:rPr>
              <a:t>4) Take care, it is …… outside.   (rained – raining – rains – rain)</a:t>
            </a:r>
          </a:p>
          <a:p>
            <a:pPr rtl="0" algn="l">
              <a:spcAft>
                <a:spcPts val="800"/>
              </a:spcAft>
            </a:pPr>
            <a:r>
              <a:rPr sz="1800" b="0" i="0" lang="en-US">
                <a:solidFill>
                  <a:srgbClr val="1C2333"/>
                </a:solidFill>
                <a:latin typeface="Segoe UI"/>
              </a:rPr>
              <a:t>5) We …… having a party tonight.   (were – are – is – was)</a:t>
            </a:r>
          </a:p>
          <a:p>
            <a:pPr rtl="0" algn="l">
              <a:spcAft>
                <a:spcPts val="800"/>
              </a:spcAft>
            </a:pPr>
            <a:r>
              <a:rPr sz="1800" b="0" i="0" lang="en-US">
                <a:solidFill>
                  <a:srgbClr val="1C2333"/>
                </a:solidFill>
                <a:latin typeface="Segoe UI"/>
              </a:rPr>
              <a:t>6) My parents …… watching TV at the moment.   (isn't – weren't – aren't – don't)</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My mum …… her story at the moment.   (reading – reads – is reading – read)</a:t>
            </a:r>
          </a:p>
          <a:p>
            <a:pPr lvl="1" rtl="0" algn="l">
              <a:spcAft>
                <a:spcPts val="700"/>
              </a:spcAft>
            </a:pPr>
            <a:r>
              <a:rPr sz="1600" b="1" i="0" lang="en-US">
                <a:solidFill>
                  <a:srgbClr val="0F7A3D"/>
                </a:solidFill>
                <a:latin typeface="Segoe UI"/>
              </a:rPr>
              <a:t>✔ is reading</a:t>
            </a:r>
          </a:p>
          <a:p>
            <a:pPr rtl="0" algn="l">
              <a:spcAft>
                <a:spcPts val="300"/>
              </a:spcAft>
            </a:pPr>
            <a:r>
              <a:rPr sz="1700" b="0" i="0" lang="en-US">
                <a:solidFill>
                  <a:srgbClr val="1C2333"/>
                </a:solidFill>
                <a:latin typeface="Segoe UI"/>
              </a:rPr>
              <a:t>2) Watch out, the car is …… fast.   (come – is coming – comes – coming)</a:t>
            </a:r>
          </a:p>
          <a:p>
            <a:pPr lvl="1" rtl="0" algn="l">
              <a:spcAft>
                <a:spcPts val="700"/>
              </a:spcAft>
            </a:pPr>
            <a:r>
              <a:rPr sz="1600" b="1" i="0" lang="en-US">
                <a:solidFill>
                  <a:srgbClr val="0F7A3D"/>
                </a:solidFill>
                <a:latin typeface="Segoe UI"/>
              </a:rPr>
              <a:t>✔ coming</a:t>
            </a:r>
          </a:p>
          <a:p>
            <a:pPr rtl="0" algn="l">
              <a:spcAft>
                <a:spcPts val="300"/>
              </a:spcAft>
            </a:pPr>
            <a:r>
              <a:rPr sz="1700" b="0" i="0" lang="en-US">
                <a:solidFill>
                  <a:srgbClr val="1C2333"/>
                </a:solidFill>
                <a:latin typeface="Segoe UI"/>
              </a:rPr>
              <a:t>3) Look, they …… football.   (is playing – are playing – am playing – play)</a:t>
            </a:r>
          </a:p>
          <a:p>
            <a:pPr lvl="1" rtl="0" algn="l">
              <a:spcAft>
                <a:spcPts val="700"/>
              </a:spcAft>
            </a:pPr>
            <a:r>
              <a:rPr sz="1600" b="1" i="0" lang="en-US">
                <a:solidFill>
                  <a:srgbClr val="0F7A3D"/>
                </a:solidFill>
                <a:latin typeface="Segoe UI"/>
              </a:rPr>
              <a:t>✔ are playing</a:t>
            </a:r>
          </a:p>
          <a:p>
            <a:pPr rtl="0" algn="l">
              <a:spcAft>
                <a:spcPts val="300"/>
              </a:spcAft>
            </a:pPr>
            <a:r>
              <a:rPr sz="1700" b="0" i="0" lang="en-US">
                <a:solidFill>
                  <a:srgbClr val="1C2333"/>
                </a:solidFill>
                <a:latin typeface="Segoe UI"/>
              </a:rPr>
              <a:t>4) Take care, it is …… outside.   (rained – raining – rains – rain)</a:t>
            </a:r>
          </a:p>
          <a:p>
            <a:pPr lvl="1" rtl="0" algn="l">
              <a:spcAft>
                <a:spcPts val="700"/>
              </a:spcAft>
            </a:pPr>
            <a:r>
              <a:rPr sz="1600" b="1" i="0" lang="en-US">
                <a:solidFill>
                  <a:srgbClr val="0F7A3D"/>
                </a:solidFill>
                <a:latin typeface="Segoe UI"/>
              </a:rPr>
              <a:t>✔ raining</a:t>
            </a:r>
          </a:p>
          <a:p>
            <a:pPr rtl="0" algn="l">
              <a:spcAft>
                <a:spcPts val="300"/>
              </a:spcAft>
            </a:pPr>
            <a:r>
              <a:rPr sz="1700" b="0" i="0" lang="en-US">
                <a:solidFill>
                  <a:srgbClr val="1C2333"/>
                </a:solidFill>
                <a:latin typeface="Segoe UI"/>
              </a:rPr>
              <a:t>5) We …… having a party tonight.   (were – are – is – was)</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6) My parents …… watching TV at the moment.   (isn't – weren't – aren't – don't)</a:t>
            </a:r>
          </a:p>
          <a:p>
            <a:pPr lvl="1" rtl="0" algn="l">
              <a:spcAft>
                <a:spcPts val="700"/>
              </a:spcAft>
            </a:pPr>
            <a:r>
              <a:rPr sz="1600" b="1" i="0" lang="en-US">
                <a:solidFill>
                  <a:srgbClr val="0F7A3D"/>
                </a:solidFill>
                <a:latin typeface="Segoe UI"/>
              </a:rPr>
              <a:t>✔ aren't</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brother and I …… playing chess now.   (is – are – were – was)</a:t>
            </a:r>
          </a:p>
          <a:p>
            <a:pPr rtl="0" algn="l">
              <a:spcAft>
                <a:spcPts val="800"/>
              </a:spcAft>
            </a:pPr>
            <a:r>
              <a:rPr sz="1800" b="0" i="0" lang="en-US">
                <a:solidFill>
                  <a:srgbClr val="1C2333"/>
                </a:solidFill>
                <a:latin typeface="Segoe UI"/>
              </a:rPr>
              <a:t>8) My sister isn't …… a cake at the moment.   (makes – made – making – is making)</a:t>
            </a:r>
          </a:p>
          <a:p>
            <a:pPr rtl="0" algn="l">
              <a:spcAft>
                <a:spcPts val="800"/>
              </a:spcAft>
            </a:pPr>
            <a:r>
              <a:rPr sz="1800" b="0" i="0" lang="en-US">
                <a:solidFill>
                  <a:srgbClr val="1C2333"/>
                </a:solidFill>
                <a:latin typeface="Segoe UI"/>
              </a:rPr>
              <a:t>9) They …… listening to music now.   (isn't – am not – aren't – don't)</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B) Choose the correct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brother and I …… playing chess now.   (is – are – were – was)</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8) My sister isn't …… a cake at the moment.   (makes – made – making – is making)</a:t>
            </a:r>
          </a:p>
          <a:p>
            <a:pPr lvl="1" rtl="0" algn="l">
              <a:spcAft>
                <a:spcPts val="700"/>
              </a:spcAft>
            </a:pPr>
            <a:r>
              <a:rPr sz="1600" b="1" i="0" lang="en-US">
                <a:solidFill>
                  <a:srgbClr val="0F7A3D"/>
                </a:solidFill>
                <a:latin typeface="Segoe UI"/>
              </a:rPr>
              <a:t>✔ making</a:t>
            </a:r>
          </a:p>
          <a:p>
            <a:pPr rtl="0" algn="l">
              <a:spcAft>
                <a:spcPts val="300"/>
              </a:spcAft>
            </a:pPr>
            <a:r>
              <a:rPr sz="1700" b="0" i="0" lang="en-US">
                <a:solidFill>
                  <a:srgbClr val="1C2333"/>
                </a:solidFill>
                <a:latin typeface="Segoe UI"/>
              </a:rPr>
              <a:t>9) They …… listening to music now.   (isn't – am not – aren't – don't)</a:t>
            </a:r>
          </a:p>
          <a:p>
            <a:pPr lvl="1" rtl="0" algn="l">
              <a:spcAft>
                <a:spcPts val="700"/>
              </a:spcAft>
            </a:pPr>
            <a:r>
              <a:rPr sz="1600" b="1" i="0" lang="en-US">
                <a:solidFill>
                  <a:srgbClr val="0F7A3D"/>
                </a:solidFill>
                <a:latin typeface="Segoe UI"/>
              </a:rPr>
              <a:t>✔ aren't</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It is raining now.</a:t>
            </a:r>
          </a:p>
          <a:p>
            <a:pPr rtl="0" algn="l">
              <a:spcAft>
                <a:spcPts val="800"/>
              </a:spcAft>
            </a:pPr>
            <a:r>
              <a:rPr sz="1800" b="0" i="0" lang="en-US">
                <a:solidFill>
                  <a:srgbClr val="1C2333"/>
                </a:solidFill>
                <a:latin typeface="Segoe UI"/>
              </a:rPr>
              <a:t>2) They are playing football at the moment.</a:t>
            </a:r>
          </a:p>
          <a:p>
            <a:pPr rtl="0" algn="l">
              <a:spcAft>
                <a:spcPts val="800"/>
              </a:spcAft>
            </a:pPr>
            <a:r>
              <a:rPr sz="1800" b="0" i="0" lang="en-US">
                <a:solidFill>
                  <a:srgbClr val="1C2333"/>
                </a:solidFill>
                <a:latin typeface="Segoe UI"/>
              </a:rPr>
              <a:t>3) She is making a cake at present.</a:t>
            </a:r>
          </a:p>
          <a:p>
            <a:pPr rtl="0" algn="l">
              <a:spcAft>
                <a:spcPts val="800"/>
              </a:spcAft>
            </a:pPr>
            <a:r>
              <a:rPr sz="1800" b="0" i="0" lang="en-US">
                <a:solidFill>
                  <a:srgbClr val="1C2333"/>
                </a:solidFill>
                <a:latin typeface="Segoe UI"/>
              </a:rPr>
              <a:t>4) I am listening to music at the moment.</a:t>
            </a:r>
          </a:p>
          <a:p>
            <a:pPr rtl="0" algn="l">
              <a:spcAft>
                <a:spcPts val="800"/>
              </a:spcAft>
            </a:pPr>
            <a:r>
              <a:rPr sz="1800" b="0" i="0" lang="en-US">
                <a:solidFill>
                  <a:srgbClr val="1C2333"/>
                </a:solidFill>
                <a:latin typeface="Segoe UI"/>
              </a:rPr>
              <a:t>5) He is washing the car now.</a:t>
            </a:r>
          </a:p>
          <a:p>
            <a:pPr rtl="0" algn="l">
              <a:spcAft>
                <a:spcPts val="800"/>
              </a:spcAft>
            </a:pPr>
            <a:r>
              <a:rPr sz="1800" b="0" i="0" lang="en-US">
                <a:solidFill>
                  <a:srgbClr val="1C2333"/>
                </a:solidFill>
                <a:latin typeface="Segoe UI"/>
              </a:rPr>
              <a:t>6) We are walking to school at the moment.</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It is raining now.</a:t>
            </a:r>
          </a:p>
          <a:p>
            <a:pPr lvl="1" rtl="0" algn="l">
              <a:spcAft>
                <a:spcPts val="700"/>
              </a:spcAft>
            </a:pPr>
            <a:r>
              <a:rPr sz="1600" b="1" i="0" lang="en-US">
                <a:solidFill>
                  <a:srgbClr val="0F7A3D"/>
                </a:solidFill>
                <a:latin typeface="Segoe UI"/>
              </a:rPr>
              <a:t>✔ Is it raining now?</a:t>
            </a:r>
          </a:p>
          <a:p>
            <a:pPr rtl="0" algn="l">
              <a:spcAft>
                <a:spcPts val="300"/>
              </a:spcAft>
            </a:pPr>
            <a:r>
              <a:rPr sz="1700" b="0" i="0" lang="en-US">
                <a:solidFill>
                  <a:srgbClr val="1C2333"/>
                </a:solidFill>
                <a:latin typeface="Segoe UI"/>
              </a:rPr>
              <a:t>2) They are playing football at the moment.</a:t>
            </a:r>
          </a:p>
          <a:p>
            <a:pPr lvl="1" rtl="0" algn="l">
              <a:spcAft>
                <a:spcPts val="700"/>
              </a:spcAft>
            </a:pPr>
            <a:r>
              <a:rPr sz="1600" b="1" i="0" lang="en-US">
                <a:solidFill>
                  <a:srgbClr val="0F7A3D"/>
                </a:solidFill>
                <a:latin typeface="Segoe UI"/>
              </a:rPr>
              <a:t>✔ Are they playing football at the moment?</a:t>
            </a:r>
          </a:p>
          <a:p>
            <a:pPr rtl="0" algn="l">
              <a:spcAft>
                <a:spcPts val="300"/>
              </a:spcAft>
            </a:pPr>
            <a:r>
              <a:rPr sz="1700" b="0" i="0" lang="en-US">
                <a:solidFill>
                  <a:srgbClr val="1C2333"/>
                </a:solidFill>
                <a:latin typeface="Segoe UI"/>
              </a:rPr>
              <a:t>3) She is making a cake at present.</a:t>
            </a:r>
          </a:p>
          <a:p>
            <a:pPr lvl="1" rtl="0" algn="l">
              <a:spcAft>
                <a:spcPts val="700"/>
              </a:spcAft>
            </a:pPr>
            <a:r>
              <a:rPr sz="1600" b="1" i="0" lang="en-US">
                <a:solidFill>
                  <a:srgbClr val="0F7A3D"/>
                </a:solidFill>
                <a:latin typeface="Segoe UI"/>
              </a:rPr>
              <a:t>✔ Is she making a cake at present?</a:t>
            </a:r>
          </a:p>
          <a:p>
            <a:pPr rtl="0" algn="l">
              <a:spcAft>
                <a:spcPts val="300"/>
              </a:spcAft>
            </a:pPr>
            <a:r>
              <a:rPr sz="1700" b="0" i="0" lang="en-US">
                <a:solidFill>
                  <a:srgbClr val="1C2333"/>
                </a:solidFill>
                <a:latin typeface="Segoe UI"/>
              </a:rPr>
              <a:t>4) I am listening to music at the moment.</a:t>
            </a:r>
          </a:p>
          <a:p>
            <a:pPr lvl="1" rtl="0" algn="l">
              <a:spcAft>
                <a:spcPts val="700"/>
              </a:spcAft>
            </a:pPr>
            <a:r>
              <a:rPr sz="1600" b="1" i="0" lang="en-US">
                <a:solidFill>
                  <a:srgbClr val="0F7A3D"/>
                </a:solidFill>
                <a:latin typeface="Segoe UI"/>
              </a:rPr>
              <a:t>✔ Are you listening to music at the moment?</a:t>
            </a:r>
          </a:p>
          <a:p>
            <a:pPr rtl="0" algn="l">
              <a:spcAft>
                <a:spcPts val="300"/>
              </a:spcAft>
            </a:pPr>
            <a:r>
              <a:rPr sz="1700" b="0" i="0" lang="en-US">
                <a:solidFill>
                  <a:srgbClr val="1C2333"/>
                </a:solidFill>
                <a:latin typeface="Segoe UI"/>
              </a:rPr>
              <a:t>5) He is washing the car now.</a:t>
            </a:r>
          </a:p>
          <a:p>
            <a:pPr lvl="1" rtl="0" algn="l">
              <a:spcAft>
                <a:spcPts val="700"/>
              </a:spcAft>
            </a:pPr>
            <a:r>
              <a:rPr sz="1600" b="1" i="0" lang="en-US">
                <a:solidFill>
                  <a:srgbClr val="0F7A3D"/>
                </a:solidFill>
                <a:latin typeface="Segoe UI"/>
              </a:rPr>
              <a:t>✔ Is he washing the car now?</a:t>
            </a:r>
          </a:p>
          <a:p>
            <a:pPr rtl="0" algn="l">
              <a:spcAft>
                <a:spcPts val="300"/>
              </a:spcAft>
            </a:pPr>
            <a:r>
              <a:rPr sz="1700" b="0" i="0" lang="en-US">
                <a:solidFill>
                  <a:srgbClr val="1C2333"/>
                </a:solidFill>
                <a:latin typeface="Segoe UI"/>
              </a:rPr>
              <a:t>6) We are walking to school at the moment.</a:t>
            </a:r>
          </a:p>
          <a:p>
            <a:pPr lvl="1" rtl="0" algn="l">
              <a:spcAft>
                <a:spcPts val="700"/>
              </a:spcAft>
            </a:pPr>
            <a:r>
              <a:rPr sz="1600" b="1" i="0" lang="en-US">
                <a:solidFill>
                  <a:srgbClr val="0F7A3D"/>
                </a:solidFill>
                <a:latin typeface="Segoe UI"/>
              </a:rPr>
              <a:t>✔ Are you walking to school at the moment?</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parents are having a party at the moment.</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parents are having a party at the moment.</a:t>
            </a:r>
          </a:p>
          <a:p>
            <a:pPr lvl="1" rtl="0" algn="l">
              <a:spcAft>
                <a:spcPts val="700"/>
              </a:spcAft>
            </a:pPr>
            <a:r>
              <a:rPr sz="1600" b="1" i="0" lang="en-US">
                <a:solidFill>
                  <a:srgbClr val="0F7A3D"/>
                </a:solidFill>
                <a:latin typeface="Segoe UI"/>
              </a:rPr>
              <a:t>✔ Are your parents having a party at the moment?</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watching TV at the moment. (When)</a:t>
            </a:r>
          </a:p>
          <a:p>
            <a:pPr rtl="0" algn="l">
              <a:spcAft>
                <a:spcPts val="800"/>
              </a:spcAft>
            </a:pPr>
            <a:r>
              <a:rPr sz="1800" b="0" i="0" lang="en-US">
                <a:solidFill>
                  <a:srgbClr val="1C2333"/>
                </a:solidFill>
                <a:latin typeface="Segoe UI"/>
              </a:rPr>
              <a:t>2) They are playing football now. (What)</a:t>
            </a:r>
          </a:p>
          <a:p>
            <a:pPr rtl="0" algn="l">
              <a:spcAft>
                <a:spcPts val="800"/>
              </a:spcAft>
            </a:pPr>
            <a:r>
              <a:rPr sz="1800" b="0" i="0" lang="en-US">
                <a:solidFill>
                  <a:srgbClr val="1C2333"/>
                </a:solidFill>
                <a:latin typeface="Segoe UI"/>
              </a:rPr>
              <a:t>3) I am listening to music in my room. (Where)</a:t>
            </a:r>
          </a:p>
          <a:p>
            <a:pPr rtl="0" algn="l">
              <a:spcAft>
                <a:spcPts val="800"/>
              </a:spcAft>
            </a:pPr>
            <a:r>
              <a:rPr sz="1800" b="0" i="0" lang="en-US">
                <a:solidFill>
                  <a:srgbClr val="1C2333"/>
                </a:solidFill>
                <a:latin typeface="Segoe UI"/>
              </a:rPr>
              <a:t>4) We are travelling to Cairo by plane. (How)</a:t>
            </a:r>
          </a:p>
          <a:p>
            <a:pPr rtl="0" algn="l">
              <a:spcAft>
                <a:spcPts val="800"/>
              </a:spcAft>
            </a:pPr>
            <a:r>
              <a:rPr sz="1800" b="0" i="0" lang="en-US">
                <a:solidFill>
                  <a:srgbClr val="1C2333"/>
                </a:solidFill>
                <a:latin typeface="Segoe UI"/>
              </a:rPr>
              <a:t>5) She is running with her brother. (Who)</a:t>
            </a:r>
          </a:p>
          <a:p>
            <a:pPr rtl="0" algn="l">
              <a:spcAft>
                <a:spcPts val="800"/>
              </a:spcAft>
            </a:pPr>
            <a:r>
              <a:rPr sz="1800" b="0" i="0" lang="en-US">
                <a:solidFill>
                  <a:srgbClr val="1C2333"/>
                </a:solidFill>
                <a:latin typeface="Segoe UI"/>
              </a:rPr>
              <a:t>6) I am visiting Alexandria tonight. (When)</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watching TV at the moment. (When)</a:t>
            </a:r>
          </a:p>
          <a:p>
            <a:pPr lvl="1" rtl="0" algn="l">
              <a:spcAft>
                <a:spcPts val="700"/>
              </a:spcAft>
            </a:pPr>
            <a:r>
              <a:rPr sz="1600" b="1" i="0" lang="en-US">
                <a:solidFill>
                  <a:srgbClr val="0F7A3D"/>
                </a:solidFill>
                <a:latin typeface="Segoe UI"/>
              </a:rPr>
              <a:t>✔ When is he watching TV?</a:t>
            </a:r>
          </a:p>
          <a:p>
            <a:pPr rtl="0" algn="l">
              <a:spcAft>
                <a:spcPts val="300"/>
              </a:spcAft>
            </a:pPr>
            <a:r>
              <a:rPr sz="1700" b="0" i="0" lang="en-US">
                <a:solidFill>
                  <a:srgbClr val="1C2333"/>
                </a:solidFill>
                <a:latin typeface="Segoe UI"/>
              </a:rPr>
              <a:t>2) They are playing football now. (What)</a:t>
            </a:r>
          </a:p>
          <a:p>
            <a:pPr lvl="1" rtl="0" algn="l">
              <a:spcAft>
                <a:spcPts val="700"/>
              </a:spcAft>
            </a:pPr>
            <a:r>
              <a:rPr sz="1600" b="1" i="0" lang="en-US">
                <a:solidFill>
                  <a:srgbClr val="0F7A3D"/>
                </a:solidFill>
                <a:latin typeface="Segoe UI"/>
              </a:rPr>
              <a:t>✔ What are they playing now?</a:t>
            </a:r>
          </a:p>
          <a:p>
            <a:pPr rtl="0" algn="l">
              <a:spcAft>
                <a:spcPts val="300"/>
              </a:spcAft>
            </a:pPr>
            <a:r>
              <a:rPr sz="1700" b="0" i="0" lang="en-US">
                <a:solidFill>
                  <a:srgbClr val="1C2333"/>
                </a:solidFill>
                <a:latin typeface="Segoe UI"/>
              </a:rPr>
              <a:t>3) I am listening to music in my room. (Where)</a:t>
            </a:r>
          </a:p>
          <a:p>
            <a:pPr lvl="1" rtl="0" algn="l">
              <a:spcAft>
                <a:spcPts val="700"/>
              </a:spcAft>
            </a:pPr>
            <a:r>
              <a:rPr sz="1600" b="1" i="0" lang="en-US">
                <a:solidFill>
                  <a:srgbClr val="0F7A3D"/>
                </a:solidFill>
                <a:latin typeface="Segoe UI"/>
              </a:rPr>
              <a:t>✔ Where are you listening to music?</a:t>
            </a:r>
          </a:p>
          <a:p>
            <a:pPr rtl="0" algn="l">
              <a:spcAft>
                <a:spcPts val="300"/>
              </a:spcAft>
            </a:pPr>
            <a:r>
              <a:rPr sz="1700" b="0" i="0" lang="en-US">
                <a:solidFill>
                  <a:srgbClr val="1C2333"/>
                </a:solidFill>
                <a:latin typeface="Segoe UI"/>
              </a:rPr>
              <a:t>4) We are travelling to Cairo by plane. (How)</a:t>
            </a:r>
          </a:p>
          <a:p>
            <a:pPr lvl="1" rtl="0" algn="l">
              <a:spcAft>
                <a:spcPts val="700"/>
              </a:spcAft>
            </a:pPr>
            <a:r>
              <a:rPr sz="1600" b="1" i="0" lang="en-US">
                <a:solidFill>
                  <a:srgbClr val="0F7A3D"/>
                </a:solidFill>
                <a:latin typeface="Segoe UI"/>
              </a:rPr>
              <a:t>✔ How are you travelling to Cairo?</a:t>
            </a:r>
          </a:p>
          <a:p>
            <a:pPr rtl="0" algn="l">
              <a:spcAft>
                <a:spcPts val="300"/>
              </a:spcAft>
            </a:pPr>
            <a:r>
              <a:rPr sz="1700" b="0" i="0" lang="en-US">
                <a:solidFill>
                  <a:srgbClr val="1C2333"/>
                </a:solidFill>
                <a:latin typeface="Segoe UI"/>
              </a:rPr>
              <a:t>5) She is running with her brother. (Who)</a:t>
            </a:r>
          </a:p>
          <a:p>
            <a:pPr lvl="1" rtl="0" algn="l">
              <a:spcAft>
                <a:spcPts val="700"/>
              </a:spcAft>
            </a:pPr>
            <a:r>
              <a:rPr sz="1600" b="1" i="0" lang="en-US">
                <a:solidFill>
                  <a:srgbClr val="0F7A3D"/>
                </a:solidFill>
                <a:latin typeface="Segoe UI"/>
              </a:rPr>
              <a:t>✔ Who is she running with?</a:t>
            </a:r>
          </a:p>
          <a:p>
            <a:pPr rtl="0" algn="l">
              <a:spcAft>
                <a:spcPts val="300"/>
              </a:spcAft>
            </a:pPr>
            <a:r>
              <a:rPr sz="1700" b="0" i="0" lang="en-US">
                <a:solidFill>
                  <a:srgbClr val="1C2333"/>
                </a:solidFill>
                <a:latin typeface="Segoe UI"/>
              </a:rPr>
              <a:t>6) I am visiting Alexandria tonight. (When)</a:t>
            </a:r>
          </a:p>
          <a:p>
            <a:pPr lvl="1" rtl="0" algn="l">
              <a:spcAft>
                <a:spcPts val="700"/>
              </a:spcAft>
            </a:pPr>
            <a:r>
              <a:rPr sz="1600" b="1" i="0" lang="en-US">
                <a:solidFill>
                  <a:srgbClr val="0F7A3D"/>
                </a:solidFill>
                <a:latin typeface="Segoe UI"/>
              </a:rPr>
              <a:t>✔ When are you visiting Alexandria?</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brother is reading a new story. (What)</a:t>
            </a:r>
          </a:p>
          <a:p>
            <a:pPr rtl="0" algn="l">
              <a:spcAft>
                <a:spcPts val="800"/>
              </a:spcAft>
            </a:pPr>
            <a:r>
              <a:rPr sz="1800" b="0" i="0" lang="en-US">
                <a:solidFill>
                  <a:srgbClr val="1C2333"/>
                </a:solidFill>
                <a:latin typeface="Segoe UI"/>
              </a:rPr>
              <a:t>8) My parents are working in Cairo. (Where)</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D) Make a question using the question word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brother is reading a new story. (What)</a:t>
            </a:r>
          </a:p>
          <a:p>
            <a:pPr lvl="1" rtl="0" algn="l">
              <a:spcAft>
                <a:spcPts val="700"/>
              </a:spcAft>
            </a:pPr>
            <a:r>
              <a:rPr sz="1600" b="1" i="0" lang="en-US">
                <a:solidFill>
                  <a:srgbClr val="0F7A3D"/>
                </a:solidFill>
                <a:latin typeface="Segoe UI"/>
              </a:rPr>
              <a:t>✔ What is your brother reading?</a:t>
            </a:r>
          </a:p>
          <a:p>
            <a:pPr rtl="0" algn="l">
              <a:spcAft>
                <a:spcPts val="300"/>
              </a:spcAft>
            </a:pPr>
            <a:r>
              <a:rPr sz="1700" b="0" i="0" lang="en-US">
                <a:solidFill>
                  <a:srgbClr val="1C2333"/>
                </a:solidFill>
                <a:latin typeface="Segoe UI"/>
              </a:rPr>
              <a:t>8) My parents are working in Cairo. (Where)</a:t>
            </a:r>
          </a:p>
          <a:p>
            <a:pPr lvl="1" rtl="0" algn="l">
              <a:spcAft>
                <a:spcPts val="700"/>
              </a:spcAft>
            </a:pPr>
            <a:r>
              <a:rPr sz="1600" b="1" i="0" lang="en-US">
                <a:solidFill>
                  <a:srgbClr val="0F7A3D"/>
                </a:solidFill>
                <a:latin typeface="Segoe UI"/>
              </a:rPr>
              <a:t>✔ Where are your parents working?</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Is they reading a new book now?</a:t>
            </a:r>
          </a:p>
          <a:p>
            <a:pPr rtl="0" algn="l">
              <a:spcAft>
                <a:spcPts val="800"/>
              </a:spcAft>
            </a:pPr>
            <a:r>
              <a:rPr sz="1800" b="0" i="0" lang="en-US">
                <a:solidFill>
                  <a:srgbClr val="1C2333"/>
                </a:solidFill>
                <a:latin typeface="Segoe UI"/>
              </a:rPr>
              <a:t>2) Mona is listen to music at the moment.</a:t>
            </a:r>
          </a:p>
          <a:p>
            <a:pPr rtl="0" algn="l">
              <a:spcAft>
                <a:spcPts val="800"/>
              </a:spcAft>
            </a:pPr>
            <a:r>
              <a:rPr sz="1800" b="0" i="0" lang="en-US">
                <a:solidFill>
                  <a:srgbClr val="1C2333"/>
                </a:solidFill>
                <a:latin typeface="Segoe UI"/>
              </a:rPr>
              <a:t>3) We is making an apple pie.</a:t>
            </a:r>
          </a:p>
          <a:p>
            <a:pPr rtl="0" algn="l">
              <a:spcAft>
                <a:spcPts val="800"/>
              </a:spcAft>
            </a:pPr>
            <a:r>
              <a:rPr sz="1800" b="0" i="0" lang="en-US">
                <a:solidFill>
                  <a:srgbClr val="1C2333"/>
                </a:solidFill>
                <a:latin typeface="Segoe UI"/>
              </a:rPr>
              <a:t>4) What are your mum doing?</a:t>
            </a:r>
          </a:p>
          <a:p>
            <a:pPr rtl="0" algn="l">
              <a:spcAft>
                <a:spcPts val="800"/>
              </a:spcAft>
            </a:pPr>
            <a:r>
              <a:rPr sz="1800" b="0" i="0" lang="en-US">
                <a:solidFill>
                  <a:srgbClr val="1C2333"/>
                </a:solidFill>
                <a:latin typeface="Segoe UI"/>
              </a:rPr>
              <a:t>5) I am drink coffee at the moment.</a:t>
            </a:r>
          </a:p>
          <a:p>
            <a:pPr rtl="0" algn="l">
              <a:spcAft>
                <a:spcPts val="800"/>
              </a:spcAft>
            </a:pPr>
            <a:r>
              <a:rPr sz="1800" b="0" i="0" lang="en-US">
                <a:solidFill>
                  <a:srgbClr val="1C2333"/>
                </a:solidFill>
                <a:latin typeface="Segoe UI"/>
              </a:rPr>
              <a:t>6) Omar is takes a photo now.</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Is they reading a new book now?</a:t>
            </a:r>
          </a:p>
          <a:p>
            <a:pPr lvl="1" rtl="0" algn="l">
              <a:spcAft>
                <a:spcPts val="700"/>
              </a:spcAft>
            </a:pPr>
            <a:r>
              <a:rPr sz="1600" b="1" i="0" lang="en-US">
                <a:solidFill>
                  <a:srgbClr val="0F7A3D"/>
                </a:solidFill>
                <a:latin typeface="Segoe UI"/>
              </a:rPr>
              <a:t>✔ Are they reading a new book now?</a:t>
            </a:r>
          </a:p>
          <a:p>
            <a:pPr rtl="0" algn="l">
              <a:spcAft>
                <a:spcPts val="300"/>
              </a:spcAft>
            </a:pPr>
            <a:r>
              <a:rPr sz="1700" b="0" i="0" lang="en-US">
                <a:solidFill>
                  <a:srgbClr val="1C2333"/>
                </a:solidFill>
                <a:latin typeface="Segoe UI"/>
              </a:rPr>
              <a:t>2) Mona is listen to music at the moment.</a:t>
            </a:r>
          </a:p>
          <a:p>
            <a:pPr lvl="1" rtl="0" algn="l">
              <a:spcAft>
                <a:spcPts val="700"/>
              </a:spcAft>
            </a:pPr>
            <a:r>
              <a:rPr sz="1600" b="1" i="0" lang="en-US">
                <a:solidFill>
                  <a:srgbClr val="0F7A3D"/>
                </a:solidFill>
                <a:latin typeface="Segoe UI"/>
              </a:rPr>
              <a:t>✔ Mona is listening to music at the moment.</a:t>
            </a:r>
          </a:p>
          <a:p>
            <a:pPr rtl="0" algn="l">
              <a:spcAft>
                <a:spcPts val="300"/>
              </a:spcAft>
            </a:pPr>
            <a:r>
              <a:rPr sz="1700" b="0" i="0" lang="en-US">
                <a:solidFill>
                  <a:srgbClr val="1C2333"/>
                </a:solidFill>
                <a:latin typeface="Segoe UI"/>
              </a:rPr>
              <a:t>3) We is making an apple pie.</a:t>
            </a:r>
          </a:p>
          <a:p>
            <a:pPr lvl="1" rtl="0" algn="l">
              <a:spcAft>
                <a:spcPts val="700"/>
              </a:spcAft>
            </a:pPr>
            <a:r>
              <a:rPr sz="1600" b="1" i="0" lang="en-US">
                <a:solidFill>
                  <a:srgbClr val="0F7A3D"/>
                </a:solidFill>
                <a:latin typeface="Segoe UI"/>
              </a:rPr>
              <a:t>✔ We are making an apple pie.</a:t>
            </a:r>
          </a:p>
          <a:p>
            <a:pPr rtl="0" algn="l">
              <a:spcAft>
                <a:spcPts val="300"/>
              </a:spcAft>
            </a:pPr>
            <a:r>
              <a:rPr sz="1700" b="0" i="0" lang="en-US">
                <a:solidFill>
                  <a:srgbClr val="1C2333"/>
                </a:solidFill>
                <a:latin typeface="Segoe UI"/>
              </a:rPr>
              <a:t>4) What are your mum doing?</a:t>
            </a:r>
          </a:p>
          <a:p>
            <a:pPr lvl="1" rtl="0" algn="l">
              <a:spcAft>
                <a:spcPts val="700"/>
              </a:spcAft>
            </a:pPr>
            <a:r>
              <a:rPr sz="1600" b="1" i="0" lang="en-US">
                <a:solidFill>
                  <a:srgbClr val="0F7A3D"/>
                </a:solidFill>
                <a:latin typeface="Segoe UI"/>
              </a:rPr>
              <a:t>✔ What is your mum doing?</a:t>
            </a:r>
          </a:p>
          <a:p>
            <a:pPr rtl="0" algn="l">
              <a:spcAft>
                <a:spcPts val="300"/>
              </a:spcAft>
            </a:pPr>
            <a:r>
              <a:rPr sz="1700" b="0" i="0" lang="en-US">
                <a:solidFill>
                  <a:srgbClr val="1C2333"/>
                </a:solidFill>
                <a:latin typeface="Segoe UI"/>
              </a:rPr>
              <a:t>5) I am drink coffee at the moment.</a:t>
            </a:r>
          </a:p>
          <a:p>
            <a:pPr lvl="1" rtl="0" algn="l">
              <a:spcAft>
                <a:spcPts val="700"/>
              </a:spcAft>
            </a:pPr>
            <a:r>
              <a:rPr sz="1600" b="1" i="0" lang="en-US">
                <a:solidFill>
                  <a:srgbClr val="0F7A3D"/>
                </a:solidFill>
                <a:latin typeface="Segoe UI"/>
              </a:rPr>
              <a:t>✔ I am drinking coffee at the moment.</a:t>
            </a:r>
          </a:p>
          <a:p>
            <a:pPr rtl="0" algn="l">
              <a:spcAft>
                <a:spcPts val="300"/>
              </a:spcAft>
            </a:pPr>
            <a:r>
              <a:rPr sz="1700" b="0" i="0" lang="en-US">
                <a:solidFill>
                  <a:srgbClr val="1C2333"/>
                </a:solidFill>
                <a:latin typeface="Segoe UI"/>
              </a:rPr>
              <a:t>6) Omar is takes a photo now.</a:t>
            </a:r>
          </a:p>
          <a:p>
            <a:pPr lvl="1" rtl="0" algn="l">
              <a:spcAft>
                <a:spcPts val="700"/>
              </a:spcAft>
            </a:pPr>
            <a:r>
              <a:rPr sz="1600" b="1" i="0" lang="en-US">
                <a:solidFill>
                  <a:srgbClr val="0F7A3D"/>
                </a:solidFill>
                <a:latin typeface="Segoe UI"/>
              </a:rPr>
              <a:t>✔ Omar is taking a photo now.</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He doesn't sending a letter now.</a:t>
            </a:r>
          </a:p>
          <a:p>
            <a:pPr rtl="0" algn="l">
              <a:spcAft>
                <a:spcPts val="800"/>
              </a:spcAft>
            </a:pPr>
            <a:r>
              <a:rPr sz="1800" b="0" i="0" lang="en-US">
                <a:solidFill>
                  <a:srgbClr val="1C2333"/>
                </a:solidFill>
                <a:latin typeface="Segoe UI"/>
              </a:rPr>
              <a:t>8) Are you watching TV? No, I am .</a:t>
            </a:r>
          </a:p>
          <a:p>
            <a:pPr rtl="0" algn="l">
              <a:spcAft>
                <a:spcPts val="800"/>
              </a:spcAft>
            </a:pPr>
            <a:r>
              <a:rPr sz="1800" b="0" i="0" lang="en-US">
                <a:solidFill>
                  <a:srgbClr val="1C2333"/>
                </a:solidFill>
                <a:latin typeface="Segoe UI"/>
              </a:rPr>
              <a:t>9) I don't playing football now.</a:t>
            </a:r>
          </a:p>
          <a:p>
            <a:pPr rtl="0" algn="l">
              <a:spcAft>
                <a:spcPts val="800"/>
              </a:spcAft>
            </a:pPr>
            <a:r>
              <a:rPr sz="1800" b="0" i="0" lang="en-US">
                <a:solidFill>
                  <a:srgbClr val="1C2333"/>
                </a:solidFill>
                <a:latin typeface="Segoe UI"/>
              </a:rPr>
              <a:t>10) Who are Ali playing with?</a:t>
            </a:r>
          </a:p>
          <a:p>
            <a:pPr rtl="0" algn="l">
              <a:spcAft>
                <a:spcPts val="800"/>
              </a:spcAft>
            </a:pPr>
            <a:r>
              <a:rPr sz="1800" b="0" i="0" lang="en-US">
                <a:solidFill>
                  <a:srgbClr val="1C2333"/>
                </a:solidFill>
                <a:latin typeface="Segoe UI"/>
              </a:rPr>
              <a:t>11) Are Ali's father reading now?</a:t>
            </a:r>
          </a:p>
          <a:p>
            <a:pPr rtl="0" algn="l">
              <a:spcAft>
                <a:spcPts val="800"/>
              </a:spcAft>
            </a:pPr>
            <a:r>
              <a:rPr sz="1800" b="0" i="0" lang="en-US">
                <a:solidFill>
                  <a:srgbClr val="1C2333"/>
                </a:solidFill>
                <a:latin typeface="Segoe UI"/>
              </a:rPr>
              <a:t>12) My sister sleeps at the moment.</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He doesn't sending a letter now.</a:t>
            </a:r>
          </a:p>
          <a:p>
            <a:pPr lvl="1" rtl="0" algn="l">
              <a:spcAft>
                <a:spcPts val="700"/>
              </a:spcAft>
            </a:pPr>
            <a:r>
              <a:rPr sz="1600" b="1" i="0" lang="en-US">
                <a:solidFill>
                  <a:srgbClr val="0F7A3D"/>
                </a:solidFill>
                <a:latin typeface="Segoe UI"/>
              </a:rPr>
              <a:t>✔ He isn't sending a letter now.</a:t>
            </a:r>
          </a:p>
          <a:p>
            <a:pPr rtl="0" algn="l">
              <a:spcAft>
                <a:spcPts val="300"/>
              </a:spcAft>
            </a:pPr>
            <a:r>
              <a:rPr sz="1700" b="0" i="0" lang="en-US">
                <a:solidFill>
                  <a:srgbClr val="1C2333"/>
                </a:solidFill>
                <a:latin typeface="Segoe UI"/>
              </a:rPr>
              <a:t>8) Are you watching TV? No, I am .</a:t>
            </a:r>
          </a:p>
          <a:p>
            <a:pPr lvl="1" rtl="0" algn="l">
              <a:spcAft>
                <a:spcPts val="700"/>
              </a:spcAft>
            </a:pPr>
            <a:r>
              <a:rPr sz="1600" b="1" i="0" lang="en-US">
                <a:solidFill>
                  <a:srgbClr val="0F7A3D"/>
                </a:solidFill>
                <a:latin typeface="Segoe UI"/>
              </a:rPr>
              <a:t>✔ Are you watching TV? No, I am not .</a:t>
            </a:r>
          </a:p>
          <a:p>
            <a:pPr rtl="0" algn="l">
              <a:spcAft>
                <a:spcPts val="300"/>
              </a:spcAft>
            </a:pPr>
            <a:r>
              <a:rPr sz="1700" b="0" i="0" lang="en-US">
                <a:solidFill>
                  <a:srgbClr val="1C2333"/>
                </a:solidFill>
                <a:latin typeface="Segoe UI"/>
              </a:rPr>
              <a:t>9) I don't playing football now.</a:t>
            </a:r>
          </a:p>
          <a:p>
            <a:pPr lvl="1" rtl="0" algn="l">
              <a:spcAft>
                <a:spcPts val="700"/>
              </a:spcAft>
            </a:pPr>
            <a:r>
              <a:rPr sz="1600" b="1" i="0" lang="en-US">
                <a:solidFill>
                  <a:srgbClr val="0F7A3D"/>
                </a:solidFill>
                <a:latin typeface="Segoe UI"/>
              </a:rPr>
              <a:t>✔ I am not playing football now.</a:t>
            </a:r>
          </a:p>
          <a:p>
            <a:pPr rtl="0" algn="l">
              <a:spcAft>
                <a:spcPts val="300"/>
              </a:spcAft>
            </a:pPr>
            <a:r>
              <a:rPr sz="1700" b="0" i="0" lang="en-US">
                <a:solidFill>
                  <a:srgbClr val="1C2333"/>
                </a:solidFill>
                <a:latin typeface="Segoe UI"/>
              </a:rPr>
              <a:t>10) Who are Ali playing with?</a:t>
            </a:r>
          </a:p>
          <a:p>
            <a:pPr lvl="1" rtl="0" algn="l">
              <a:spcAft>
                <a:spcPts val="700"/>
              </a:spcAft>
            </a:pPr>
            <a:r>
              <a:rPr sz="1600" b="1" i="0" lang="en-US">
                <a:solidFill>
                  <a:srgbClr val="0F7A3D"/>
                </a:solidFill>
                <a:latin typeface="Segoe UI"/>
              </a:rPr>
              <a:t>✔ Who is Ali playing with?</a:t>
            </a:r>
          </a:p>
          <a:p>
            <a:pPr rtl="0" algn="l">
              <a:spcAft>
                <a:spcPts val="300"/>
              </a:spcAft>
            </a:pPr>
            <a:r>
              <a:rPr sz="1700" b="0" i="0" lang="en-US">
                <a:solidFill>
                  <a:srgbClr val="1C2333"/>
                </a:solidFill>
                <a:latin typeface="Segoe UI"/>
              </a:rPr>
              <a:t>11) Are Ali's father reading now?</a:t>
            </a:r>
          </a:p>
          <a:p>
            <a:pPr lvl="1" rtl="0" algn="l">
              <a:spcAft>
                <a:spcPts val="700"/>
              </a:spcAft>
            </a:pPr>
            <a:r>
              <a:rPr sz="1600" b="1" i="0" lang="en-US">
                <a:solidFill>
                  <a:srgbClr val="0F7A3D"/>
                </a:solidFill>
                <a:latin typeface="Segoe UI"/>
              </a:rPr>
              <a:t>✔ Is Ali's father reading now?</a:t>
            </a:r>
          </a:p>
          <a:p>
            <a:pPr rtl="0" algn="l">
              <a:spcAft>
                <a:spcPts val="300"/>
              </a:spcAft>
            </a:pPr>
            <a:r>
              <a:rPr sz="1700" b="0" i="0" lang="en-US">
                <a:solidFill>
                  <a:srgbClr val="1C2333"/>
                </a:solidFill>
                <a:latin typeface="Segoe UI"/>
              </a:rPr>
              <a:t>12) My sister sleeps at the moment.</a:t>
            </a:r>
          </a:p>
          <a:p>
            <a:pPr lvl="1" rtl="0" algn="l">
              <a:spcAft>
                <a:spcPts val="700"/>
              </a:spcAft>
            </a:pPr>
            <a:r>
              <a:rPr sz="1600" b="1" i="0" lang="en-US">
                <a:solidFill>
                  <a:srgbClr val="0F7A3D"/>
                </a:solidFill>
                <a:latin typeface="Segoe UI"/>
              </a:rPr>
              <a:t>✔ My sister is sleeping at the moment.</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Do you wearing new shoes?</a:t>
            </a:r>
          </a:p>
          <a:p>
            <a:pPr rtl="0" algn="l">
              <a:spcAft>
                <a:spcPts val="800"/>
              </a:spcAft>
            </a:pPr>
            <a:r>
              <a:rPr sz="1800" b="0" i="0" lang="en-US">
                <a:solidFill>
                  <a:srgbClr val="1C2333"/>
                </a:solidFill>
                <a:latin typeface="Segoe UI"/>
              </a:rPr>
              <a:t>14) Mido is still does his homework.</a:t>
            </a:r>
          </a:p>
          <a:p>
            <a:pPr rtl="0" algn="l">
              <a:spcAft>
                <a:spcPts val="800"/>
              </a:spcAft>
            </a:pPr>
            <a:r>
              <a:rPr sz="1800" b="0" i="0" lang="en-US">
                <a:solidFill>
                  <a:srgbClr val="1C2333"/>
                </a:solidFill>
                <a:latin typeface="Segoe UI"/>
              </a:rPr>
              <a:t>15) No , he is playing chess.</a:t>
            </a:r>
          </a:p>
          <a:p>
            <a:pPr rtl="0" algn="l">
              <a:spcAft>
                <a:spcPts val="800"/>
              </a:spcAft>
            </a:pPr>
            <a:r>
              <a:rPr sz="1800" b="0" i="0" lang="en-US">
                <a:solidFill>
                  <a:srgbClr val="1C2333"/>
                </a:solidFill>
                <a:latin typeface="Segoe UI"/>
              </a:rPr>
              <a:t>16) What is you reading now?</a:t>
            </a:r>
          </a:p>
          <a:p>
            <a:pPr rtl="0" algn="l">
              <a:spcAft>
                <a:spcPts val="800"/>
              </a:spcAft>
            </a:pPr>
            <a:r>
              <a:rPr sz="1800" b="0" i="0" lang="en-US">
                <a:solidFill>
                  <a:srgbClr val="1C2333"/>
                </a:solidFill>
                <a:latin typeface="Segoe UI"/>
              </a:rPr>
              <a:t>17) You are draw a picture now.</a:t>
            </a:r>
          </a:p>
          <a:p>
            <a:pPr rtl="0" algn="l">
              <a:spcAft>
                <a:spcPts val="800"/>
              </a:spcAft>
            </a:pPr>
            <a:r>
              <a:rPr sz="1800" b="0" i="0" lang="en-US">
                <a:solidFill>
                  <a:srgbClr val="1C2333"/>
                </a:solidFill>
                <a:latin typeface="Segoe UI"/>
              </a:rPr>
              <a:t>18) I don't have lunch now.</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Do you wearing new shoes?</a:t>
            </a:r>
          </a:p>
          <a:p>
            <a:pPr lvl="1" rtl="0" algn="l">
              <a:spcAft>
                <a:spcPts val="700"/>
              </a:spcAft>
            </a:pPr>
            <a:r>
              <a:rPr sz="1600" b="1" i="0" lang="en-US">
                <a:solidFill>
                  <a:srgbClr val="0F7A3D"/>
                </a:solidFill>
                <a:latin typeface="Segoe UI"/>
              </a:rPr>
              <a:t>✔ Are you wearing new shoes?</a:t>
            </a:r>
          </a:p>
          <a:p>
            <a:pPr rtl="0" algn="l">
              <a:spcAft>
                <a:spcPts val="300"/>
              </a:spcAft>
            </a:pPr>
            <a:r>
              <a:rPr sz="1700" b="0" i="0" lang="en-US">
                <a:solidFill>
                  <a:srgbClr val="1C2333"/>
                </a:solidFill>
                <a:latin typeface="Segoe UI"/>
              </a:rPr>
              <a:t>14) Mido is still does his homework.</a:t>
            </a:r>
          </a:p>
          <a:p>
            <a:pPr lvl="1" rtl="0" algn="l">
              <a:spcAft>
                <a:spcPts val="700"/>
              </a:spcAft>
            </a:pPr>
            <a:r>
              <a:rPr sz="1600" b="1" i="0" lang="en-US">
                <a:solidFill>
                  <a:srgbClr val="0F7A3D"/>
                </a:solidFill>
                <a:latin typeface="Segoe UI"/>
              </a:rPr>
              <a:t>✔ Mido is still doing his homework.</a:t>
            </a:r>
          </a:p>
          <a:p>
            <a:pPr rtl="0" algn="l">
              <a:spcAft>
                <a:spcPts val="300"/>
              </a:spcAft>
            </a:pPr>
            <a:r>
              <a:rPr sz="1700" b="0" i="0" lang="en-US">
                <a:solidFill>
                  <a:srgbClr val="1C2333"/>
                </a:solidFill>
                <a:latin typeface="Segoe UI"/>
              </a:rPr>
              <a:t>15) No , he is playing chess.</a:t>
            </a:r>
          </a:p>
          <a:p>
            <a:pPr lvl="1" rtl="0" algn="l">
              <a:spcAft>
                <a:spcPts val="700"/>
              </a:spcAft>
            </a:pPr>
            <a:r>
              <a:rPr sz="1600" b="1" i="0" lang="en-US">
                <a:solidFill>
                  <a:srgbClr val="0F7A3D"/>
                </a:solidFill>
                <a:latin typeface="Segoe UI"/>
              </a:rPr>
              <a:t>✔ Yes , he is playing chess.</a:t>
            </a:r>
          </a:p>
          <a:p>
            <a:pPr rtl="0" algn="l">
              <a:spcAft>
                <a:spcPts val="300"/>
              </a:spcAft>
            </a:pPr>
            <a:r>
              <a:rPr sz="1700" b="0" i="0" lang="en-US">
                <a:solidFill>
                  <a:srgbClr val="1C2333"/>
                </a:solidFill>
                <a:latin typeface="Segoe UI"/>
              </a:rPr>
              <a:t>16) What is you reading now?</a:t>
            </a:r>
          </a:p>
          <a:p>
            <a:pPr lvl="1" rtl="0" algn="l">
              <a:spcAft>
                <a:spcPts val="700"/>
              </a:spcAft>
            </a:pPr>
            <a:r>
              <a:rPr sz="1600" b="1" i="0" lang="en-US">
                <a:solidFill>
                  <a:srgbClr val="0F7A3D"/>
                </a:solidFill>
                <a:latin typeface="Segoe UI"/>
              </a:rPr>
              <a:t>✔ What are you reading now?</a:t>
            </a:r>
          </a:p>
          <a:p>
            <a:pPr rtl="0" algn="l">
              <a:spcAft>
                <a:spcPts val="300"/>
              </a:spcAft>
            </a:pPr>
            <a:r>
              <a:rPr sz="1700" b="0" i="0" lang="en-US">
                <a:solidFill>
                  <a:srgbClr val="1C2333"/>
                </a:solidFill>
                <a:latin typeface="Segoe UI"/>
              </a:rPr>
              <a:t>17) You are draw a picture now.</a:t>
            </a:r>
          </a:p>
          <a:p>
            <a:pPr lvl="1" rtl="0" algn="l">
              <a:spcAft>
                <a:spcPts val="700"/>
              </a:spcAft>
            </a:pPr>
            <a:r>
              <a:rPr sz="1600" b="1" i="0" lang="en-US">
                <a:solidFill>
                  <a:srgbClr val="0F7A3D"/>
                </a:solidFill>
                <a:latin typeface="Segoe UI"/>
              </a:rPr>
              <a:t>✔ You are drawing a picture now.</a:t>
            </a:r>
          </a:p>
          <a:p>
            <a:pPr rtl="0" algn="l">
              <a:spcAft>
                <a:spcPts val="300"/>
              </a:spcAft>
            </a:pPr>
            <a:r>
              <a:rPr sz="1700" b="0" i="0" lang="en-US">
                <a:solidFill>
                  <a:srgbClr val="1C2333"/>
                </a:solidFill>
                <a:latin typeface="Segoe UI"/>
              </a:rPr>
              <a:t>18) I don't have lunch now.</a:t>
            </a:r>
          </a:p>
          <a:p>
            <a:pPr lvl="1" rtl="0" algn="l">
              <a:spcAft>
                <a:spcPts val="700"/>
              </a:spcAft>
            </a:pPr>
            <a:r>
              <a:rPr sz="1600" b="1" i="0" lang="en-US">
                <a:solidFill>
                  <a:srgbClr val="0F7A3D"/>
                </a:solidFill>
                <a:latin typeface="Segoe UI"/>
              </a:rPr>
              <a:t>✔ I am not having lunch now.</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It doesn't raining at the moment.</a:t>
            </a:r>
          </a:p>
          <a:p>
            <a:pPr rtl="0" algn="l">
              <a:spcAft>
                <a:spcPts val="800"/>
              </a:spcAft>
            </a:pPr>
            <a:r>
              <a:rPr sz="1800" b="0" i="0" lang="en-US">
                <a:solidFill>
                  <a:srgbClr val="1C2333"/>
                </a:solidFill>
                <a:latin typeface="Segoe UI"/>
              </a:rPr>
              <a:t>20) Are she baking a cake now?</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E) Correct the underlined word · In-class Practice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It doesn't raining at the moment.</a:t>
            </a:r>
          </a:p>
          <a:p>
            <a:pPr lvl="1" rtl="0" algn="l">
              <a:spcAft>
                <a:spcPts val="700"/>
              </a:spcAft>
            </a:pPr>
            <a:r>
              <a:rPr sz="1600" b="1" i="0" lang="en-US">
                <a:solidFill>
                  <a:srgbClr val="0F7A3D"/>
                </a:solidFill>
                <a:latin typeface="Segoe UI"/>
              </a:rPr>
              <a:t>✔ It isn't raining at the moment.</a:t>
            </a:r>
          </a:p>
          <a:p>
            <a:pPr rtl="0" algn="l">
              <a:spcAft>
                <a:spcPts val="300"/>
              </a:spcAft>
            </a:pPr>
            <a:r>
              <a:rPr sz="1700" b="0" i="0" lang="en-US">
                <a:solidFill>
                  <a:srgbClr val="1C2333"/>
                </a:solidFill>
                <a:latin typeface="Segoe UI"/>
              </a:rPr>
              <a:t>20) Are she baking a cake now?</a:t>
            </a:r>
          </a:p>
          <a:p>
            <a:pPr lvl="1" rtl="0" algn="l">
              <a:spcAft>
                <a:spcPts val="700"/>
              </a:spcAft>
            </a:pPr>
            <a:r>
              <a:rPr sz="1600" b="1" i="0" lang="en-US">
                <a:solidFill>
                  <a:srgbClr val="0F7A3D"/>
                </a:solidFill>
                <a:latin typeface="Segoe UI"/>
              </a:rPr>
              <a:t>✔ Is she baking a cake now?</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taking – am – I – now – photo – a.</a:t>
            </a:r>
          </a:p>
          <a:p>
            <a:pPr rtl="0" algn="l">
              <a:spcAft>
                <a:spcPts val="800"/>
              </a:spcAft>
            </a:pPr>
            <a:r>
              <a:rPr sz="1800" b="0" i="0" lang="en-US">
                <a:solidFill>
                  <a:srgbClr val="1C2333"/>
                </a:solidFill>
                <a:latin typeface="Segoe UI"/>
              </a:rPr>
              <a:t>2) music – is – the moment – She – listening – at – to.</a:t>
            </a:r>
          </a:p>
          <a:p>
            <a:pPr rtl="0" algn="l">
              <a:spcAft>
                <a:spcPts val="800"/>
              </a:spcAft>
            </a:pPr>
            <a:r>
              <a:rPr sz="1800" b="0" i="0" lang="en-US">
                <a:solidFill>
                  <a:srgbClr val="1C2333"/>
                </a:solidFill>
                <a:latin typeface="Segoe UI"/>
              </a:rPr>
              <a:t>3) the moment – mum – making – is – My – cake – a – at.</a:t>
            </a:r>
          </a:p>
          <a:p>
            <a:pPr rtl="0" algn="l">
              <a:spcAft>
                <a:spcPts val="800"/>
              </a:spcAft>
            </a:pPr>
            <a:r>
              <a:rPr sz="1800" b="0" i="0" lang="en-US">
                <a:solidFill>
                  <a:srgbClr val="1C2333"/>
                </a:solidFill>
                <a:latin typeface="Segoe UI"/>
              </a:rPr>
              <a:t>4) TV – they – Are – watching – now?</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taking – am – I – now – photo – a.</a:t>
            </a:r>
          </a:p>
          <a:p>
            <a:pPr lvl="1" rtl="0" algn="l">
              <a:spcAft>
                <a:spcPts val="700"/>
              </a:spcAft>
            </a:pPr>
            <a:r>
              <a:rPr sz="1600" b="1" i="0" lang="en-US">
                <a:solidFill>
                  <a:srgbClr val="0F7A3D"/>
                </a:solidFill>
                <a:latin typeface="Segoe UI"/>
              </a:rPr>
              <a:t>✔ I am taking a photo now.</a:t>
            </a:r>
          </a:p>
          <a:p>
            <a:pPr rtl="0" algn="l">
              <a:spcAft>
                <a:spcPts val="300"/>
              </a:spcAft>
            </a:pPr>
            <a:r>
              <a:rPr sz="1700" b="0" i="0" lang="en-US">
                <a:solidFill>
                  <a:srgbClr val="1C2333"/>
                </a:solidFill>
                <a:latin typeface="Segoe UI"/>
              </a:rPr>
              <a:t>2) music – is – the moment – She – listening – at – to.</a:t>
            </a:r>
          </a:p>
          <a:p>
            <a:pPr lvl="1" rtl="0" algn="l">
              <a:spcAft>
                <a:spcPts val="700"/>
              </a:spcAft>
            </a:pPr>
            <a:r>
              <a:rPr sz="1600" b="1" i="0" lang="en-US">
                <a:solidFill>
                  <a:srgbClr val="0F7A3D"/>
                </a:solidFill>
                <a:latin typeface="Segoe UI"/>
              </a:rPr>
              <a:t>✔ She is listening to music at the moment.</a:t>
            </a:r>
          </a:p>
          <a:p>
            <a:pPr rtl="0" algn="l">
              <a:spcAft>
                <a:spcPts val="300"/>
              </a:spcAft>
            </a:pPr>
            <a:r>
              <a:rPr sz="1700" b="0" i="0" lang="en-US">
                <a:solidFill>
                  <a:srgbClr val="1C2333"/>
                </a:solidFill>
                <a:latin typeface="Segoe UI"/>
              </a:rPr>
              <a:t>3) the moment – mum – making – is – My – cake – a – at.</a:t>
            </a:r>
          </a:p>
          <a:p>
            <a:pPr lvl="1" rtl="0" algn="l">
              <a:spcAft>
                <a:spcPts val="700"/>
              </a:spcAft>
            </a:pPr>
            <a:r>
              <a:rPr sz="1600" b="1" i="0" lang="en-US">
                <a:solidFill>
                  <a:srgbClr val="0F7A3D"/>
                </a:solidFill>
                <a:latin typeface="Segoe UI"/>
              </a:rPr>
              <a:t>✔ My mum is making a cake at the moment.</a:t>
            </a:r>
          </a:p>
          <a:p>
            <a:pPr rtl="0" algn="l">
              <a:spcAft>
                <a:spcPts val="300"/>
              </a:spcAft>
            </a:pPr>
            <a:r>
              <a:rPr sz="1700" b="0" i="0" lang="en-US">
                <a:solidFill>
                  <a:srgbClr val="1C2333"/>
                </a:solidFill>
                <a:latin typeface="Segoe UI"/>
              </a:rPr>
              <a:t>4) TV – they – Are – watching – now?</a:t>
            </a:r>
          </a:p>
          <a:p>
            <a:pPr lvl="1" rtl="0" algn="l">
              <a:spcAft>
                <a:spcPts val="700"/>
              </a:spcAft>
            </a:pPr>
            <a:r>
              <a:rPr sz="1600" b="1" i="0" lang="en-US">
                <a:solidFill>
                  <a:srgbClr val="0F7A3D"/>
                </a:solidFill>
                <a:latin typeface="Segoe UI"/>
              </a:rPr>
              <a:t>✔ Are they watching TV now?</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5) to – you – Cairo – When – travelling – are?</a:t>
            </a:r>
          </a:p>
          <a:p>
            <a:pPr rtl="0" algn="l">
              <a:spcAft>
                <a:spcPts val="800"/>
              </a:spcAft>
            </a:pPr>
            <a:r>
              <a:rPr sz="1800" b="0" i="0" lang="en-US">
                <a:solidFill>
                  <a:srgbClr val="1C2333"/>
                </a:solidFill>
                <a:latin typeface="Segoe UI"/>
              </a:rPr>
              <a:t>6) now – Ali – What – doing – are – Mona – and?</a:t>
            </a:r>
          </a:p>
          <a:p>
            <a:pPr rtl="0" algn="l">
              <a:spcAft>
                <a:spcPts val="800"/>
              </a:spcAft>
            </a:pPr>
            <a:r>
              <a:rPr sz="1800" b="0" i="0" lang="en-US">
                <a:solidFill>
                  <a:srgbClr val="1C2333"/>
                </a:solidFill>
                <a:latin typeface="Segoe UI"/>
              </a:rPr>
              <a:t>7) school – are – They – to – walking – now.</a:t>
            </a:r>
          </a:p>
          <a:p>
            <a:pPr rtl="0" algn="l">
              <a:spcAft>
                <a:spcPts val="800"/>
              </a:spcAft>
            </a:pPr>
            <a:r>
              <a:rPr sz="1800" b="0" i="0" lang="en-US">
                <a:solidFill>
                  <a:srgbClr val="1C2333"/>
                </a:solidFill>
                <a:latin typeface="Segoe UI"/>
              </a:rPr>
              <a:t>8) football – brother – My – now – playing – is.</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5) to – you – Cairo – When – travelling – are?</a:t>
            </a:r>
          </a:p>
          <a:p>
            <a:pPr lvl="1" rtl="0" algn="l">
              <a:spcAft>
                <a:spcPts val="700"/>
              </a:spcAft>
            </a:pPr>
            <a:r>
              <a:rPr sz="1600" b="1" i="0" lang="en-US">
                <a:solidFill>
                  <a:srgbClr val="0F7A3D"/>
                </a:solidFill>
                <a:latin typeface="Segoe UI"/>
              </a:rPr>
              <a:t>✔ When are you travelling to Cairo?</a:t>
            </a:r>
          </a:p>
          <a:p>
            <a:pPr rtl="0" algn="l">
              <a:spcAft>
                <a:spcPts val="300"/>
              </a:spcAft>
            </a:pPr>
            <a:r>
              <a:rPr sz="1700" b="0" i="0" lang="en-US">
                <a:solidFill>
                  <a:srgbClr val="1C2333"/>
                </a:solidFill>
                <a:latin typeface="Segoe UI"/>
              </a:rPr>
              <a:t>6) now – Ali – What – doing – are – Mona – and?</a:t>
            </a:r>
          </a:p>
          <a:p>
            <a:pPr lvl="1" rtl="0" algn="l">
              <a:spcAft>
                <a:spcPts val="700"/>
              </a:spcAft>
            </a:pPr>
            <a:r>
              <a:rPr sz="1600" b="1" i="0" lang="en-US">
                <a:solidFill>
                  <a:srgbClr val="0F7A3D"/>
                </a:solidFill>
                <a:latin typeface="Segoe UI"/>
              </a:rPr>
              <a:t>✔ What are Ali and Mona doing now?</a:t>
            </a:r>
          </a:p>
          <a:p>
            <a:pPr rtl="0" algn="l">
              <a:spcAft>
                <a:spcPts val="300"/>
              </a:spcAft>
            </a:pPr>
            <a:r>
              <a:rPr sz="1700" b="0" i="0" lang="en-US">
                <a:solidFill>
                  <a:srgbClr val="1C2333"/>
                </a:solidFill>
                <a:latin typeface="Segoe UI"/>
              </a:rPr>
              <a:t>7) school – are – They – to – walking – now.</a:t>
            </a:r>
          </a:p>
          <a:p>
            <a:pPr lvl="1" rtl="0" algn="l">
              <a:spcAft>
                <a:spcPts val="700"/>
              </a:spcAft>
            </a:pPr>
            <a:r>
              <a:rPr sz="1600" b="1" i="0" lang="en-US">
                <a:solidFill>
                  <a:srgbClr val="0F7A3D"/>
                </a:solidFill>
                <a:latin typeface="Segoe UI"/>
              </a:rPr>
              <a:t>✔ They are walking to school now.</a:t>
            </a:r>
          </a:p>
          <a:p>
            <a:pPr rtl="0" algn="l">
              <a:spcAft>
                <a:spcPts val="300"/>
              </a:spcAft>
            </a:pPr>
            <a:r>
              <a:rPr sz="1700" b="0" i="0" lang="en-US">
                <a:solidFill>
                  <a:srgbClr val="1C2333"/>
                </a:solidFill>
                <a:latin typeface="Segoe UI"/>
              </a:rPr>
              <a:t>8) football – brother – My – now – playing – is.</a:t>
            </a:r>
          </a:p>
          <a:p>
            <a:pPr lvl="1" rtl="0" algn="l">
              <a:spcAft>
                <a:spcPts val="700"/>
              </a:spcAft>
            </a:pPr>
            <a:r>
              <a:rPr sz="1600" b="1" i="0" lang="en-US">
                <a:solidFill>
                  <a:srgbClr val="0F7A3D"/>
                </a:solidFill>
                <a:latin typeface="Segoe UI"/>
              </a:rPr>
              <a:t>✔ My brother is playing football now.</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9) is – The – flying – moment – bird – at – the sky – in – the.</a:t>
            </a:r>
          </a:p>
          <a:p>
            <a:pPr rtl="0" algn="l">
              <a:spcAft>
                <a:spcPts val="800"/>
              </a:spcAft>
            </a:pPr>
            <a:r>
              <a:rPr sz="1800" b="0" i="0" lang="en-US">
                <a:solidFill>
                  <a:srgbClr val="1C2333"/>
                </a:solidFill>
                <a:latin typeface="Segoe UI"/>
              </a:rPr>
              <a:t>10) The – hopping – is – rabbit – the garden – in.</a:t>
            </a:r>
          </a:p>
          <a:p>
            <a:pPr rtl="0" algn="l">
              <a:spcAft>
                <a:spcPts val="800"/>
              </a:spcAft>
            </a:pPr>
            <a:r>
              <a:rPr sz="1800" b="0" i="0" lang="en-US">
                <a:solidFill>
                  <a:srgbClr val="1C2333"/>
                </a:solidFill>
                <a:latin typeface="Segoe UI"/>
              </a:rPr>
              <a:t>11) in – The – playing – children – are – the park.</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F) Rearrange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9) is – The – flying – moment – bird – at – the sky – in – the.</a:t>
            </a:r>
          </a:p>
          <a:p>
            <a:pPr lvl="1" rtl="0" algn="l">
              <a:spcAft>
                <a:spcPts val="700"/>
              </a:spcAft>
            </a:pPr>
            <a:r>
              <a:rPr sz="1600" b="1" i="0" lang="en-US">
                <a:solidFill>
                  <a:srgbClr val="0F7A3D"/>
                </a:solidFill>
                <a:latin typeface="Segoe UI"/>
              </a:rPr>
              <a:t>✔ The bird is flying in the sky at the moment.</a:t>
            </a:r>
          </a:p>
          <a:p>
            <a:pPr rtl="0" algn="l">
              <a:spcAft>
                <a:spcPts val="300"/>
              </a:spcAft>
            </a:pPr>
            <a:r>
              <a:rPr sz="1700" b="0" i="0" lang="en-US">
                <a:solidFill>
                  <a:srgbClr val="1C2333"/>
                </a:solidFill>
                <a:latin typeface="Segoe UI"/>
              </a:rPr>
              <a:t>10) The – hopping – is – rabbit – the garden – in.</a:t>
            </a:r>
          </a:p>
          <a:p>
            <a:pPr lvl="1" rtl="0" algn="l">
              <a:spcAft>
                <a:spcPts val="700"/>
              </a:spcAft>
            </a:pPr>
            <a:r>
              <a:rPr sz="1600" b="1" i="0" lang="en-US">
                <a:solidFill>
                  <a:srgbClr val="0F7A3D"/>
                </a:solidFill>
                <a:latin typeface="Segoe UI"/>
              </a:rPr>
              <a:t>✔ The rabbit is hopping in the garden.</a:t>
            </a:r>
          </a:p>
          <a:p>
            <a:pPr rtl="0" algn="l">
              <a:spcAft>
                <a:spcPts val="300"/>
              </a:spcAft>
            </a:pPr>
            <a:r>
              <a:rPr sz="1700" b="0" i="0" lang="en-US">
                <a:solidFill>
                  <a:srgbClr val="1C2333"/>
                </a:solidFill>
                <a:latin typeface="Segoe UI"/>
              </a:rPr>
              <a:t>11) in – The – playing – children – are – the park.</a:t>
            </a:r>
          </a:p>
          <a:p>
            <a:pPr lvl="1" rtl="0" algn="l">
              <a:spcAft>
                <a:spcPts val="700"/>
              </a:spcAft>
            </a:pPr>
            <a:r>
              <a:rPr sz="1600" b="1" i="0" lang="en-US">
                <a:solidFill>
                  <a:srgbClr val="0F7A3D"/>
                </a:solidFill>
                <a:latin typeface="Segoe UI"/>
              </a:rPr>
              <a:t>✔ The children are playing in the park.</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He is eating dinner now. (not)</a:t>
            </a:r>
          </a:p>
          <a:p>
            <a:pPr rtl="0" algn="l">
              <a:spcAft>
                <a:spcPts val="800"/>
              </a:spcAft>
            </a:pPr>
            <a:r>
              <a:rPr sz="1800" b="0" i="0" lang="en-US">
                <a:solidFill>
                  <a:srgbClr val="1C2333"/>
                </a:solidFill>
                <a:latin typeface="Segoe UI"/>
              </a:rPr>
              <a:t>2) It is raining at the moment. (?)</a:t>
            </a:r>
          </a:p>
          <a:p>
            <a:pPr rtl="0" algn="l">
              <a:spcAft>
                <a:spcPts val="800"/>
              </a:spcAft>
            </a:pPr>
            <a:r>
              <a:rPr sz="1800" b="0" i="0" lang="en-US">
                <a:solidFill>
                  <a:srgbClr val="1C2333"/>
                </a:solidFill>
                <a:latin typeface="Segoe UI"/>
              </a:rPr>
              <a:t>3) They are playing football now. (He)</a:t>
            </a:r>
          </a:p>
          <a:p>
            <a:pPr rtl="0" algn="l">
              <a:spcAft>
                <a:spcPts val="800"/>
              </a:spcAft>
            </a:pPr>
            <a:r>
              <a:rPr sz="1800" b="0" i="0" lang="en-US">
                <a:solidFill>
                  <a:srgbClr val="1C2333"/>
                </a:solidFill>
                <a:latin typeface="Segoe UI"/>
              </a:rPr>
              <a:t>4) We aren't listening to music now. (She)</a:t>
            </a:r>
          </a:p>
          <a:p>
            <a:pPr rtl="0" algn="l">
              <a:spcAft>
                <a:spcPts val="800"/>
              </a:spcAft>
            </a:pPr>
            <a:r>
              <a:rPr sz="1800" b="0" i="0" lang="en-US">
                <a:solidFill>
                  <a:srgbClr val="1C2333"/>
                </a:solidFill>
                <a:latin typeface="Segoe UI"/>
              </a:rPr>
              <a:t>5) What is he doing now? (they)</a:t>
            </a:r>
          </a:p>
          <a:p>
            <a:pPr rtl="0" algn="l">
              <a:spcAft>
                <a:spcPts val="800"/>
              </a:spcAft>
            </a:pPr>
            <a:r>
              <a:rPr sz="1800" b="0" i="0" lang="en-US">
                <a:solidFill>
                  <a:srgbClr val="1C2333"/>
                </a:solidFill>
                <a:latin typeface="Segoe UI"/>
              </a:rPr>
              <a:t>6) He is reading English at the moment. (I)</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He is eating dinner now. (not)</a:t>
            </a:r>
          </a:p>
          <a:p>
            <a:pPr lvl="1" rtl="0" algn="l">
              <a:spcAft>
                <a:spcPts val="700"/>
              </a:spcAft>
            </a:pPr>
            <a:r>
              <a:rPr sz="1600" b="1" i="0" lang="en-US">
                <a:solidFill>
                  <a:srgbClr val="0F7A3D"/>
                </a:solidFill>
                <a:latin typeface="Segoe UI"/>
              </a:rPr>
              <a:t>✔ He isn't eating dinner now.</a:t>
            </a:r>
          </a:p>
          <a:p>
            <a:pPr rtl="0" algn="l">
              <a:spcAft>
                <a:spcPts val="300"/>
              </a:spcAft>
            </a:pPr>
            <a:r>
              <a:rPr sz="1700" b="0" i="0" lang="en-US">
                <a:solidFill>
                  <a:srgbClr val="1C2333"/>
                </a:solidFill>
                <a:latin typeface="Segoe UI"/>
              </a:rPr>
              <a:t>2) It is raining at the moment. (?)</a:t>
            </a:r>
          </a:p>
          <a:p>
            <a:pPr lvl="1" rtl="0" algn="l">
              <a:spcAft>
                <a:spcPts val="700"/>
              </a:spcAft>
            </a:pPr>
            <a:r>
              <a:rPr sz="1600" b="1" i="0" lang="en-US">
                <a:solidFill>
                  <a:srgbClr val="0F7A3D"/>
                </a:solidFill>
                <a:latin typeface="Segoe UI"/>
              </a:rPr>
              <a:t>✔ Is it raining at the moment?</a:t>
            </a:r>
          </a:p>
          <a:p>
            <a:pPr rtl="0" algn="l">
              <a:spcAft>
                <a:spcPts val="300"/>
              </a:spcAft>
            </a:pPr>
            <a:r>
              <a:rPr sz="1700" b="0" i="0" lang="en-US">
                <a:solidFill>
                  <a:srgbClr val="1C2333"/>
                </a:solidFill>
                <a:latin typeface="Segoe UI"/>
              </a:rPr>
              <a:t>3) They are playing football now. (He)</a:t>
            </a:r>
          </a:p>
          <a:p>
            <a:pPr lvl="1" rtl="0" algn="l">
              <a:spcAft>
                <a:spcPts val="700"/>
              </a:spcAft>
            </a:pPr>
            <a:r>
              <a:rPr sz="1600" b="1" i="0" lang="en-US">
                <a:solidFill>
                  <a:srgbClr val="0F7A3D"/>
                </a:solidFill>
                <a:latin typeface="Segoe UI"/>
              </a:rPr>
              <a:t>✔ He is playing football now.</a:t>
            </a:r>
          </a:p>
          <a:p>
            <a:pPr rtl="0" algn="l">
              <a:spcAft>
                <a:spcPts val="300"/>
              </a:spcAft>
            </a:pPr>
            <a:r>
              <a:rPr sz="1700" b="0" i="0" lang="en-US">
                <a:solidFill>
                  <a:srgbClr val="1C2333"/>
                </a:solidFill>
                <a:latin typeface="Segoe UI"/>
              </a:rPr>
              <a:t>4) We aren't listening to music now. (She)</a:t>
            </a:r>
          </a:p>
          <a:p>
            <a:pPr lvl="1" rtl="0" algn="l">
              <a:spcAft>
                <a:spcPts val="700"/>
              </a:spcAft>
            </a:pPr>
            <a:r>
              <a:rPr sz="1600" b="1" i="0" lang="en-US">
                <a:solidFill>
                  <a:srgbClr val="0F7A3D"/>
                </a:solidFill>
                <a:latin typeface="Segoe UI"/>
              </a:rPr>
              <a:t>✔ She isn't listening to music now.</a:t>
            </a:r>
          </a:p>
          <a:p>
            <a:pPr rtl="0" algn="l">
              <a:spcAft>
                <a:spcPts val="300"/>
              </a:spcAft>
            </a:pPr>
            <a:r>
              <a:rPr sz="1700" b="0" i="0" lang="en-US">
                <a:solidFill>
                  <a:srgbClr val="1C2333"/>
                </a:solidFill>
                <a:latin typeface="Segoe UI"/>
              </a:rPr>
              <a:t>5) What is he doing now? (they)</a:t>
            </a:r>
          </a:p>
          <a:p>
            <a:pPr lvl="1" rtl="0" algn="l">
              <a:spcAft>
                <a:spcPts val="700"/>
              </a:spcAft>
            </a:pPr>
            <a:r>
              <a:rPr sz="1600" b="1" i="0" lang="en-US">
                <a:solidFill>
                  <a:srgbClr val="0F7A3D"/>
                </a:solidFill>
                <a:latin typeface="Segoe UI"/>
              </a:rPr>
              <a:t>✔ What are they doing now?</a:t>
            </a:r>
          </a:p>
          <a:p>
            <a:pPr rtl="0" algn="l">
              <a:spcAft>
                <a:spcPts val="300"/>
              </a:spcAft>
            </a:pPr>
            <a:r>
              <a:rPr sz="1700" b="0" i="0" lang="en-US">
                <a:solidFill>
                  <a:srgbClr val="1C2333"/>
                </a:solidFill>
                <a:latin typeface="Segoe UI"/>
              </a:rPr>
              <a:t>6) He is reading English at the moment. (I)</a:t>
            </a:r>
          </a:p>
          <a:p>
            <a:pPr lvl="1" rtl="0" algn="l">
              <a:spcAft>
                <a:spcPts val="700"/>
              </a:spcAft>
            </a:pPr>
            <a:r>
              <a:rPr sz="1600" b="1" i="0" lang="en-US">
                <a:solidFill>
                  <a:srgbClr val="0F7A3D"/>
                </a:solidFill>
                <a:latin typeface="Segoe UI"/>
              </a:rPr>
              <a:t>✔ I am reading English at the moment.</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parents are sleeping now. (My mum)</a:t>
            </a:r>
          </a:p>
          <a:p>
            <a:pPr rtl="0" algn="l">
              <a:spcAft>
                <a:spcPts val="800"/>
              </a:spcAft>
            </a:pPr>
            <a:r>
              <a:rPr sz="1800" b="0" i="0" lang="en-US">
                <a:solidFill>
                  <a:srgbClr val="1C2333"/>
                </a:solidFill>
                <a:latin typeface="Segoe UI"/>
              </a:rPr>
              <a:t>8) Are you travelling to Cairo now? (she)</a:t>
            </a:r>
          </a:p>
          <a:p>
            <a:pPr rtl="0" algn="l">
              <a:spcAft>
                <a:spcPts val="800"/>
              </a:spcAft>
            </a:pPr>
            <a:r>
              <a:rPr sz="1800" b="0" i="0" lang="en-US">
                <a:solidFill>
                  <a:srgbClr val="1C2333"/>
                </a:solidFill>
                <a:latin typeface="Segoe UI"/>
              </a:rPr>
              <a:t>9) They are drinking milk now. (not)</a:t>
            </a:r>
          </a:p>
          <a:p>
            <a:pPr rtl="0" algn="l">
              <a:spcAft>
                <a:spcPts val="800"/>
              </a:spcAft>
            </a:pPr>
            <a:r>
              <a:rPr sz="1800" b="0" i="0" lang="en-US">
                <a:solidFill>
                  <a:srgbClr val="1C2333"/>
                </a:solidFill>
                <a:latin typeface="Segoe UI"/>
              </a:rPr>
              <a:t>10) She is cleaning the room at the moment. (We)</a:t>
            </a:r>
          </a:p>
          <a:p>
            <a:pPr rtl="0" algn="l">
              <a:spcAft>
                <a:spcPts val="800"/>
              </a:spcAft>
            </a:pPr>
            <a:r>
              <a:rPr sz="1800" b="0" i="0" lang="en-US">
                <a:solidFill>
                  <a:srgbClr val="1C2333"/>
                </a:solidFill>
                <a:latin typeface="Segoe UI"/>
              </a:rPr>
              <a:t>11) We are walking in the park now. (?)</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G) Rewrite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parents are sleeping now. (My mum)</a:t>
            </a:r>
          </a:p>
          <a:p>
            <a:pPr lvl="1" rtl="0" algn="l">
              <a:spcAft>
                <a:spcPts val="700"/>
              </a:spcAft>
            </a:pPr>
            <a:r>
              <a:rPr sz="1600" b="1" i="0" lang="en-US">
                <a:solidFill>
                  <a:srgbClr val="0F7A3D"/>
                </a:solidFill>
                <a:latin typeface="Segoe UI"/>
              </a:rPr>
              <a:t>✔ My mum is sleeping now.</a:t>
            </a:r>
          </a:p>
          <a:p>
            <a:pPr rtl="0" algn="l">
              <a:spcAft>
                <a:spcPts val="300"/>
              </a:spcAft>
            </a:pPr>
            <a:r>
              <a:rPr sz="1700" b="0" i="0" lang="en-US">
                <a:solidFill>
                  <a:srgbClr val="1C2333"/>
                </a:solidFill>
                <a:latin typeface="Segoe UI"/>
              </a:rPr>
              <a:t>8) Are you travelling to Cairo now? (she)</a:t>
            </a:r>
          </a:p>
          <a:p>
            <a:pPr lvl="1" rtl="0" algn="l">
              <a:spcAft>
                <a:spcPts val="700"/>
              </a:spcAft>
            </a:pPr>
            <a:r>
              <a:rPr sz="1600" b="1" i="0" lang="en-US">
                <a:solidFill>
                  <a:srgbClr val="0F7A3D"/>
                </a:solidFill>
                <a:latin typeface="Segoe UI"/>
              </a:rPr>
              <a:t>✔ Is she travelling to Cairo now?</a:t>
            </a:r>
          </a:p>
          <a:p>
            <a:pPr rtl="0" algn="l">
              <a:spcAft>
                <a:spcPts val="300"/>
              </a:spcAft>
            </a:pPr>
            <a:r>
              <a:rPr sz="1700" b="0" i="0" lang="en-US">
                <a:solidFill>
                  <a:srgbClr val="1C2333"/>
                </a:solidFill>
                <a:latin typeface="Segoe UI"/>
              </a:rPr>
              <a:t>9) They are drinking milk now. (not)</a:t>
            </a:r>
          </a:p>
          <a:p>
            <a:pPr lvl="1" rtl="0" algn="l">
              <a:spcAft>
                <a:spcPts val="700"/>
              </a:spcAft>
            </a:pPr>
            <a:r>
              <a:rPr sz="1600" b="1" i="0" lang="en-US">
                <a:solidFill>
                  <a:srgbClr val="0F7A3D"/>
                </a:solidFill>
                <a:latin typeface="Segoe UI"/>
              </a:rPr>
              <a:t>✔ They aren't drinking milk now.</a:t>
            </a:r>
          </a:p>
          <a:p>
            <a:pPr rtl="0" algn="l">
              <a:spcAft>
                <a:spcPts val="300"/>
              </a:spcAft>
            </a:pPr>
            <a:r>
              <a:rPr sz="1700" b="0" i="0" lang="en-US">
                <a:solidFill>
                  <a:srgbClr val="1C2333"/>
                </a:solidFill>
                <a:latin typeface="Segoe UI"/>
              </a:rPr>
              <a:t>10) She is cleaning the room at the moment. (We)</a:t>
            </a:r>
          </a:p>
          <a:p>
            <a:pPr lvl="1" rtl="0" algn="l">
              <a:spcAft>
                <a:spcPts val="700"/>
              </a:spcAft>
            </a:pPr>
            <a:r>
              <a:rPr sz="1600" b="1" i="0" lang="en-US">
                <a:solidFill>
                  <a:srgbClr val="0F7A3D"/>
                </a:solidFill>
                <a:latin typeface="Segoe UI"/>
              </a:rPr>
              <a:t>✔ We are cleaning the room at the moment.</a:t>
            </a:r>
          </a:p>
          <a:p>
            <a:pPr rtl="0" algn="l">
              <a:spcAft>
                <a:spcPts val="300"/>
              </a:spcAft>
            </a:pPr>
            <a:r>
              <a:rPr sz="1700" b="0" i="0" lang="en-US">
                <a:solidFill>
                  <a:srgbClr val="1C2333"/>
                </a:solidFill>
                <a:latin typeface="Segoe UI"/>
              </a:rPr>
              <a:t>11) We are walking in the park now. (?)</a:t>
            </a:r>
          </a:p>
          <a:p>
            <a:pPr lvl="1" rtl="0" algn="l">
              <a:spcAft>
                <a:spcPts val="700"/>
              </a:spcAft>
            </a:pPr>
            <a:r>
              <a:rPr sz="1600" b="1" i="0" lang="en-US">
                <a:solidFill>
                  <a:srgbClr val="0F7A3D"/>
                </a:solidFill>
                <a:latin typeface="Segoe UI"/>
              </a:rPr>
              <a:t>✔ Are you walking in the park now?</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She …… TV now.   (watches – is watching – watch)</a:t>
            </a:r>
          </a:p>
          <a:p>
            <a:pPr rtl="0" algn="l">
              <a:spcAft>
                <a:spcPts val="800"/>
              </a:spcAft>
            </a:pPr>
            <a:r>
              <a:rPr sz="1800" b="0" i="0" lang="en-US">
                <a:solidFill>
                  <a:srgbClr val="1C2333"/>
                </a:solidFill>
                <a:latin typeface="Segoe UI"/>
              </a:rPr>
              <a:t>2) We …… our homework at the moment.   (do – does – are doing)</a:t>
            </a:r>
          </a:p>
          <a:p>
            <a:pPr rtl="0" algn="l">
              <a:spcAft>
                <a:spcPts val="800"/>
              </a:spcAft>
            </a:pPr>
            <a:r>
              <a:rPr sz="1800" b="0" i="0" lang="en-US">
                <a:solidFill>
                  <a:srgbClr val="1C2333"/>
                </a:solidFill>
                <a:latin typeface="Segoe UI"/>
              </a:rPr>
              <a:t>3) I …… to music now.   (listens – am listening – listen)</a:t>
            </a:r>
          </a:p>
          <a:p>
            <a:pPr rtl="0" algn="l">
              <a:spcAft>
                <a:spcPts val="800"/>
              </a:spcAft>
            </a:pPr>
            <a:r>
              <a:rPr sz="1800" b="0" i="0" lang="en-US">
                <a:solidFill>
                  <a:srgbClr val="1C2333"/>
                </a:solidFill>
                <a:latin typeface="Segoe UI"/>
              </a:rPr>
              <a:t>4) They …… in the park now.   (are playing – play – plays)</a:t>
            </a:r>
          </a:p>
          <a:p>
            <a:pPr rtl="0" algn="l">
              <a:spcAft>
                <a:spcPts val="800"/>
              </a:spcAft>
            </a:pPr>
            <a:r>
              <a:rPr sz="1800" b="0" i="0" lang="en-US">
                <a:solidFill>
                  <a:srgbClr val="1C2333"/>
                </a:solidFill>
                <a:latin typeface="Segoe UI"/>
              </a:rPr>
              <a:t>5) What …… you doing at the moment?   (do – are – have)</a:t>
            </a:r>
          </a:p>
          <a:p>
            <a:pPr rtl="0" algn="l">
              <a:spcAft>
                <a:spcPts val="800"/>
              </a:spcAft>
            </a:pPr>
            <a:r>
              <a:rPr sz="1800" b="0" i="0" lang="en-US">
                <a:solidFill>
                  <a:srgbClr val="1C2333"/>
                </a:solidFill>
                <a:latin typeface="Segoe UI"/>
              </a:rPr>
              <a:t>6) My brother …… a book now.   (is reading – reads – read)</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She …… TV now.   (watches – is watching – watch)</a:t>
            </a:r>
          </a:p>
          <a:p>
            <a:pPr lvl="1" rtl="0" algn="l">
              <a:spcAft>
                <a:spcPts val="700"/>
              </a:spcAft>
            </a:pPr>
            <a:r>
              <a:rPr sz="1600" b="1" i="0" lang="en-US">
                <a:solidFill>
                  <a:srgbClr val="0F7A3D"/>
                </a:solidFill>
                <a:latin typeface="Segoe UI"/>
              </a:rPr>
              <a:t>✔ is watching</a:t>
            </a:r>
          </a:p>
          <a:p>
            <a:pPr rtl="0" algn="l">
              <a:spcAft>
                <a:spcPts val="300"/>
              </a:spcAft>
            </a:pPr>
            <a:r>
              <a:rPr sz="1700" b="0" i="0" lang="en-US">
                <a:solidFill>
                  <a:srgbClr val="1C2333"/>
                </a:solidFill>
                <a:latin typeface="Segoe UI"/>
              </a:rPr>
              <a:t>2) We …… our homework at the moment.   (do – does – are doing)</a:t>
            </a:r>
          </a:p>
          <a:p>
            <a:pPr lvl="1" rtl="0" algn="l">
              <a:spcAft>
                <a:spcPts val="700"/>
              </a:spcAft>
            </a:pPr>
            <a:r>
              <a:rPr sz="1600" b="1" i="0" lang="en-US">
                <a:solidFill>
                  <a:srgbClr val="0F7A3D"/>
                </a:solidFill>
                <a:latin typeface="Segoe UI"/>
              </a:rPr>
              <a:t>✔ are doing</a:t>
            </a:r>
          </a:p>
          <a:p>
            <a:pPr rtl="0" algn="l">
              <a:spcAft>
                <a:spcPts val="300"/>
              </a:spcAft>
            </a:pPr>
            <a:r>
              <a:rPr sz="1700" b="0" i="0" lang="en-US">
                <a:solidFill>
                  <a:srgbClr val="1C2333"/>
                </a:solidFill>
                <a:latin typeface="Segoe UI"/>
              </a:rPr>
              <a:t>3) I …… to music now.   (listens – am listening – listen)</a:t>
            </a:r>
          </a:p>
          <a:p>
            <a:pPr lvl="1" rtl="0" algn="l">
              <a:spcAft>
                <a:spcPts val="700"/>
              </a:spcAft>
            </a:pPr>
            <a:r>
              <a:rPr sz="1600" b="1" i="0" lang="en-US">
                <a:solidFill>
                  <a:srgbClr val="0F7A3D"/>
                </a:solidFill>
                <a:latin typeface="Segoe UI"/>
              </a:rPr>
              <a:t>✔ am listening</a:t>
            </a:r>
          </a:p>
          <a:p>
            <a:pPr rtl="0" algn="l">
              <a:spcAft>
                <a:spcPts val="300"/>
              </a:spcAft>
            </a:pPr>
            <a:r>
              <a:rPr sz="1700" b="0" i="0" lang="en-US">
                <a:solidFill>
                  <a:srgbClr val="1C2333"/>
                </a:solidFill>
                <a:latin typeface="Segoe UI"/>
              </a:rPr>
              <a:t>4) They …… in the park now.   (are playing – play – plays)</a:t>
            </a:r>
          </a:p>
          <a:p>
            <a:pPr lvl="1" rtl="0" algn="l">
              <a:spcAft>
                <a:spcPts val="700"/>
              </a:spcAft>
            </a:pPr>
            <a:r>
              <a:rPr sz="1600" b="1" i="0" lang="en-US">
                <a:solidFill>
                  <a:srgbClr val="0F7A3D"/>
                </a:solidFill>
                <a:latin typeface="Segoe UI"/>
              </a:rPr>
              <a:t>✔ are playing</a:t>
            </a:r>
          </a:p>
          <a:p>
            <a:pPr rtl="0" algn="l">
              <a:spcAft>
                <a:spcPts val="300"/>
              </a:spcAft>
            </a:pPr>
            <a:r>
              <a:rPr sz="1700" b="0" i="0" lang="en-US">
                <a:solidFill>
                  <a:srgbClr val="1C2333"/>
                </a:solidFill>
                <a:latin typeface="Segoe UI"/>
              </a:rPr>
              <a:t>5) What …… you doing at the moment?   (do – are – have)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6) My brother …… a book now.   (is reading – reads – read)</a:t>
            </a:r>
          </a:p>
          <a:p>
            <a:pPr lvl="1" rtl="0" algn="l">
              <a:spcAft>
                <a:spcPts val="700"/>
              </a:spcAft>
            </a:pPr>
            <a:r>
              <a:rPr sz="1600" b="1" i="0" lang="en-US">
                <a:solidFill>
                  <a:srgbClr val="0F7A3D"/>
                </a:solidFill>
                <a:latin typeface="Segoe UI"/>
              </a:rPr>
              <a:t>✔ is reading</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 children …… in the garden.   (is playing – are playing – play)</a:t>
            </a:r>
          </a:p>
          <a:p>
            <a:pPr rtl="0" algn="l">
              <a:spcAft>
                <a:spcPts val="800"/>
              </a:spcAft>
            </a:pPr>
            <a:r>
              <a:rPr sz="1800" b="0" i="0" lang="en-US">
                <a:solidFill>
                  <a:srgbClr val="1C2333"/>
                </a:solidFill>
                <a:latin typeface="Segoe UI"/>
              </a:rPr>
              <a:t>8) …… you sleeping at the moment?   (Is – Do – Are)</a:t>
            </a:r>
          </a:p>
          <a:p>
            <a:pPr rtl="0" algn="l">
              <a:spcAft>
                <a:spcPts val="800"/>
              </a:spcAft>
            </a:pPr>
            <a:r>
              <a:rPr sz="1800" b="0" i="0" lang="en-US">
                <a:solidFill>
                  <a:srgbClr val="1C2333"/>
                </a:solidFill>
                <a:latin typeface="Segoe UI"/>
              </a:rPr>
              <a:t>9) It …… outside now.   (is raining – rain – rains)</a:t>
            </a:r>
          </a:p>
          <a:p>
            <a:pPr rtl="0" algn="l">
              <a:spcAft>
                <a:spcPts val="800"/>
              </a:spcAft>
            </a:pPr>
            <a:r>
              <a:rPr sz="1800" b="0" i="0" lang="en-US">
                <a:solidFill>
                  <a:srgbClr val="1C2333"/>
                </a:solidFill>
                <a:latin typeface="Segoe UI"/>
              </a:rPr>
              <a:t>10) Listen! The baby …… now.   (cries – cry – is crying)</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H) Choose the correct answer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 children …… in the garden.   (is playing – are playing – play)</a:t>
            </a:r>
          </a:p>
          <a:p>
            <a:pPr lvl="1" rtl="0" algn="l">
              <a:spcAft>
                <a:spcPts val="700"/>
              </a:spcAft>
            </a:pPr>
            <a:r>
              <a:rPr sz="1600" b="1" i="0" lang="en-US">
                <a:solidFill>
                  <a:srgbClr val="0F7A3D"/>
                </a:solidFill>
                <a:latin typeface="Segoe UI"/>
              </a:rPr>
              <a:t>✔ are playing</a:t>
            </a:r>
          </a:p>
          <a:p>
            <a:pPr rtl="0" algn="l">
              <a:spcAft>
                <a:spcPts val="300"/>
              </a:spcAft>
            </a:pPr>
            <a:r>
              <a:rPr sz="1700" b="0" i="0" lang="en-US">
                <a:solidFill>
                  <a:srgbClr val="1C2333"/>
                </a:solidFill>
                <a:latin typeface="Segoe UI"/>
              </a:rPr>
              <a:t>8) …… you sleeping at the moment?   (Is – Do – Are)</a:t>
            </a:r>
          </a:p>
          <a:p>
            <a:pPr lvl="1" rtl="0" algn="l">
              <a:spcAft>
                <a:spcPts val="700"/>
              </a:spcAft>
            </a:pPr>
            <a:r>
              <a:rPr sz="1600" b="1" i="0" lang="en-US">
                <a:solidFill>
                  <a:srgbClr val="0F7A3D"/>
                </a:solidFill>
                <a:latin typeface="Segoe UI"/>
              </a:rPr>
              <a:t>✔ Are</a:t>
            </a:r>
          </a:p>
          <a:p>
            <a:pPr rtl="0" algn="l">
              <a:spcAft>
                <a:spcPts val="300"/>
              </a:spcAft>
            </a:pPr>
            <a:r>
              <a:rPr sz="1700" b="0" i="0" lang="en-US">
                <a:solidFill>
                  <a:srgbClr val="1C2333"/>
                </a:solidFill>
                <a:latin typeface="Segoe UI"/>
              </a:rPr>
              <a:t>9) It …… outside now.   (is raining – rain – rains)</a:t>
            </a:r>
          </a:p>
          <a:p>
            <a:pPr lvl="1" rtl="0" algn="l">
              <a:spcAft>
                <a:spcPts val="700"/>
              </a:spcAft>
            </a:pPr>
            <a:r>
              <a:rPr sz="1600" b="1" i="0" lang="en-US">
                <a:solidFill>
                  <a:srgbClr val="0F7A3D"/>
                </a:solidFill>
                <a:latin typeface="Segoe UI"/>
              </a:rPr>
              <a:t>✔ is raining</a:t>
            </a:r>
          </a:p>
          <a:p>
            <a:pPr rtl="0" algn="l">
              <a:spcAft>
                <a:spcPts val="300"/>
              </a:spcAft>
            </a:pPr>
            <a:r>
              <a:rPr sz="1700" b="0" i="0" lang="en-US">
                <a:solidFill>
                  <a:srgbClr val="1C2333"/>
                </a:solidFill>
                <a:latin typeface="Segoe UI"/>
              </a:rPr>
              <a:t>10) Listen! The baby …… now.   (cries – cry – is crying)</a:t>
            </a:r>
          </a:p>
          <a:p>
            <a:pPr lvl="1" rtl="0" algn="l">
              <a:spcAft>
                <a:spcPts val="700"/>
              </a:spcAft>
            </a:pPr>
            <a:r>
              <a:rPr sz="1600" b="1" i="0" lang="en-US">
                <a:solidFill>
                  <a:srgbClr val="0F7A3D"/>
                </a:solidFill>
                <a:latin typeface="Segoe UI"/>
              </a:rPr>
              <a:t>✔ is crying</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am reading a book now.</a:t>
            </a:r>
          </a:p>
          <a:p>
            <a:pPr rtl="0" algn="l">
              <a:spcAft>
                <a:spcPts val="800"/>
              </a:spcAft>
            </a:pPr>
            <a:r>
              <a:rPr sz="1800" b="0" i="0" lang="en-US">
                <a:solidFill>
                  <a:srgbClr val="1C2333"/>
                </a:solidFill>
                <a:latin typeface="Segoe UI"/>
              </a:rPr>
              <a:t>2) It is raining at the moment.</a:t>
            </a:r>
          </a:p>
          <a:p>
            <a:pPr rtl="0" algn="l">
              <a:spcAft>
                <a:spcPts val="800"/>
              </a:spcAft>
            </a:pPr>
            <a:r>
              <a:rPr sz="1800" b="0" i="0" lang="en-US">
                <a:solidFill>
                  <a:srgbClr val="1C2333"/>
                </a:solidFill>
                <a:latin typeface="Segoe UI"/>
              </a:rPr>
              <a:t>3) My mum is cooking lunch at the moment.</a:t>
            </a:r>
          </a:p>
          <a:p>
            <a:pPr rtl="0" algn="l">
              <a:spcAft>
                <a:spcPts val="800"/>
              </a:spcAft>
            </a:pPr>
            <a:r>
              <a:rPr sz="1800" b="0" i="0" lang="en-US">
                <a:solidFill>
                  <a:srgbClr val="1C2333"/>
                </a:solidFill>
                <a:latin typeface="Segoe UI"/>
              </a:rPr>
              <a:t>4) She is playing tennis at the moment.</a:t>
            </a:r>
          </a:p>
          <a:p>
            <a:pPr rtl="0" algn="l">
              <a:spcAft>
                <a:spcPts val="800"/>
              </a:spcAft>
            </a:pPr>
            <a:r>
              <a:rPr sz="1800" b="0" i="0" lang="en-US">
                <a:solidFill>
                  <a:srgbClr val="1C2333"/>
                </a:solidFill>
                <a:latin typeface="Segoe UI"/>
              </a:rPr>
              <a:t>5) Are you listening to music at the moment?</a:t>
            </a:r>
          </a:p>
          <a:p>
            <a:pPr rtl="0" algn="l">
              <a:spcAft>
                <a:spcPts val="800"/>
              </a:spcAft>
            </a:pPr>
            <a:r>
              <a:rPr sz="1800" b="0" i="0" lang="en-US">
                <a:solidFill>
                  <a:srgbClr val="1C2333"/>
                </a:solidFill>
                <a:latin typeface="Segoe UI"/>
              </a:rPr>
              <a:t>6) They are taking photos now.</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am reading a book now.</a:t>
            </a:r>
          </a:p>
          <a:p>
            <a:pPr lvl="1" rtl="1" algn="r">
              <a:spcAft>
                <a:spcPts val="700"/>
              </a:spcAft>
            </a:pPr>
            <a:r>
              <a:rPr sz="1900" b="1" i="0" lang="ar-EG" altLang="en-US">
                <a:solidFill>
                  <a:srgbClr val="0F7A3D"/>
                </a:solidFill>
                <a:latin typeface="Traditional Arabic"/>
              </a:rPr>
              <a:t>✔ أنا أقرأ كتاباً الآن.</a:t>
            </a:r>
          </a:p>
          <a:p>
            <a:pPr rtl="0" algn="l">
              <a:spcAft>
                <a:spcPts val="300"/>
              </a:spcAft>
            </a:pPr>
            <a:r>
              <a:rPr sz="1700" b="0" i="0" lang="en-US">
                <a:solidFill>
                  <a:srgbClr val="1C2333"/>
                </a:solidFill>
                <a:latin typeface="Segoe UI"/>
              </a:rPr>
              <a:t>2) It is raining at the moment.</a:t>
            </a:r>
          </a:p>
          <a:p>
            <a:pPr lvl="1" rtl="1" algn="r">
              <a:spcAft>
                <a:spcPts val="700"/>
              </a:spcAft>
            </a:pPr>
            <a:r>
              <a:rPr sz="1900" b="1" i="0" lang="ar-EG" altLang="en-US">
                <a:solidFill>
                  <a:srgbClr val="0F7A3D"/>
                </a:solidFill>
                <a:latin typeface="Traditional Arabic"/>
              </a:rPr>
              <a:t>✔ إنها تمطر في هذه اللحظة.</a:t>
            </a:r>
          </a:p>
          <a:p>
            <a:pPr rtl="0" algn="l">
              <a:spcAft>
                <a:spcPts val="300"/>
              </a:spcAft>
            </a:pPr>
            <a:r>
              <a:rPr sz="1700" b="0" i="0" lang="en-US">
                <a:solidFill>
                  <a:srgbClr val="1C2333"/>
                </a:solidFill>
                <a:latin typeface="Segoe UI"/>
              </a:rPr>
              <a:t>3) My mum is cooking lunch at the moment.</a:t>
            </a:r>
          </a:p>
          <a:p>
            <a:pPr lvl="1" rtl="1" algn="r">
              <a:spcAft>
                <a:spcPts val="700"/>
              </a:spcAft>
            </a:pPr>
            <a:r>
              <a:rPr sz="1900" b="1" i="0" lang="ar-EG" altLang="en-US">
                <a:solidFill>
                  <a:srgbClr val="0F7A3D"/>
                </a:solidFill>
                <a:latin typeface="Traditional Arabic"/>
              </a:rPr>
              <a:t>✔ أمي تطبخ الغداء في هذه اللحظة.</a:t>
            </a:r>
          </a:p>
          <a:p>
            <a:pPr rtl="0" algn="l">
              <a:spcAft>
                <a:spcPts val="300"/>
              </a:spcAft>
            </a:pPr>
            <a:r>
              <a:rPr sz="1700" b="0" i="0" lang="en-US">
                <a:solidFill>
                  <a:srgbClr val="1C2333"/>
                </a:solidFill>
                <a:latin typeface="Segoe UI"/>
              </a:rPr>
              <a:t>4) She is playing tennis at the moment.</a:t>
            </a:r>
          </a:p>
          <a:p>
            <a:pPr lvl="1" rtl="1" algn="r">
              <a:spcAft>
                <a:spcPts val="700"/>
              </a:spcAft>
            </a:pPr>
            <a:r>
              <a:rPr sz="1900" b="1" i="0" lang="ar-EG" altLang="en-US">
                <a:solidFill>
                  <a:srgbClr val="0F7A3D"/>
                </a:solidFill>
                <a:latin typeface="Traditional Arabic"/>
              </a:rPr>
              <a:t>✔ هي تلعب التنس في هذه اللحظة.</a:t>
            </a:r>
          </a:p>
          <a:p>
            <a:pPr rtl="0" algn="l">
              <a:spcAft>
                <a:spcPts val="300"/>
              </a:spcAft>
            </a:pPr>
            <a:r>
              <a:rPr sz="1700" b="0" i="0" lang="en-US">
                <a:solidFill>
                  <a:srgbClr val="1C2333"/>
                </a:solidFill>
                <a:latin typeface="Segoe UI"/>
              </a:rPr>
              <a:t>5) Are you listening to music at the moment?</a:t>
            </a:r>
          </a:p>
          <a:p>
            <a:pPr lvl="1" rtl="1" algn="r">
              <a:spcAft>
                <a:spcPts val="700"/>
              </a:spcAft>
            </a:pPr>
            <a:r>
              <a:rPr sz="1900" b="1" i="0" lang="ar-EG" altLang="en-US">
                <a:solidFill>
                  <a:srgbClr val="0F7A3D"/>
                </a:solidFill>
                <a:latin typeface="Traditional Arabic"/>
              </a:rPr>
              <a:t>✔ هل تستمع إلى الموسيقى في هذه اللحظة؟</a:t>
            </a:r>
          </a:p>
          <a:p>
            <a:pPr rtl="0" algn="l">
              <a:spcAft>
                <a:spcPts val="300"/>
              </a:spcAft>
            </a:pPr>
            <a:r>
              <a:rPr sz="1700" b="0" i="0" lang="en-US">
                <a:solidFill>
                  <a:srgbClr val="1C2333"/>
                </a:solidFill>
                <a:latin typeface="Segoe UI"/>
              </a:rPr>
              <a:t>6) They are taking photos now.</a:t>
            </a:r>
          </a:p>
          <a:p>
            <a:pPr lvl="1" rtl="1" algn="r">
              <a:spcAft>
                <a:spcPts val="700"/>
              </a:spcAft>
            </a:pPr>
            <a:r>
              <a:rPr sz="1900" b="1" i="0" lang="ar-EG" altLang="en-US">
                <a:solidFill>
                  <a:srgbClr val="0F7A3D"/>
                </a:solidFill>
                <a:latin typeface="Traditional Arabic"/>
              </a:rPr>
              <a:t>✔ هم يلتقطون صوراً الآن.</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We are playing chess now.</a:t>
            </a:r>
          </a:p>
          <a:p>
            <a:pPr rtl="0" algn="l">
              <a:spcAft>
                <a:spcPts val="800"/>
              </a:spcAft>
            </a:pPr>
            <a:r>
              <a:rPr sz="1800" b="0" i="0" lang="en-US">
                <a:solidFill>
                  <a:srgbClr val="1C2333"/>
                </a:solidFill>
                <a:latin typeface="Segoe UI"/>
              </a:rPr>
              <a:t>8) Is he visiting Cairo tomorrow?</a:t>
            </a:r>
          </a:p>
          <a:p>
            <a:pPr rtl="0" algn="l">
              <a:spcAft>
                <a:spcPts val="800"/>
              </a:spcAft>
            </a:pPr>
            <a:r>
              <a:rPr sz="1800" b="0" i="0" lang="en-US">
                <a:solidFill>
                  <a:srgbClr val="1C2333"/>
                </a:solidFill>
                <a:latin typeface="Segoe UI"/>
              </a:rPr>
              <a:t>9) My parents are watching TV at the moment.</a:t>
            </a:r>
          </a:p>
          <a:p>
            <a:pPr rtl="0" algn="l">
              <a:spcAft>
                <a:spcPts val="800"/>
              </a:spcAft>
            </a:pPr>
            <a:r>
              <a:rPr sz="1800" b="0" i="0" lang="en-US">
                <a:solidFill>
                  <a:srgbClr val="1C2333"/>
                </a:solidFill>
                <a:latin typeface="Segoe UI"/>
              </a:rPr>
              <a:t>10) I am walking to school now.</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I) Translate into Arabic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We are playing chess now.</a:t>
            </a:r>
          </a:p>
          <a:p>
            <a:pPr lvl="1" rtl="1" algn="r">
              <a:spcAft>
                <a:spcPts val="700"/>
              </a:spcAft>
            </a:pPr>
            <a:r>
              <a:rPr sz="1900" b="1" i="0" lang="ar-EG" altLang="en-US">
                <a:solidFill>
                  <a:srgbClr val="0F7A3D"/>
                </a:solidFill>
                <a:latin typeface="Traditional Arabic"/>
              </a:rPr>
              <a:t>✔ نحن نلعب الشطرنج الآن.</a:t>
            </a:r>
          </a:p>
          <a:p>
            <a:pPr rtl="0" algn="l">
              <a:spcAft>
                <a:spcPts val="300"/>
              </a:spcAft>
            </a:pPr>
            <a:r>
              <a:rPr sz="1700" b="0" i="0" lang="en-US">
                <a:solidFill>
                  <a:srgbClr val="1C2333"/>
                </a:solidFill>
                <a:latin typeface="Segoe UI"/>
              </a:rPr>
              <a:t>8) Is he visiting Cairo tomorrow?</a:t>
            </a:r>
          </a:p>
          <a:p>
            <a:pPr lvl="1" rtl="1" algn="r">
              <a:spcAft>
                <a:spcPts val="700"/>
              </a:spcAft>
            </a:pPr>
            <a:r>
              <a:rPr sz="1900" b="1" i="0" lang="ar-EG" altLang="en-US">
                <a:solidFill>
                  <a:srgbClr val="0F7A3D"/>
                </a:solidFill>
                <a:latin typeface="Traditional Arabic"/>
              </a:rPr>
              <a:t>✔ هل سيزور القاهرة غداً؟</a:t>
            </a:r>
          </a:p>
          <a:p>
            <a:pPr rtl="0" algn="l">
              <a:spcAft>
                <a:spcPts val="300"/>
              </a:spcAft>
            </a:pPr>
            <a:r>
              <a:rPr sz="1700" b="0" i="0" lang="en-US">
                <a:solidFill>
                  <a:srgbClr val="1C2333"/>
                </a:solidFill>
                <a:latin typeface="Segoe UI"/>
              </a:rPr>
              <a:t>9) My parents are watching TV at the moment.</a:t>
            </a:r>
          </a:p>
          <a:p>
            <a:pPr lvl="1" rtl="1" algn="r">
              <a:spcAft>
                <a:spcPts val="700"/>
              </a:spcAft>
            </a:pPr>
            <a:r>
              <a:rPr sz="1900" b="1" i="0" lang="ar-EG" altLang="en-US">
                <a:solidFill>
                  <a:srgbClr val="0F7A3D"/>
                </a:solidFill>
                <a:latin typeface="Traditional Arabic"/>
              </a:rPr>
              <a:t>✔ والداي يشاهدان التلفاز في هذه اللحظة.</a:t>
            </a:r>
          </a:p>
          <a:p>
            <a:pPr rtl="0" algn="l">
              <a:spcAft>
                <a:spcPts val="300"/>
              </a:spcAft>
            </a:pPr>
            <a:r>
              <a:rPr sz="1700" b="0" i="0" lang="en-US">
                <a:solidFill>
                  <a:srgbClr val="1C2333"/>
                </a:solidFill>
                <a:latin typeface="Segoe UI"/>
              </a:rPr>
              <a:t>10) I am walking to school now.</a:t>
            </a:r>
          </a:p>
          <a:p>
            <a:pPr lvl="1" rtl="1" algn="r">
              <a:spcAft>
                <a:spcPts val="700"/>
              </a:spcAft>
            </a:pPr>
            <a:r>
              <a:rPr sz="1900" b="1" i="0" lang="ar-EG" altLang="en-US">
                <a:solidFill>
                  <a:srgbClr val="0F7A3D"/>
                </a:solidFill>
                <a:latin typeface="Traditional Arabic"/>
              </a:rPr>
              <a:t>✔ أنا أمشي إلى المدرسة الآن.</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Rody: How are you?</a:t>
            </a:r>
          </a:p>
          <a:p>
            <a:pPr rtl="0" algn="l">
              <a:spcAft>
                <a:spcPts val="400"/>
              </a:spcAft>
            </a:pPr>
            <a:r>
              <a:rPr sz="1700" b="0" i="0" lang="en-US">
                <a:solidFill>
                  <a:srgbClr val="1C2333"/>
                </a:solidFill>
                <a:latin typeface="Segoe UI"/>
              </a:rPr>
              <a:t>Rawan: ……</a:t>
            </a:r>
          </a:p>
          <a:p>
            <a:pPr rtl="0" algn="l">
              <a:spcAft>
                <a:spcPts val="400"/>
              </a:spcAft>
            </a:pPr>
            <a:r>
              <a:rPr sz="1700" b="0" i="0" lang="en-US">
                <a:solidFill>
                  <a:srgbClr val="1C2333"/>
                </a:solidFill>
                <a:latin typeface="Segoe UI"/>
              </a:rPr>
              <a:t>Rody: What …… you doing now?</a:t>
            </a:r>
          </a:p>
          <a:p>
            <a:pPr rtl="0" algn="l">
              <a:spcAft>
                <a:spcPts val="400"/>
              </a:spcAft>
            </a:pPr>
            <a:r>
              <a:rPr sz="1700" b="0" i="0" lang="en-US">
                <a:solidFill>
                  <a:srgbClr val="1C2333"/>
                </a:solidFill>
                <a:latin typeface="Segoe UI"/>
              </a:rPr>
              <a:t>Rawan: I am …… football with my friends.</a:t>
            </a:r>
          </a:p>
          <a:p>
            <a:pPr rtl="0" algn="l">
              <a:spcAft>
                <a:spcPts val="400"/>
              </a:spcAft>
            </a:pPr>
            <a:r>
              <a:rPr sz="1700" b="0" i="0" lang="en-US">
                <a:solidFill>
                  <a:srgbClr val="1C2333"/>
                </a:solidFill>
                <a:latin typeface="Segoe UI"/>
              </a:rPr>
              <a:t>Rody: …… they having fun?</a:t>
            </a:r>
          </a:p>
          <a:p>
            <a:pPr rtl="0" algn="l">
              <a:spcAft>
                <a:spcPts val="400"/>
              </a:spcAft>
            </a:pPr>
            <a:r>
              <a:rPr sz="1700" b="0" i="0" lang="en-US">
                <a:solidFill>
                  <a:srgbClr val="1C2333"/>
                </a:solidFill>
                <a:latin typeface="Segoe UI"/>
              </a:rPr>
              <a:t>Rawan: Yes, they …… having fun.</a:t>
            </a:r>
          </a:p>
          <a:p>
            <a:pPr rtl="0" algn="l">
              <a:spcAft>
                <a:spcPts val="400"/>
              </a:spcAft>
            </a:pPr>
            <a:r>
              <a:rPr sz="1700" b="0" i="0" lang="en-US">
                <a:solidFill>
                  <a:srgbClr val="1C2333"/>
                </a:solidFill>
                <a:latin typeface="Segoe UI"/>
              </a:rPr>
              <a:t>Rody: Have a nice time.</a:t>
            </a:r>
          </a:p>
          <a:p>
            <a:pPr rtl="0" algn="l">
              <a:spcAft>
                <a:spcPts val="400"/>
              </a:spcAft>
            </a:pPr>
            <a:r>
              <a:rPr sz="1700" b="0" i="0" lang="en-US">
                <a:solidFill>
                  <a:srgbClr val="1C2333"/>
                </a:solidFill>
                <a:latin typeface="Segoe UI"/>
              </a:rPr>
              <a:t>Rawan: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Rody: How are you?</a:t>
            </a:r>
          </a:p>
          <a:p>
            <a:pPr rtl="0" algn="l">
              <a:spcAft>
                <a:spcPts val="400"/>
              </a:spcAft>
            </a:pPr>
            <a:r>
              <a:rPr sz="1700" b="0" i="0" lang="en-US">
                <a:solidFill>
                  <a:srgbClr val="0F7A3D"/>
                </a:solidFill>
                <a:latin typeface="Segoe UI"/>
              </a:rPr>
              <a:t>Rawan: I'm fine, thank you.</a:t>
            </a:r>
          </a:p>
          <a:p>
            <a:pPr rtl="0" algn="l">
              <a:spcAft>
                <a:spcPts val="400"/>
              </a:spcAft>
            </a:pPr>
            <a:r>
              <a:rPr sz="1700" b="0" i="0" lang="en-US">
                <a:solidFill>
                  <a:srgbClr val="0F7A3D"/>
                </a:solidFill>
                <a:latin typeface="Segoe UI"/>
              </a:rPr>
              <a:t>Rody: What are you doing now?</a:t>
            </a:r>
          </a:p>
          <a:p>
            <a:pPr rtl="0" algn="l">
              <a:spcAft>
                <a:spcPts val="400"/>
              </a:spcAft>
            </a:pPr>
            <a:r>
              <a:rPr sz="1700" b="0" i="0" lang="en-US">
                <a:solidFill>
                  <a:srgbClr val="0F7A3D"/>
                </a:solidFill>
                <a:latin typeface="Segoe UI"/>
              </a:rPr>
              <a:t>Rawan: I am playing football with my friends.</a:t>
            </a:r>
          </a:p>
          <a:p>
            <a:pPr rtl="0" algn="l">
              <a:spcAft>
                <a:spcPts val="400"/>
              </a:spcAft>
            </a:pPr>
            <a:r>
              <a:rPr sz="1700" b="0" i="0" lang="en-US">
                <a:solidFill>
                  <a:srgbClr val="0F7A3D"/>
                </a:solidFill>
                <a:latin typeface="Segoe UI"/>
              </a:rPr>
              <a:t>Rody: Are they having fun?</a:t>
            </a:r>
          </a:p>
          <a:p>
            <a:pPr rtl="0" algn="l">
              <a:spcAft>
                <a:spcPts val="400"/>
              </a:spcAft>
            </a:pPr>
            <a:r>
              <a:rPr sz="1700" b="0" i="0" lang="en-US">
                <a:solidFill>
                  <a:srgbClr val="0F7A3D"/>
                </a:solidFill>
                <a:latin typeface="Segoe UI"/>
              </a:rPr>
              <a:t>Rawan: Yes, they are having fun.</a:t>
            </a:r>
          </a:p>
          <a:p>
            <a:pPr rtl="0" algn="l">
              <a:spcAft>
                <a:spcPts val="400"/>
              </a:spcAft>
            </a:pPr>
            <a:r>
              <a:rPr sz="1700" b="0" i="0" lang="en-US">
                <a:solidFill>
                  <a:srgbClr val="0F7A3D"/>
                </a:solidFill>
                <a:latin typeface="Segoe UI"/>
              </a:rPr>
              <a:t>Rody: Have a nice time.</a:t>
            </a:r>
          </a:p>
          <a:p>
            <a:pPr rtl="0" algn="l">
              <a:spcAft>
                <a:spcPts val="400"/>
              </a:spcAft>
            </a:pPr>
            <a:r>
              <a:rPr sz="1700" b="0" i="0" lang="en-US">
                <a:solidFill>
                  <a:srgbClr val="0F7A3D"/>
                </a:solidFill>
                <a:latin typeface="Segoe UI"/>
              </a:rPr>
              <a:t>Rawan: Thank you.</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Sara: Where …… Rody?</a:t>
            </a:r>
          </a:p>
          <a:p>
            <a:pPr rtl="0" algn="l">
              <a:spcAft>
                <a:spcPts val="400"/>
              </a:spcAft>
            </a:pPr>
            <a:r>
              <a:rPr sz="1700" b="0" i="0" lang="en-US">
                <a:solidFill>
                  <a:srgbClr val="1C2333"/>
                </a:solidFill>
                <a:latin typeface="Segoe UI"/>
              </a:rPr>
              <a:t>Fatima: She is in the kitchen.</a:t>
            </a:r>
          </a:p>
          <a:p>
            <a:pPr rtl="0" algn="l">
              <a:spcAft>
                <a:spcPts val="400"/>
              </a:spcAft>
            </a:pPr>
            <a:r>
              <a:rPr sz="1700" b="0" i="0" lang="en-US">
                <a:solidFill>
                  <a:srgbClr val="1C2333"/>
                </a:solidFill>
                <a:latin typeface="Segoe UI"/>
              </a:rPr>
              <a:t>Sara: What is she doing?</a:t>
            </a:r>
          </a:p>
          <a:p>
            <a:pPr rtl="0" algn="l">
              <a:spcAft>
                <a:spcPts val="400"/>
              </a:spcAft>
            </a:pPr>
            <a:r>
              <a:rPr sz="1700" b="0" i="0" lang="en-US">
                <a:solidFill>
                  <a:srgbClr val="1C2333"/>
                </a:solidFill>
                <a:latin typeface="Segoe UI"/>
              </a:rPr>
              <a:t>Fatima: She is …… lunch.</a:t>
            </a:r>
          </a:p>
          <a:p>
            <a:pPr rtl="0" algn="l">
              <a:spcAft>
                <a:spcPts val="400"/>
              </a:spcAft>
            </a:pPr>
            <a:r>
              <a:rPr sz="1700" b="0" i="0" lang="en-US">
                <a:solidFill>
                  <a:srgbClr val="1C2333"/>
                </a:solidFill>
                <a:latin typeface="Segoe UI"/>
              </a:rPr>
              <a:t>Sara: …… she good at cooking?</a:t>
            </a:r>
          </a:p>
          <a:p>
            <a:pPr rtl="0" algn="l">
              <a:spcAft>
                <a:spcPts val="400"/>
              </a:spcAft>
            </a:pPr>
            <a:r>
              <a:rPr sz="1700" b="0" i="0" lang="en-US">
                <a:solidFill>
                  <a:srgbClr val="1C2333"/>
                </a:solidFill>
                <a:latin typeface="Segoe UI"/>
              </a:rPr>
              <a:t>Fatima: Yes, …… .</a:t>
            </a:r>
          </a:p>
          <a:p>
            <a:pPr rtl="0" algn="l">
              <a:spcAft>
                <a:spcPts val="400"/>
              </a:spcAft>
            </a:pPr>
            <a:r>
              <a:rPr sz="1700" b="0" i="0" lang="en-US">
                <a:solidFill>
                  <a:srgbClr val="1C2333"/>
                </a:solidFill>
                <a:latin typeface="Segoe UI"/>
              </a:rPr>
              <a:t>Sara: ……</a:t>
            </a:r>
          </a:p>
          <a:p>
            <a:pPr rtl="0" algn="l">
              <a:spcAft>
                <a:spcPts val="400"/>
              </a:spcAft>
            </a:pPr>
            <a:r>
              <a:rPr sz="1700" b="0" i="0" lang="en-US">
                <a:solidFill>
                  <a:srgbClr val="1C2333"/>
                </a:solidFill>
                <a:latin typeface="Segoe UI"/>
              </a:rPr>
              <a:t>Fatima: You are welcome.</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Sara: Where is Rody?</a:t>
            </a:r>
          </a:p>
          <a:p>
            <a:pPr rtl="0" algn="l">
              <a:spcAft>
                <a:spcPts val="400"/>
              </a:spcAft>
            </a:pPr>
            <a:r>
              <a:rPr sz="1700" b="0" i="0" lang="en-US">
                <a:solidFill>
                  <a:srgbClr val="0F7A3D"/>
                </a:solidFill>
                <a:latin typeface="Segoe UI"/>
              </a:rPr>
              <a:t>Fatima: She is in the kitchen.</a:t>
            </a:r>
          </a:p>
          <a:p>
            <a:pPr rtl="0" algn="l">
              <a:spcAft>
                <a:spcPts val="400"/>
              </a:spcAft>
            </a:pPr>
            <a:r>
              <a:rPr sz="1700" b="0" i="0" lang="en-US">
                <a:solidFill>
                  <a:srgbClr val="0F7A3D"/>
                </a:solidFill>
                <a:latin typeface="Segoe UI"/>
              </a:rPr>
              <a:t>Sara: What is she doing?</a:t>
            </a:r>
          </a:p>
          <a:p>
            <a:pPr rtl="0" algn="l">
              <a:spcAft>
                <a:spcPts val="400"/>
              </a:spcAft>
            </a:pPr>
            <a:r>
              <a:rPr sz="1700" b="0" i="0" lang="en-US">
                <a:solidFill>
                  <a:srgbClr val="0F7A3D"/>
                </a:solidFill>
                <a:latin typeface="Segoe UI"/>
              </a:rPr>
              <a:t>Fatima: She is cooking lunch.</a:t>
            </a:r>
          </a:p>
          <a:p>
            <a:pPr rtl="0" algn="l">
              <a:spcAft>
                <a:spcPts val="400"/>
              </a:spcAft>
            </a:pPr>
            <a:r>
              <a:rPr sz="1700" b="0" i="0" lang="en-US">
                <a:solidFill>
                  <a:srgbClr val="0F7A3D"/>
                </a:solidFill>
                <a:latin typeface="Segoe UI"/>
              </a:rPr>
              <a:t>Sara: Is she good at cooking?</a:t>
            </a:r>
          </a:p>
          <a:p>
            <a:pPr rtl="0" algn="l">
              <a:spcAft>
                <a:spcPts val="400"/>
              </a:spcAft>
            </a:pPr>
            <a:r>
              <a:rPr sz="1700" b="0" i="0" lang="en-US">
                <a:solidFill>
                  <a:srgbClr val="0F7A3D"/>
                </a:solidFill>
                <a:latin typeface="Segoe UI"/>
              </a:rPr>
              <a:t>Fatima: Yes, she is .</a:t>
            </a:r>
          </a:p>
          <a:p>
            <a:pPr rtl="0" algn="l">
              <a:spcAft>
                <a:spcPts val="400"/>
              </a:spcAft>
            </a:pPr>
            <a:r>
              <a:rPr sz="1700" b="0" i="0" lang="en-US">
                <a:solidFill>
                  <a:srgbClr val="0F7A3D"/>
                </a:solidFill>
                <a:latin typeface="Segoe UI"/>
              </a:rPr>
              <a:t>Sara: Thank you.</a:t>
            </a:r>
          </a:p>
          <a:p>
            <a:pPr rtl="0" algn="l">
              <a:spcAft>
                <a:spcPts val="400"/>
              </a:spcAft>
            </a:pPr>
            <a:r>
              <a:rPr sz="1700" b="0" i="0" lang="en-US">
                <a:solidFill>
                  <a:srgbClr val="0F7A3D"/>
                </a:solidFill>
                <a:latin typeface="Segoe UI"/>
              </a:rPr>
              <a:t>Fatima: You are welcome.</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Ahmed: Good morning, Mazen.</a:t>
            </a:r>
          </a:p>
          <a:p>
            <a:pPr rtl="0" algn="l">
              <a:spcAft>
                <a:spcPts val="400"/>
              </a:spcAft>
            </a:pPr>
            <a:r>
              <a:rPr sz="1700" b="0" i="0" lang="en-US">
                <a:solidFill>
                  <a:srgbClr val="1C2333"/>
                </a:solidFill>
                <a:latin typeface="Segoe UI"/>
              </a:rPr>
              <a:t>Mazen: ……</a:t>
            </a:r>
          </a:p>
          <a:p>
            <a:pPr rtl="0" algn="l">
              <a:spcAft>
                <a:spcPts val="400"/>
              </a:spcAft>
            </a:pPr>
            <a:r>
              <a:rPr sz="1700" b="0" i="0" lang="en-US">
                <a:solidFill>
                  <a:srgbClr val="1C2333"/>
                </a:solidFill>
                <a:latin typeface="Segoe UI"/>
              </a:rPr>
              <a:t>Ahmed: …… are you doing?</a:t>
            </a:r>
          </a:p>
          <a:p>
            <a:pPr rtl="0" algn="l">
              <a:spcAft>
                <a:spcPts val="400"/>
              </a:spcAft>
            </a:pPr>
            <a:r>
              <a:rPr sz="1700" b="0" i="0" lang="en-US">
                <a:solidFill>
                  <a:srgbClr val="1C2333"/>
                </a:solidFill>
                <a:latin typeface="Segoe UI"/>
              </a:rPr>
              <a:t>Mazen: I …… English.</a:t>
            </a:r>
          </a:p>
          <a:p>
            <a:pPr rtl="0" algn="l">
              <a:spcAft>
                <a:spcPts val="400"/>
              </a:spcAft>
            </a:pPr>
            <a:r>
              <a:rPr sz="1700" b="0" i="0" lang="en-US">
                <a:solidFill>
                  <a:srgbClr val="1C2333"/>
                </a:solidFill>
                <a:latin typeface="Segoe UI"/>
              </a:rPr>
              <a:t>Ahmed: …… you having a test?</a:t>
            </a:r>
          </a:p>
          <a:p>
            <a:pPr rtl="0" algn="l">
              <a:spcAft>
                <a:spcPts val="400"/>
              </a:spcAft>
            </a:pPr>
            <a:r>
              <a:rPr sz="1700" b="0" i="0" lang="en-US">
                <a:solidFill>
                  <a:srgbClr val="1C2333"/>
                </a:solidFill>
                <a:latin typeface="Segoe UI"/>
              </a:rPr>
              <a:t>Mazen: Yes, …… .</a:t>
            </a:r>
          </a:p>
          <a:p>
            <a:pPr rtl="0" algn="l">
              <a:spcAft>
                <a:spcPts val="400"/>
              </a:spcAft>
            </a:pPr>
            <a:r>
              <a:rPr sz="1700" b="0" i="0" lang="en-US">
                <a:solidFill>
                  <a:srgbClr val="1C2333"/>
                </a:solidFill>
                <a:latin typeface="Segoe UI"/>
              </a:rPr>
              <a:t>Ahmed: Have a nice time.</a:t>
            </a:r>
          </a:p>
          <a:p>
            <a:pPr rtl="0" algn="l">
              <a:spcAft>
                <a:spcPts val="400"/>
              </a:spcAft>
            </a:pPr>
            <a:r>
              <a:rPr sz="1700" b="0" i="0" lang="en-US">
                <a:solidFill>
                  <a:srgbClr val="1C2333"/>
                </a:solidFill>
                <a:latin typeface="Segoe UI"/>
              </a:rPr>
              <a:t>Mazen: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Ahmed: Good morning, Mazen.</a:t>
            </a:r>
          </a:p>
          <a:p>
            <a:pPr rtl="0" algn="l">
              <a:spcAft>
                <a:spcPts val="400"/>
              </a:spcAft>
            </a:pPr>
            <a:r>
              <a:rPr sz="1700" b="0" i="0" lang="en-US">
                <a:solidFill>
                  <a:srgbClr val="0F7A3D"/>
                </a:solidFill>
                <a:latin typeface="Segoe UI"/>
              </a:rPr>
              <a:t>Mazen: Good morning, Ahmed.</a:t>
            </a:r>
          </a:p>
          <a:p>
            <a:pPr rtl="0" algn="l">
              <a:spcAft>
                <a:spcPts val="400"/>
              </a:spcAft>
            </a:pPr>
            <a:r>
              <a:rPr sz="1700" b="0" i="0" lang="en-US">
                <a:solidFill>
                  <a:srgbClr val="0F7A3D"/>
                </a:solidFill>
                <a:latin typeface="Segoe UI"/>
              </a:rPr>
              <a:t>Ahmed: What are you doing?</a:t>
            </a:r>
          </a:p>
          <a:p>
            <a:pPr rtl="0" algn="l">
              <a:spcAft>
                <a:spcPts val="400"/>
              </a:spcAft>
            </a:pPr>
            <a:r>
              <a:rPr sz="1700" b="0" i="0" lang="en-US">
                <a:solidFill>
                  <a:srgbClr val="0F7A3D"/>
                </a:solidFill>
                <a:latin typeface="Segoe UI"/>
              </a:rPr>
              <a:t>Mazen: I am studying English.</a:t>
            </a:r>
          </a:p>
          <a:p>
            <a:pPr rtl="0" algn="l">
              <a:spcAft>
                <a:spcPts val="400"/>
              </a:spcAft>
            </a:pPr>
            <a:r>
              <a:rPr sz="1700" b="0" i="0" lang="en-US">
                <a:solidFill>
                  <a:srgbClr val="0F7A3D"/>
                </a:solidFill>
                <a:latin typeface="Segoe UI"/>
              </a:rPr>
              <a:t>Ahmed: Are you having a test?</a:t>
            </a:r>
          </a:p>
          <a:p>
            <a:pPr rtl="0" algn="l">
              <a:spcAft>
                <a:spcPts val="400"/>
              </a:spcAft>
            </a:pPr>
            <a:r>
              <a:rPr sz="1700" b="0" i="0" lang="en-US">
                <a:solidFill>
                  <a:srgbClr val="0F7A3D"/>
                </a:solidFill>
                <a:latin typeface="Segoe UI"/>
              </a:rPr>
              <a:t>Mazen: Yes, I am .</a:t>
            </a:r>
          </a:p>
          <a:p>
            <a:pPr rtl="0" algn="l">
              <a:spcAft>
                <a:spcPts val="400"/>
              </a:spcAft>
            </a:pPr>
            <a:r>
              <a:rPr sz="1700" b="0" i="0" lang="en-US">
                <a:solidFill>
                  <a:srgbClr val="0F7A3D"/>
                </a:solidFill>
                <a:latin typeface="Segoe UI"/>
              </a:rPr>
              <a:t>Ahmed: Have a nice time.</a:t>
            </a:r>
          </a:p>
          <a:p>
            <a:pPr rtl="0" algn="l">
              <a:spcAft>
                <a:spcPts val="400"/>
              </a:spcAft>
            </a:pPr>
            <a:r>
              <a:rPr sz="1700" b="0" i="0" lang="en-US">
                <a:solidFill>
                  <a:srgbClr val="0F7A3D"/>
                </a:solidFill>
                <a:latin typeface="Segoe UI"/>
              </a:rPr>
              <a:t>Mazen: Thank you.</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81"/>
                </a:solidFill>
                <a:latin typeface="Segoe UI"/>
              </a:rPr>
              <a:t>19</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19 — The Present Continuous Tense</a:t>
            </a:r>
          </a:p>
          <a:p>
            <a:pPr rtl="0" algn="l"/>
            <a:r>
              <a:rPr sz="1400" b="0" i="0" lang="en-US">
                <a:solidFill>
                  <a:srgbClr val="DDE6F3"/>
                </a:solidFill>
                <a:latin typeface="Segoe UI"/>
              </a:rPr>
              <a:t>J)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Nader: Hello, Ahmed. What are you …… ?</a:t>
            </a:r>
          </a:p>
          <a:p>
            <a:pPr rtl="0" algn="l">
              <a:spcAft>
                <a:spcPts val="400"/>
              </a:spcAft>
            </a:pPr>
            <a:r>
              <a:rPr sz="1700" b="0" i="0" lang="en-US">
                <a:solidFill>
                  <a:srgbClr val="1C2333"/>
                </a:solidFill>
                <a:latin typeface="Segoe UI"/>
              </a:rPr>
              <a:t>Ahmed: Hello, Nader. I …… doing my homework.</a:t>
            </a:r>
          </a:p>
          <a:p>
            <a:pPr rtl="0" algn="l">
              <a:spcAft>
                <a:spcPts val="400"/>
              </a:spcAft>
            </a:pPr>
            <a:r>
              <a:rPr sz="1700" b="0" i="0" lang="en-US">
                <a:solidFill>
                  <a:srgbClr val="1C2333"/>
                </a:solidFill>
                <a:latin typeface="Segoe UI"/>
              </a:rPr>
              <a:t>Nader: What …… your brother doing?</a:t>
            </a:r>
          </a:p>
          <a:p>
            <a:pPr rtl="0" algn="l">
              <a:spcAft>
                <a:spcPts val="400"/>
              </a:spcAft>
            </a:pPr>
            <a:r>
              <a:rPr sz="1700" b="0" i="0" lang="en-US">
                <a:solidFill>
                  <a:srgbClr val="1C2333"/>
                </a:solidFill>
                <a:latin typeface="Segoe UI"/>
              </a:rPr>
              <a:t>Ahmed: He is …… TV in the living room.</a:t>
            </a:r>
          </a:p>
          <a:p>
            <a:pPr rtl="0" algn="l">
              <a:spcAft>
                <a:spcPts val="400"/>
              </a:spcAft>
            </a:pPr>
            <a:r>
              <a:rPr sz="1700" b="0" i="0" lang="en-US">
                <a:solidFill>
                  <a:srgbClr val="1C2333"/>
                </a:solidFill>
                <a:latin typeface="Segoe UI"/>
              </a:rPr>
              <a:t>Nader: Have a nice time.</a:t>
            </a:r>
          </a:p>
          <a:p>
            <a:pPr rtl="0" algn="l">
              <a:spcAft>
                <a:spcPts val="400"/>
              </a:spcAft>
            </a:pPr>
            <a:r>
              <a:rPr sz="1700" b="0" i="0" lang="en-US">
                <a:solidFill>
                  <a:srgbClr val="1C2333"/>
                </a:solidFill>
                <a:latin typeface="Segoe UI"/>
              </a:rPr>
              <a:t>Ahmed: ……</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Nader: Hello, Ahmed. What are you doing ?</a:t>
            </a:r>
          </a:p>
          <a:p>
            <a:pPr rtl="0" algn="l">
              <a:spcAft>
                <a:spcPts val="400"/>
              </a:spcAft>
            </a:pPr>
            <a:r>
              <a:rPr sz="1700" b="0" i="0" lang="en-US">
                <a:solidFill>
                  <a:srgbClr val="0F7A3D"/>
                </a:solidFill>
                <a:latin typeface="Segoe UI"/>
              </a:rPr>
              <a:t>Ahmed: Hello, Nader. I am doing my homework.</a:t>
            </a:r>
          </a:p>
          <a:p>
            <a:pPr rtl="0" algn="l">
              <a:spcAft>
                <a:spcPts val="400"/>
              </a:spcAft>
            </a:pPr>
            <a:r>
              <a:rPr sz="1700" b="0" i="0" lang="en-US">
                <a:solidFill>
                  <a:srgbClr val="0F7A3D"/>
                </a:solidFill>
                <a:latin typeface="Segoe UI"/>
              </a:rPr>
              <a:t>Nader: What is your brother doing?</a:t>
            </a:r>
          </a:p>
          <a:p>
            <a:pPr rtl="0" algn="l">
              <a:spcAft>
                <a:spcPts val="400"/>
              </a:spcAft>
            </a:pPr>
            <a:r>
              <a:rPr sz="1700" b="0" i="0" lang="en-US">
                <a:solidFill>
                  <a:srgbClr val="0F7A3D"/>
                </a:solidFill>
                <a:latin typeface="Segoe UI"/>
              </a:rPr>
              <a:t>Ahmed: He is watching TV in the living room.</a:t>
            </a:r>
          </a:p>
          <a:p>
            <a:pPr rtl="0" algn="l">
              <a:spcAft>
                <a:spcPts val="400"/>
              </a:spcAft>
            </a:pPr>
            <a:r>
              <a:rPr sz="1700" b="0" i="0" lang="en-US">
                <a:solidFill>
                  <a:srgbClr val="0F7A3D"/>
                </a:solidFill>
                <a:latin typeface="Segoe UI"/>
              </a:rPr>
              <a:t>Nader: Have a nice time.</a:t>
            </a:r>
          </a:p>
          <a:p>
            <a:pPr rtl="0" algn="l">
              <a:spcAft>
                <a:spcPts val="400"/>
              </a:spcAft>
            </a:pPr>
            <a:r>
              <a:rPr sz="1700" b="0" i="0" lang="en-US">
                <a:solidFill>
                  <a:srgbClr val="0F7A3D"/>
                </a:solidFill>
                <a:latin typeface="Segoe UI"/>
              </a:rPr>
              <a:t>Ahmed: Thank you.</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20</a:t>
            </a:r>
          </a:p>
          <a:p>
            <a:pPr algn="ctr" rtl="0"/>
            <a:r>
              <a:rPr sz="4600" b="1" i="0" lang="en-US">
                <a:solidFill>
                  <a:srgbClr val="FFFFFF"/>
                </a:solidFill>
                <a:latin typeface="Segoe UI"/>
              </a:rPr>
              <a:t>Irregular Verbs</a:t>
            </a:r>
          </a:p>
          <a:p>
            <a:pPr algn="ctr" rtl="1"/>
            <a:r>
              <a:rPr sz="2900" b="0" i="0" lang="ar-EG" altLang="en-US">
                <a:solidFill>
                  <a:srgbClr val="FFFFFF"/>
                </a:solidFill>
                <a:latin typeface="Traditional Arabic"/>
              </a:rPr>
              <a:t>الأفعال الشاذة</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يذهب</a:t>
                      </a:r>
                    </a:p>
                  </a:txBody>
                  <a:tcPr>
                    <a:solidFill>
                      <a:srgbClr val="FFFFFF"/>
                    </a:solidFill>
                  </a:tcPr>
                </a:tc>
                <a:tc>
                  <a:txBody>
                    <a:bodyPr/>
                    <a:lstStyle/>
                    <a:p>
                      <a:pPr rtl="0" algn="l"/>
                      <a:r>
                        <a:rPr sz="1300" b="0" i="0" lang="en-US">
                          <a:solidFill>
                            <a:srgbClr val="1C2333"/>
                          </a:solidFill>
                          <a:latin typeface="Segoe UI"/>
                        </a:rPr>
                        <a:t>go</a:t>
                      </a:r>
                    </a:p>
                  </a:txBody>
                  <a:tcPr>
                    <a:solidFill>
                      <a:srgbClr val="FFFFFF"/>
                    </a:solidFill>
                  </a:tcPr>
                </a:tc>
                <a:tc>
                  <a:txBody>
                    <a:bodyPr/>
                    <a:lstStyle/>
                    <a:p>
                      <a:pPr rtl="0" algn="l"/>
                      <a:r>
                        <a:rPr sz="1300" b="0" i="0" lang="en-US">
                          <a:solidFill>
                            <a:srgbClr val="1C2333"/>
                          </a:solidFill>
                          <a:latin typeface="Segoe UI"/>
                        </a:rPr>
                        <a:t>went</a:t>
                      </a:r>
                    </a:p>
                  </a:txBody>
                  <a:tcPr>
                    <a:solidFill>
                      <a:srgbClr val="FFFFFF"/>
                    </a:solidFill>
                  </a:tcPr>
                </a:tc>
                <a:tc>
                  <a:txBody>
                    <a:bodyPr/>
                    <a:lstStyle/>
                    <a:p>
                      <a:pPr rtl="0" algn="l"/>
                      <a:r>
                        <a:rPr sz="1300" b="0" i="0" lang="en-US">
                          <a:solidFill>
                            <a:srgbClr val="1C2333"/>
                          </a:solidFill>
                          <a:latin typeface="Segoe UI"/>
                        </a:rPr>
                        <a:t>gone</a:t>
                      </a:r>
                    </a:p>
                  </a:txBody>
                  <a:tcPr>
                    <a:solidFill>
                      <a:srgbClr val="FFFFFF"/>
                    </a:solidFill>
                  </a:tcPr>
                </a:tc>
              </a:tr>
              <a:tr h="347472">
                <a:tc>
                  <a:txBody>
                    <a:bodyPr/>
                    <a:lstStyle/>
                    <a:p>
                      <a:pPr rtl="1" algn="r"/>
                      <a:r>
                        <a:rPr sz="1600" b="0" i="0" lang="ar-EG" altLang="en-US">
                          <a:solidFill>
                            <a:srgbClr val="1C2333"/>
                          </a:solidFill>
                          <a:latin typeface="Traditional Arabic"/>
                        </a:rPr>
                        <a:t>يشتري</a:t>
                      </a:r>
                    </a:p>
                  </a:txBody>
                  <a:tcPr>
                    <a:solidFill>
                      <a:srgbClr val="EEF3FA"/>
                    </a:solidFill>
                  </a:tcPr>
                </a:tc>
                <a:tc>
                  <a:txBody>
                    <a:bodyPr/>
                    <a:lstStyle/>
                    <a:p>
                      <a:pPr rtl="0" algn="l"/>
                      <a:r>
                        <a:rPr sz="1300" b="0" i="0" lang="en-US">
                          <a:solidFill>
                            <a:srgbClr val="1C2333"/>
                          </a:solidFill>
                          <a:latin typeface="Segoe UI"/>
                        </a:rPr>
                        <a:t>buy</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c>
                  <a:txBody>
                    <a:bodyPr/>
                    <a:lstStyle/>
                    <a:p>
                      <a:pPr rtl="0" algn="l"/>
                      <a:r>
                        <a:rPr sz="1300" b="0" i="0" lang="en-US">
                          <a:solidFill>
                            <a:srgbClr val="1C2333"/>
                          </a:solidFill>
                          <a:latin typeface="Segoe UI"/>
                        </a:rPr>
                        <a:t>bought</a:t>
                      </a:r>
                    </a:p>
                  </a:txBody>
                  <a:tcPr>
                    <a:solidFill>
                      <a:srgbClr val="EEF3FA"/>
                    </a:solidFill>
                  </a:tcPr>
                </a:tc>
              </a:tr>
              <a:tr h="347472">
                <a:tc>
                  <a:txBody>
                    <a:bodyPr/>
                    <a:lstStyle/>
                    <a:p>
                      <a:pPr rtl="1" algn="r"/>
                      <a:r>
                        <a:rPr sz="1600" b="0" i="0" lang="ar-EG" altLang="en-US">
                          <a:solidFill>
                            <a:srgbClr val="1C2333"/>
                          </a:solidFill>
                          <a:latin typeface="Traditional Arabic"/>
                        </a:rPr>
                        <a:t>يشرب</a:t>
                      </a:r>
                    </a:p>
                  </a:txBody>
                  <a:tcPr>
                    <a:solidFill>
                      <a:srgbClr val="FFFFFF"/>
                    </a:solidFill>
                  </a:tcPr>
                </a:tc>
                <a:tc>
                  <a:txBody>
                    <a:bodyPr/>
                    <a:lstStyle/>
                    <a:p>
                      <a:pPr rtl="0" algn="l"/>
                      <a:r>
                        <a:rPr sz="1300" b="0" i="0" lang="en-US">
                          <a:solidFill>
                            <a:srgbClr val="1C2333"/>
                          </a:solidFill>
                          <a:latin typeface="Segoe UI"/>
                        </a:rPr>
                        <a:t>drink</a:t>
                      </a:r>
                    </a:p>
                  </a:txBody>
                  <a:tcPr>
                    <a:solidFill>
                      <a:srgbClr val="FFFFFF"/>
                    </a:solidFill>
                  </a:tcPr>
                </a:tc>
                <a:tc>
                  <a:txBody>
                    <a:bodyPr/>
                    <a:lstStyle/>
                    <a:p>
                      <a:pPr rtl="0" algn="l"/>
                      <a:r>
                        <a:rPr sz="1300" b="0" i="0" lang="en-US">
                          <a:solidFill>
                            <a:srgbClr val="1C2333"/>
                          </a:solidFill>
                          <a:latin typeface="Segoe UI"/>
                        </a:rPr>
                        <a:t>drank</a:t>
                      </a:r>
                    </a:p>
                  </a:txBody>
                  <a:tcPr>
                    <a:solidFill>
                      <a:srgbClr val="FFFFFF"/>
                    </a:solidFill>
                  </a:tcPr>
                </a:tc>
                <a:tc>
                  <a:txBody>
                    <a:bodyPr/>
                    <a:lstStyle/>
                    <a:p>
                      <a:pPr rtl="0" algn="l"/>
                      <a:r>
                        <a:rPr sz="1300" b="0" i="0" lang="en-US">
                          <a:solidFill>
                            <a:srgbClr val="1C2333"/>
                          </a:solidFill>
                          <a:latin typeface="Segoe UI"/>
                        </a:rPr>
                        <a:t>drunk</a:t>
                      </a:r>
                    </a:p>
                  </a:txBody>
                  <a:tcPr>
                    <a:solidFill>
                      <a:srgbClr val="FFFFFF"/>
                    </a:solidFill>
                  </a:tcPr>
                </a:tc>
              </a:tr>
              <a:tr h="347472">
                <a:tc>
                  <a:txBody>
                    <a:bodyPr/>
                    <a:lstStyle/>
                    <a:p>
                      <a:pPr rtl="1" algn="r"/>
                      <a:r>
                        <a:rPr sz="1600" b="0" i="0" lang="ar-EG" altLang="en-US">
                          <a:solidFill>
                            <a:srgbClr val="1C2333"/>
                          </a:solidFill>
                          <a:latin typeface="Traditional Arabic"/>
                        </a:rPr>
                        <a:t>يقابل</a:t>
                      </a:r>
                    </a:p>
                  </a:txBody>
                  <a:tcPr>
                    <a:solidFill>
                      <a:srgbClr val="EEF3FA"/>
                    </a:solidFill>
                  </a:tcPr>
                </a:tc>
                <a:tc>
                  <a:txBody>
                    <a:bodyPr/>
                    <a:lstStyle/>
                    <a:p>
                      <a:pPr rtl="0" algn="l"/>
                      <a:r>
                        <a:rPr sz="1300" b="0" i="0" lang="en-US">
                          <a:solidFill>
                            <a:srgbClr val="1C2333"/>
                          </a:solidFill>
                          <a:latin typeface="Segoe UI"/>
                        </a:rPr>
                        <a:t>meet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c>
                  <a:txBody>
                    <a:bodyPr/>
                    <a:lstStyle/>
                    <a:p>
                      <a:pPr rtl="0" algn="l"/>
                      <a:r>
                        <a:rPr sz="1300" b="0" i="0" lang="en-US">
                          <a:solidFill>
                            <a:srgbClr val="1C2333"/>
                          </a:solidFill>
                          <a:latin typeface="Segoe UI"/>
                        </a:rPr>
                        <a:t>met</a:t>
                      </a:r>
                    </a:p>
                  </a:txBody>
                  <a:tcPr>
                    <a:solidFill>
                      <a:srgbClr val="EEF3FA"/>
                    </a:solidFill>
                  </a:tcPr>
                </a:tc>
              </a:tr>
              <a:tr h="347472">
                <a:tc>
                  <a:txBody>
                    <a:bodyPr/>
                    <a:lstStyle/>
                    <a:p>
                      <a:pPr rtl="1" algn="r"/>
                      <a:r>
                        <a:rPr sz="1600" b="0" i="0" lang="ar-EG" altLang="en-US">
                          <a:solidFill>
                            <a:srgbClr val="1C2333"/>
                          </a:solidFill>
                          <a:latin typeface="Traditional Arabic"/>
                        </a:rPr>
                        <a:t>يسبح</a:t>
                      </a:r>
                    </a:p>
                  </a:txBody>
                  <a:tcPr>
                    <a:solidFill>
                      <a:srgbClr val="FFFFFF"/>
                    </a:solidFill>
                  </a:tcPr>
                </a:tc>
                <a:tc>
                  <a:txBody>
                    <a:bodyPr/>
                    <a:lstStyle/>
                    <a:p>
                      <a:pPr rtl="0" algn="l"/>
                      <a:r>
                        <a:rPr sz="1300" b="0" i="0" lang="en-US">
                          <a:solidFill>
                            <a:srgbClr val="1C2333"/>
                          </a:solidFill>
                          <a:latin typeface="Segoe UI"/>
                        </a:rPr>
                        <a:t>swim</a:t>
                      </a:r>
                    </a:p>
                  </a:txBody>
                  <a:tcPr>
                    <a:solidFill>
                      <a:srgbClr val="FFFFFF"/>
                    </a:solidFill>
                  </a:tcPr>
                </a:tc>
                <a:tc>
                  <a:txBody>
                    <a:bodyPr/>
                    <a:lstStyle/>
                    <a:p>
                      <a:pPr rtl="0" algn="l"/>
                      <a:r>
                        <a:rPr sz="1300" b="0" i="0" lang="en-US">
                          <a:solidFill>
                            <a:srgbClr val="1C2333"/>
                          </a:solidFill>
                          <a:latin typeface="Segoe UI"/>
                        </a:rPr>
                        <a:t>swam</a:t>
                      </a:r>
                    </a:p>
                  </a:txBody>
                  <a:tcPr>
                    <a:solidFill>
                      <a:srgbClr val="FFFFFF"/>
                    </a:solidFill>
                  </a:tcPr>
                </a:tc>
                <a:tc>
                  <a:txBody>
                    <a:bodyPr/>
                    <a:lstStyle/>
                    <a:p>
                      <a:pPr rtl="0" algn="l"/>
                      <a:r>
                        <a:rPr sz="1300" b="0" i="0" lang="en-US">
                          <a:solidFill>
                            <a:srgbClr val="1C2333"/>
                          </a:solidFill>
                          <a:latin typeface="Segoe UI"/>
                        </a:rPr>
                        <a:t>swum</a:t>
                      </a:r>
                    </a:p>
                  </a:txBody>
                  <a:tcPr>
                    <a:solidFill>
                      <a:srgbClr val="FFFFFF"/>
                    </a:solidFill>
                  </a:tcPr>
                </a:tc>
              </a:tr>
              <a:tr h="347472">
                <a:tc>
                  <a:txBody>
                    <a:bodyPr/>
                    <a:lstStyle/>
                    <a:p>
                      <a:pPr rtl="1" algn="r"/>
                      <a:r>
                        <a:rPr sz="1600" b="0" i="0" lang="ar-EG" altLang="en-US">
                          <a:solidFill>
                            <a:srgbClr val="1C2333"/>
                          </a:solidFill>
                          <a:latin typeface="Traditional Arabic"/>
                        </a:rPr>
                        <a:t>يأكل</a:t>
                      </a:r>
                    </a:p>
                  </a:txBody>
                  <a:tcPr>
                    <a:solidFill>
                      <a:srgbClr val="EEF3FA"/>
                    </a:solidFill>
                  </a:tcPr>
                </a:tc>
                <a:tc>
                  <a:txBody>
                    <a:bodyPr/>
                    <a:lstStyle/>
                    <a:p>
                      <a:pPr rtl="0" algn="l"/>
                      <a:r>
                        <a:rPr sz="1300" b="0" i="0" lang="en-US">
                          <a:solidFill>
                            <a:srgbClr val="1C2333"/>
                          </a:solidFill>
                          <a:latin typeface="Segoe UI"/>
                        </a:rPr>
                        <a:t>eat</a:t>
                      </a:r>
                    </a:p>
                  </a:txBody>
                  <a:tcPr>
                    <a:solidFill>
                      <a:srgbClr val="EEF3FA"/>
                    </a:solidFill>
                  </a:tcPr>
                </a:tc>
                <a:tc>
                  <a:txBody>
                    <a:bodyPr/>
                    <a:lstStyle/>
                    <a:p>
                      <a:pPr rtl="0" algn="l"/>
                      <a:r>
                        <a:rPr sz="1300" b="0" i="0" lang="en-US">
                          <a:solidFill>
                            <a:srgbClr val="1C2333"/>
                          </a:solidFill>
                          <a:latin typeface="Segoe UI"/>
                        </a:rPr>
                        <a:t>ate</a:t>
                      </a:r>
                    </a:p>
                  </a:txBody>
                  <a:tcPr>
                    <a:solidFill>
                      <a:srgbClr val="EEF3FA"/>
                    </a:solidFill>
                  </a:tcPr>
                </a:tc>
                <a:tc>
                  <a:txBody>
                    <a:bodyPr/>
                    <a:lstStyle/>
                    <a:p>
                      <a:pPr rtl="0" algn="l"/>
                      <a:r>
                        <a:rPr sz="1300" b="0" i="0" lang="en-US">
                          <a:solidFill>
                            <a:srgbClr val="1C2333"/>
                          </a:solidFill>
                          <a:latin typeface="Segoe UI"/>
                        </a:rPr>
                        <a:t>eaten</a:t>
                      </a:r>
                    </a:p>
                  </a:txBody>
                  <a:tcPr>
                    <a:solidFill>
                      <a:srgbClr val="EEF3FA"/>
                    </a:solidFill>
                  </a:tcPr>
                </a:tc>
              </a:tr>
              <a:tr h="347472">
                <a:tc>
                  <a:txBody>
                    <a:bodyPr/>
                    <a:lstStyle/>
                    <a:p>
                      <a:pPr rtl="1" algn="r"/>
                      <a:r>
                        <a:rPr sz="1600" b="0" i="0" lang="ar-EG" altLang="en-US">
                          <a:solidFill>
                            <a:srgbClr val="1C2333"/>
                          </a:solidFill>
                          <a:latin typeface="Traditional Arabic"/>
                        </a:rPr>
                        <a:t>يبيع</a:t>
                      </a:r>
                    </a:p>
                  </a:txBody>
                  <a:tcPr>
                    <a:solidFill>
                      <a:srgbClr val="FFFFFF"/>
                    </a:solidFill>
                  </a:tcPr>
                </a:tc>
                <a:tc>
                  <a:txBody>
                    <a:bodyPr/>
                    <a:lstStyle/>
                    <a:p>
                      <a:pPr rtl="0" algn="l"/>
                      <a:r>
                        <a:rPr sz="1300" b="0" i="0" lang="en-US">
                          <a:solidFill>
                            <a:srgbClr val="1C2333"/>
                          </a:solidFill>
                          <a:latin typeface="Segoe UI"/>
                        </a:rPr>
                        <a:t>sell</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c>
                  <a:txBody>
                    <a:bodyPr/>
                    <a:lstStyle/>
                    <a:p>
                      <a:pPr rtl="0" algn="l"/>
                      <a:r>
                        <a:rPr sz="1300" b="0" i="0" lang="en-US">
                          <a:solidFill>
                            <a:srgbClr val="1C2333"/>
                          </a:solidFill>
                          <a:latin typeface="Segoe UI"/>
                        </a:rPr>
                        <a:t>sold</a:t>
                      </a:r>
                    </a:p>
                  </a:txBody>
                  <a:tcPr>
                    <a:solidFill>
                      <a:srgbClr val="FFFFFF"/>
                    </a:solidFill>
                  </a:tcPr>
                </a:tc>
              </a:tr>
              <a:tr h="347472">
                <a:tc>
                  <a:txBody>
                    <a:bodyPr/>
                    <a:lstStyle/>
                    <a:p>
                      <a:pPr rtl="1" algn="r"/>
                      <a:r>
                        <a:rPr sz="1600" b="0" i="0" lang="ar-EG" altLang="en-US">
                          <a:solidFill>
                            <a:srgbClr val="1C2333"/>
                          </a:solidFill>
                          <a:latin typeface="Traditional Arabic"/>
                        </a:rPr>
                        <a:t>يصنع</a:t>
                      </a:r>
                    </a:p>
                  </a:txBody>
                  <a:tcPr>
                    <a:solidFill>
                      <a:srgbClr val="EEF3FA"/>
                    </a:solidFill>
                  </a:tcPr>
                </a:tc>
                <a:tc>
                  <a:txBody>
                    <a:bodyPr/>
                    <a:lstStyle/>
                    <a:p>
                      <a:pPr rtl="0" algn="l"/>
                      <a:r>
                        <a:rPr sz="1300" b="0" i="0" lang="en-US">
                          <a:solidFill>
                            <a:srgbClr val="1C2333"/>
                          </a:solidFill>
                          <a:latin typeface="Segoe UI"/>
                        </a:rPr>
                        <a:t>make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c>
                  <a:txBody>
                    <a:bodyPr/>
                    <a:lstStyle/>
                    <a:p>
                      <a:pPr rtl="0" algn="l"/>
                      <a:r>
                        <a:rPr sz="1300" b="0" i="0" lang="en-US">
                          <a:solidFill>
                            <a:srgbClr val="1C2333"/>
                          </a:solidFill>
                          <a:latin typeface="Segoe UI"/>
                        </a:rPr>
                        <a:t>made</a:t>
                      </a:r>
                    </a:p>
                  </a:txBody>
                  <a:tcPr>
                    <a:solidFill>
                      <a:srgbClr val="EEF3FA"/>
                    </a:solidFill>
                  </a:tcPr>
                </a:tc>
              </a:tr>
              <a:tr h="347472">
                <a:tc>
                  <a:txBody>
                    <a:bodyPr/>
                    <a:lstStyle/>
                    <a:p>
                      <a:pPr rtl="1" algn="r"/>
                      <a:r>
                        <a:rPr sz="1600" b="0" i="0" lang="ar-EG" altLang="en-US">
                          <a:solidFill>
                            <a:srgbClr val="1C2333"/>
                          </a:solidFill>
                          <a:latin typeface="Traditional Arabic"/>
                        </a:rPr>
                        <a:t>يجري</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c>
                  <a:txBody>
                    <a:bodyPr/>
                    <a:lstStyle/>
                    <a:p>
                      <a:pPr rtl="0" algn="l"/>
                      <a:r>
                        <a:rPr sz="1300" b="0" i="0" lang="en-US">
                          <a:solidFill>
                            <a:srgbClr val="1C2333"/>
                          </a:solidFill>
                          <a:latin typeface="Segoe UI"/>
                        </a:rPr>
                        <a:t>ran</a:t>
                      </a:r>
                    </a:p>
                  </a:txBody>
                  <a:tcPr>
                    <a:solidFill>
                      <a:srgbClr val="FFFFFF"/>
                    </a:solidFill>
                  </a:tcPr>
                </a:tc>
                <a:tc>
                  <a:txBody>
                    <a:bodyPr/>
                    <a:lstStyle/>
                    <a:p>
                      <a:pPr rtl="0" algn="l"/>
                      <a:r>
                        <a:rPr sz="1300" b="0" i="0" lang="en-US">
                          <a:solidFill>
                            <a:srgbClr val="1C2333"/>
                          </a:solidFill>
                          <a:latin typeface="Segoe UI"/>
                        </a:rPr>
                        <a:t>run</a:t>
                      </a:r>
                    </a:p>
                  </a:txBody>
                  <a:tcPr>
                    <a:solidFill>
                      <a:srgbClr val="FFFFFF"/>
                    </a:solidFill>
                  </a:tcPr>
                </a:tc>
              </a:tr>
              <a:tr h="347472">
                <a:tc>
                  <a:txBody>
                    <a:bodyPr/>
                    <a:lstStyle/>
                    <a:p>
                      <a:pPr rtl="1" algn="r"/>
                      <a:r>
                        <a:rPr sz="1600" b="0" i="0" lang="ar-EG" altLang="en-US">
                          <a:solidFill>
                            <a:srgbClr val="1C2333"/>
                          </a:solidFill>
                          <a:latin typeface="Traditional Arabic"/>
                        </a:rPr>
                        <a:t>يمتلك</a:t>
                      </a:r>
                    </a:p>
                  </a:txBody>
                  <a:tcPr>
                    <a:solidFill>
                      <a:srgbClr val="EEF3FA"/>
                    </a:solidFill>
                  </a:tcPr>
                </a:tc>
                <a:tc>
                  <a:txBody>
                    <a:bodyPr/>
                    <a:lstStyle/>
                    <a:p>
                      <a:pPr rtl="0" algn="l"/>
                      <a:r>
                        <a:rPr sz="1300" b="0" i="0" lang="en-US">
                          <a:solidFill>
                            <a:srgbClr val="1C2333"/>
                          </a:solidFill>
                          <a:latin typeface="Segoe UI"/>
                        </a:rPr>
                        <a:t>have / has</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c>
                  <a:txBody>
                    <a:bodyPr/>
                    <a:lstStyle/>
                    <a:p>
                      <a:pPr rtl="0" algn="l"/>
                      <a:r>
                        <a:rPr sz="1300" b="0" i="0" lang="en-US">
                          <a:solidFill>
                            <a:srgbClr val="1C2333"/>
                          </a:solidFill>
                          <a:latin typeface="Segoe UI"/>
                        </a:rPr>
                        <a:t>had</a:t>
                      </a:r>
                    </a:p>
                  </a:txBody>
                  <a:tcPr>
                    <a:solidFill>
                      <a:srgbClr val="EEF3FA"/>
                    </a:solidFill>
                  </a:tcPr>
                </a:tc>
              </a:tr>
              <a:tr h="347472">
                <a:tc>
                  <a:txBody>
                    <a:bodyPr/>
                    <a:lstStyle/>
                    <a:p>
                      <a:pPr rtl="1" algn="r"/>
                      <a:r>
                        <a:rPr sz="1600" b="0" i="0" lang="ar-EG" altLang="en-US">
                          <a:solidFill>
                            <a:srgbClr val="1C2333"/>
                          </a:solidFill>
                          <a:latin typeface="Traditional Arabic"/>
                        </a:rPr>
                        <a:t>يكون</a:t>
                      </a:r>
                    </a:p>
                  </a:txBody>
                  <a:tcPr>
                    <a:solidFill>
                      <a:srgbClr val="FFFFFF"/>
                    </a:solidFill>
                  </a:tcPr>
                </a:tc>
                <a:tc>
                  <a:txBody>
                    <a:bodyPr/>
                    <a:lstStyle/>
                    <a:p>
                      <a:pPr rtl="0" algn="l"/>
                      <a:r>
                        <a:rPr sz="1300" b="0" i="0" lang="en-US">
                          <a:solidFill>
                            <a:srgbClr val="1C2333"/>
                          </a:solidFill>
                          <a:latin typeface="Segoe UI"/>
                        </a:rPr>
                        <a:t>is / am</a:t>
                      </a:r>
                    </a:p>
                  </a:txBody>
                  <a:tcPr>
                    <a:solidFill>
                      <a:srgbClr val="FFFFFF"/>
                    </a:solidFill>
                  </a:tcPr>
                </a:tc>
                <a:tc>
                  <a:txBody>
                    <a:bodyPr/>
                    <a:lstStyle/>
                    <a:p>
                      <a:pPr rtl="0" algn="l"/>
                      <a:r>
                        <a:rPr sz="1300" b="0" i="0" lang="en-US">
                          <a:solidFill>
                            <a:srgbClr val="1C2333"/>
                          </a:solidFill>
                          <a:latin typeface="Segoe UI"/>
                        </a:rPr>
                        <a:t>was</a:t>
                      </a:r>
                    </a:p>
                  </a:txBody>
                  <a:tcPr>
                    <a:solidFill>
                      <a:srgbClr val="FFFFFF"/>
                    </a:solidFill>
                  </a:tcPr>
                </a:tc>
                <a:tc>
                  <a:txBody>
                    <a:bodyPr/>
                    <a:lstStyle/>
                    <a:p>
                      <a:pPr rtl="0" algn="l"/>
                      <a:r>
                        <a:rPr sz="1300" b="0" i="0" lang="en-US">
                          <a:solidFill>
                            <a:srgbClr val="1C2333"/>
                          </a:solidFill>
                          <a:latin typeface="Segoe UI"/>
                        </a:rPr>
                        <a:t>been</a:t>
                      </a:r>
                    </a:p>
                  </a:txBody>
                  <a:tcPr>
                    <a:solidFill>
                      <a:srgbClr val="FFFFFF"/>
                    </a:solidFill>
                  </a:tcPr>
                </a:tc>
              </a:tr>
              <a:tr h="347472">
                <a:tc>
                  <a:txBody>
                    <a:bodyPr/>
                    <a:lstStyle/>
                    <a:p>
                      <a:pPr rtl="1" algn="r"/>
                      <a:r>
                        <a:rPr sz="1600" b="0" i="0" lang="ar-EG" altLang="en-US">
                          <a:solidFill>
                            <a:srgbClr val="1C2333"/>
                          </a:solidFill>
                          <a:latin typeface="Traditional Arabic"/>
                        </a:rPr>
                        <a:t>يكونون</a:t>
                      </a:r>
                    </a:p>
                  </a:txBody>
                  <a:tcPr>
                    <a:solidFill>
                      <a:srgbClr val="EEF3FA"/>
                    </a:solidFill>
                  </a:tcPr>
                </a:tc>
                <a:tc>
                  <a:txBody>
                    <a:bodyPr/>
                    <a:lstStyle/>
                    <a:p>
                      <a:pPr rtl="0" algn="l"/>
                      <a:r>
                        <a:rPr sz="1300" b="0" i="0" lang="en-US">
                          <a:solidFill>
                            <a:srgbClr val="1C2333"/>
                          </a:solidFill>
                          <a:latin typeface="Segoe UI"/>
                        </a:rPr>
                        <a:t>are</a:t>
                      </a:r>
                    </a:p>
                  </a:txBody>
                  <a:tcPr>
                    <a:solidFill>
                      <a:srgbClr val="EEF3FA"/>
                    </a:solidFill>
                  </a:tcPr>
                </a:tc>
                <a:tc>
                  <a:txBody>
                    <a:bodyPr/>
                    <a:lstStyle/>
                    <a:p>
                      <a:pPr rtl="0" algn="l"/>
                      <a:r>
                        <a:rPr sz="1300" b="0" i="0" lang="en-US">
                          <a:solidFill>
                            <a:srgbClr val="1C2333"/>
                          </a:solidFill>
                          <a:latin typeface="Segoe UI"/>
                        </a:rPr>
                        <a:t>were</a:t>
                      </a:r>
                    </a:p>
                  </a:txBody>
                  <a:tcPr>
                    <a:solidFill>
                      <a:srgbClr val="EEF3FA"/>
                    </a:solidFill>
                  </a:tcPr>
                </a:tc>
                <a:tc>
                  <a:txBody>
                    <a:bodyPr/>
                    <a:lstStyle/>
                    <a:p>
                      <a:pPr rtl="0" algn="l"/>
                      <a:r>
                        <a:rPr sz="1300" b="0" i="0" lang="en-US">
                          <a:solidFill>
                            <a:srgbClr val="1C2333"/>
                          </a:solidFill>
                          <a:latin typeface="Segoe UI"/>
                        </a:rPr>
                        <a:t>been</a:t>
                      </a:r>
                    </a:p>
                  </a:txBody>
                  <a:tcPr>
                    <a:solidFill>
                      <a:srgbClr val="EEF3FA"/>
                    </a:solidFill>
                  </a:tcPr>
                </a:tc>
              </a:tr>
            </a:tbl>
          </a:graphicData>
        </a:graphic>
      </p:graphicFrame>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يفعل</a:t>
                      </a:r>
                    </a:p>
                  </a:txBody>
                  <a:tcPr>
                    <a:solidFill>
                      <a:srgbClr val="FFFFFF"/>
                    </a:solidFill>
                  </a:tcPr>
                </a:tc>
                <a:tc>
                  <a:txBody>
                    <a:bodyPr/>
                    <a:lstStyle/>
                    <a:p>
                      <a:pPr rtl="0" algn="l"/>
                      <a:r>
                        <a:rPr sz="1300" b="0" i="0" lang="en-US">
                          <a:solidFill>
                            <a:srgbClr val="1C2333"/>
                          </a:solidFill>
                          <a:latin typeface="Segoe UI"/>
                        </a:rPr>
                        <a:t>do / does</a:t>
                      </a:r>
                    </a:p>
                  </a:txBody>
                  <a:tcPr>
                    <a:solidFill>
                      <a:srgbClr val="FFFFFF"/>
                    </a:solidFill>
                  </a:tcPr>
                </a:tc>
                <a:tc>
                  <a:txBody>
                    <a:bodyPr/>
                    <a:lstStyle/>
                    <a:p>
                      <a:pPr rtl="0" algn="l"/>
                      <a:r>
                        <a:rPr sz="1300" b="0" i="0" lang="en-US">
                          <a:solidFill>
                            <a:srgbClr val="1C2333"/>
                          </a:solidFill>
                          <a:latin typeface="Segoe UI"/>
                        </a:rPr>
                        <a:t>did</a:t>
                      </a:r>
                    </a:p>
                  </a:txBody>
                  <a:tcPr>
                    <a:solidFill>
                      <a:srgbClr val="FFFFFF"/>
                    </a:solidFill>
                  </a:tcPr>
                </a:tc>
                <a:tc>
                  <a:txBody>
                    <a:bodyPr/>
                    <a:lstStyle/>
                    <a:p>
                      <a:pPr rtl="0" algn="l"/>
                      <a:r>
                        <a:rPr sz="1300" b="0" i="0" lang="en-US">
                          <a:solidFill>
                            <a:srgbClr val="1C2333"/>
                          </a:solidFill>
                          <a:latin typeface="Segoe UI"/>
                        </a:rPr>
                        <a:t>done</a:t>
                      </a:r>
                    </a:p>
                  </a:txBody>
                  <a:tcPr>
                    <a:solidFill>
                      <a:srgbClr val="FFFFFF"/>
                    </a:solidFill>
                  </a:tcPr>
                </a:tc>
              </a:tr>
              <a:tr h="347472">
                <a:tc>
                  <a:txBody>
                    <a:bodyPr/>
                    <a:lstStyle/>
                    <a:p>
                      <a:pPr rtl="1" algn="r"/>
                      <a:r>
                        <a:rPr sz="1600" b="0" i="0" lang="ar-EG" altLang="en-US">
                          <a:solidFill>
                            <a:srgbClr val="1C2333"/>
                          </a:solidFill>
                          <a:latin typeface="Traditional Arabic"/>
                        </a:rPr>
                        <a:t>يشعر</a:t>
                      </a:r>
                    </a:p>
                  </a:txBody>
                  <a:tcPr>
                    <a:solidFill>
                      <a:srgbClr val="EEF3FA"/>
                    </a:solidFill>
                  </a:tcPr>
                </a:tc>
                <a:tc>
                  <a:txBody>
                    <a:bodyPr/>
                    <a:lstStyle/>
                    <a:p>
                      <a:pPr rtl="0" algn="l"/>
                      <a:r>
                        <a:rPr sz="1300" b="0" i="0" lang="en-US">
                          <a:solidFill>
                            <a:srgbClr val="1C2333"/>
                          </a:solidFill>
                          <a:latin typeface="Segoe UI"/>
                        </a:rPr>
                        <a:t>feel</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c>
                  <a:txBody>
                    <a:bodyPr/>
                    <a:lstStyle/>
                    <a:p>
                      <a:pPr rtl="0" algn="l"/>
                      <a:r>
                        <a:rPr sz="1300" b="0" i="0" lang="en-US">
                          <a:solidFill>
                            <a:srgbClr val="1C2333"/>
                          </a:solidFill>
                          <a:latin typeface="Segoe UI"/>
                        </a:rPr>
                        <a:t>felt</a:t>
                      </a:r>
                    </a:p>
                  </a:txBody>
                  <a:tcPr>
                    <a:solidFill>
                      <a:srgbClr val="EEF3FA"/>
                    </a:solidFill>
                  </a:tcPr>
                </a:tc>
              </a:tr>
              <a:tr h="347472">
                <a:tc>
                  <a:txBody>
                    <a:bodyPr/>
                    <a:lstStyle/>
                    <a:p>
                      <a:pPr rtl="1" algn="r"/>
                      <a:r>
                        <a:rPr sz="1600" b="0" i="0" lang="ar-EG" altLang="en-US">
                          <a:solidFill>
                            <a:srgbClr val="1C2333"/>
                          </a:solidFill>
                          <a:latin typeface="Traditional Arabic"/>
                        </a:rPr>
                        <a:t>يسمع</a:t>
                      </a:r>
                    </a:p>
                  </a:txBody>
                  <a:tcPr>
                    <a:solidFill>
                      <a:srgbClr val="FFFFFF"/>
                    </a:solidFill>
                  </a:tcPr>
                </a:tc>
                <a:tc>
                  <a:txBody>
                    <a:bodyPr/>
                    <a:lstStyle/>
                    <a:p>
                      <a:pPr rtl="0" algn="l"/>
                      <a:r>
                        <a:rPr sz="1300" b="0" i="0" lang="en-US">
                          <a:solidFill>
                            <a:srgbClr val="1C2333"/>
                          </a:solidFill>
                          <a:latin typeface="Segoe UI"/>
                        </a:rPr>
                        <a:t>hear</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c>
                  <a:txBody>
                    <a:bodyPr/>
                    <a:lstStyle/>
                    <a:p>
                      <a:pPr rtl="0" algn="l"/>
                      <a:r>
                        <a:rPr sz="1300" b="0" i="0" lang="en-US">
                          <a:solidFill>
                            <a:srgbClr val="1C2333"/>
                          </a:solidFill>
                          <a:latin typeface="Segoe UI"/>
                        </a:rPr>
                        <a:t>heard</a:t>
                      </a:r>
                    </a:p>
                  </a:txBody>
                  <a:tcPr>
                    <a:solidFill>
                      <a:srgbClr val="FFFFFF"/>
                    </a:solidFill>
                  </a:tcPr>
                </a:tc>
              </a:tr>
              <a:tr h="347472">
                <a:tc>
                  <a:txBody>
                    <a:bodyPr/>
                    <a:lstStyle/>
                    <a:p>
                      <a:pPr rtl="1" algn="r"/>
                      <a:r>
                        <a:rPr sz="1600" b="0" i="0" lang="ar-EG" altLang="en-US">
                          <a:solidFill>
                            <a:srgbClr val="1C2333"/>
                          </a:solidFill>
                          <a:latin typeface="Traditional Arabic"/>
                        </a:rPr>
                        <a:t>يأخذ</a:t>
                      </a:r>
                    </a:p>
                  </a:txBody>
                  <a:tcPr>
                    <a:solidFill>
                      <a:srgbClr val="EEF3FA"/>
                    </a:solidFill>
                  </a:tcPr>
                </a:tc>
                <a:tc>
                  <a:txBody>
                    <a:bodyPr/>
                    <a:lstStyle/>
                    <a:p>
                      <a:pPr rtl="0" algn="l"/>
                      <a:r>
                        <a:rPr sz="1300" b="0" i="0" lang="en-US">
                          <a:solidFill>
                            <a:srgbClr val="1C2333"/>
                          </a:solidFill>
                          <a:latin typeface="Segoe UI"/>
                        </a:rPr>
                        <a:t>take</a:t>
                      </a:r>
                    </a:p>
                  </a:txBody>
                  <a:tcPr>
                    <a:solidFill>
                      <a:srgbClr val="EEF3FA"/>
                    </a:solidFill>
                  </a:tcPr>
                </a:tc>
                <a:tc>
                  <a:txBody>
                    <a:bodyPr/>
                    <a:lstStyle/>
                    <a:p>
                      <a:pPr rtl="0" algn="l"/>
                      <a:r>
                        <a:rPr sz="1300" b="0" i="0" lang="en-US">
                          <a:solidFill>
                            <a:srgbClr val="1C2333"/>
                          </a:solidFill>
                          <a:latin typeface="Segoe UI"/>
                        </a:rPr>
                        <a:t>took</a:t>
                      </a:r>
                    </a:p>
                  </a:txBody>
                  <a:tcPr>
                    <a:solidFill>
                      <a:srgbClr val="EEF3FA"/>
                    </a:solidFill>
                  </a:tcPr>
                </a:tc>
                <a:tc>
                  <a:txBody>
                    <a:bodyPr/>
                    <a:lstStyle/>
                    <a:p>
                      <a:pPr rtl="0" algn="l"/>
                      <a:r>
                        <a:rPr sz="1300" b="0" i="0" lang="en-US">
                          <a:solidFill>
                            <a:srgbClr val="1C2333"/>
                          </a:solidFill>
                          <a:latin typeface="Segoe UI"/>
                        </a:rPr>
                        <a:t>taken</a:t>
                      </a:r>
                    </a:p>
                  </a:txBody>
                  <a:tcPr>
                    <a:solidFill>
                      <a:srgbClr val="EEF3FA"/>
                    </a:solidFill>
                  </a:tcPr>
                </a:tc>
              </a:tr>
              <a:tr h="347472">
                <a:tc>
                  <a:txBody>
                    <a:bodyPr/>
                    <a:lstStyle/>
                    <a:p>
                      <a:pPr rtl="1" algn="r"/>
                      <a:r>
                        <a:rPr sz="1600" b="0" i="0" lang="ar-EG" altLang="en-US">
                          <a:solidFill>
                            <a:srgbClr val="1C2333"/>
                          </a:solidFill>
                          <a:latin typeface="Traditional Arabic"/>
                        </a:rPr>
                        <a:t>يفوز</a:t>
                      </a:r>
                    </a:p>
                  </a:txBody>
                  <a:tcPr>
                    <a:solidFill>
                      <a:srgbClr val="FFFFFF"/>
                    </a:solidFill>
                  </a:tcPr>
                </a:tc>
                <a:tc>
                  <a:txBody>
                    <a:bodyPr/>
                    <a:lstStyle/>
                    <a:p>
                      <a:pPr rtl="0" algn="l"/>
                      <a:r>
                        <a:rPr sz="1300" b="0" i="0" lang="en-US">
                          <a:solidFill>
                            <a:srgbClr val="1C2333"/>
                          </a:solidFill>
                          <a:latin typeface="Segoe UI"/>
                        </a:rPr>
                        <a:t>win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c>
                  <a:txBody>
                    <a:bodyPr/>
                    <a:lstStyle/>
                    <a:p>
                      <a:pPr rtl="0" algn="l"/>
                      <a:r>
                        <a:rPr sz="1300" b="0" i="0" lang="en-US">
                          <a:solidFill>
                            <a:srgbClr val="1C2333"/>
                          </a:solidFill>
                          <a:latin typeface="Segoe UI"/>
                        </a:rPr>
                        <a:t>won</a:t>
                      </a:r>
                    </a:p>
                  </a:txBody>
                  <a:tcPr>
                    <a:solidFill>
                      <a:srgbClr val="FFFFFF"/>
                    </a:solidFill>
                  </a:tcPr>
                </a:tc>
              </a:tr>
              <a:tr h="347472">
                <a:tc>
                  <a:txBody>
                    <a:bodyPr/>
                    <a:lstStyle/>
                    <a:p>
                      <a:pPr rtl="1" algn="r"/>
                      <a:r>
                        <a:rPr sz="1600" b="0" i="0" lang="ar-EG" altLang="en-US">
                          <a:solidFill>
                            <a:srgbClr val="1C2333"/>
                          </a:solidFill>
                          <a:latin typeface="Traditional Arabic"/>
                        </a:rPr>
                        <a:t>يفكر</a:t>
                      </a:r>
                    </a:p>
                  </a:txBody>
                  <a:tcPr>
                    <a:solidFill>
                      <a:srgbClr val="EEF3FA"/>
                    </a:solidFill>
                  </a:tcPr>
                </a:tc>
                <a:tc>
                  <a:txBody>
                    <a:bodyPr/>
                    <a:lstStyle/>
                    <a:p>
                      <a:pPr rtl="0" algn="l"/>
                      <a:r>
                        <a:rPr sz="1300" b="0" i="0" lang="en-US">
                          <a:solidFill>
                            <a:srgbClr val="1C2333"/>
                          </a:solidFill>
                          <a:latin typeface="Segoe UI"/>
                        </a:rPr>
                        <a:t>think</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c>
                  <a:txBody>
                    <a:bodyPr/>
                    <a:lstStyle/>
                    <a:p>
                      <a:pPr rtl="0" algn="l"/>
                      <a:r>
                        <a:rPr sz="1300" b="0" i="0" lang="en-US">
                          <a:solidFill>
                            <a:srgbClr val="1C2333"/>
                          </a:solidFill>
                          <a:latin typeface="Segoe UI"/>
                        </a:rPr>
                        <a:t>thought</a:t>
                      </a:r>
                    </a:p>
                  </a:txBody>
                  <a:tcPr>
                    <a:solidFill>
                      <a:srgbClr val="EEF3FA"/>
                    </a:solidFill>
                  </a:tcPr>
                </a:tc>
              </a:tr>
              <a:tr h="347472">
                <a:tc>
                  <a:txBody>
                    <a:bodyPr/>
                    <a:lstStyle/>
                    <a:p>
                      <a:pPr rtl="1" algn="r"/>
                      <a:r>
                        <a:rPr sz="1600" b="0" i="0" lang="ar-EG" altLang="en-US">
                          <a:solidFill>
                            <a:srgbClr val="1C2333"/>
                          </a:solidFill>
                          <a:latin typeface="Traditional Arabic"/>
                        </a:rPr>
                        <a:t>يفقد</a:t>
                      </a:r>
                    </a:p>
                  </a:txBody>
                  <a:tcPr>
                    <a:solidFill>
                      <a:srgbClr val="FFFFFF"/>
                    </a:solidFill>
                  </a:tcPr>
                </a:tc>
                <a:tc>
                  <a:txBody>
                    <a:bodyPr/>
                    <a:lstStyle/>
                    <a:p>
                      <a:pPr rtl="0" algn="l"/>
                      <a:r>
                        <a:rPr sz="1300" b="0" i="0" lang="en-US">
                          <a:solidFill>
                            <a:srgbClr val="1C2333"/>
                          </a:solidFill>
                          <a:latin typeface="Segoe UI"/>
                        </a:rPr>
                        <a:t>lose</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c>
                  <a:txBody>
                    <a:bodyPr/>
                    <a:lstStyle/>
                    <a:p>
                      <a:pPr rtl="0" algn="l"/>
                      <a:r>
                        <a:rPr sz="1300" b="0" i="0" lang="en-US">
                          <a:solidFill>
                            <a:srgbClr val="1C2333"/>
                          </a:solidFill>
                          <a:latin typeface="Segoe UI"/>
                        </a:rPr>
                        <a:t>lost</a:t>
                      </a:r>
                    </a:p>
                  </a:txBody>
                  <a:tcPr>
                    <a:solidFill>
                      <a:srgbClr val="FFFFFF"/>
                    </a:solidFill>
                  </a:tcPr>
                </a:tc>
              </a:tr>
              <a:tr h="347472">
                <a:tc>
                  <a:txBody>
                    <a:bodyPr/>
                    <a:lstStyle/>
                    <a:p>
                      <a:pPr rtl="1" algn="r"/>
                      <a:r>
                        <a:rPr sz="1600" b="0" i="0" lang="ar-EG" altLang="en-US">
                          <a:solidFill>
                            <a:srgbClr val="1C2333"/>
                          </a:solidFill>
                          <a:latin typeface="Traditional Arabic"/>
                        </a:rPr>
                        <a:t>يستيقظ</a:t>
                      </a:r>
                    </a:p>
                  </a:txBody>
                  <a:tcPr>
                    <a:solidFill>
                      <a:srgbClr val="EEF3FA"/>
                    </a:solidFill>
                  </a:tcPr>
                </a:tc>
                <a:tc>
                  <a:txBody>
                    <a:bodyPr/>
                    <a:lstStyle/>
                    <a:p>
                      <a:pPr rtl="0" algn="l"/>
                      <a:r>
                        <a:rPr sz="1300" b="0" i="0" lang="en-US">
                          <a:solidFill>
                            <a:srgbClr val="1C2333"/>
                          </a:solidFill>
                          <a:latin typeface="Segoe UI"/>
                        </a:rPr>
                        <a:t>get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c>
                  <a:txBody>
                    <a:bodyPr/>
                    <a:lstStyle/>
                    <a:p>
                      <a:pPr rtl="0" algn="l"/>
                      <a:r>
                        <a:rPr sz="1300" b="0" i="0" lang="en-US">
                          <a:solidFill>
                            <a:srgbClr val="1C2333"/>
                          </a:solidFill>
                          <a:latin typeface="Segoe UI"/>
                        </a:rPr>
                        <a:t>got up</a:t>
                      </a:r>
                    </a:p>
                  </a:txBody>
                  <a:tcPr>
                    <a:solidFill>
                      <a:srgbClr val="EEF3FA"/>
                    </a:solidFill>
                  </a:tcPr>
                </a:tc>
              </a:tr>
              <a:tr h="347472">
                <a:tc>
                  <a:txBody>
                    <a:bodyPr/>
                    <a:lstStyle/>
                    <a:p>
                      <a:pPr rtl="1" algn="r"/>
                      <a:r>
                        <a:rPr sz="1600" b="0" i="0" lang="ar-EG" altLang="en-US">
                          <a:solidFill>
                            <a:srgbClr val="1C2333"/>
                          </a:solidFill>
                          <a:latin typeface="Traditional Arabic"/>
                        </a:rPr>
                        <a:t>يرتدي</a:t>
                      </a:r>
                    </a:p>
                  </a:txBody>
                  <a:tcPr>
                    <a:solidFill>
                      <a:srgbClr val="FFFFFF"/>
                    </a:solidFill>
                  </a:tcPr>
                </a:tc>
                <a:tc>
                  <a:txBody>
                    <a:bodyPr/>
                    <a:lstStyle/>
                    <a:p>
                      <a:pPr rtl="0" algn="l"/>
                      <a:r>
                        <a:rPr sz="1300" b="0" i="0" lang="en-US">
                          <a:solidFill>
                            <a:srgbClr val="1C2333"/>
                          </a:solidFill>
                          <a:latin typeface="Segoe UI"/>
                        </a:rPr>
                        <a:t>wear</a:t>
                      </a:r>
                    </a:p>
                  </a:txBody>
                  <a:tcPr>
                    <a:solidFill>
                      <a:srgbClr val="FFFFFF"/>
                    </a:solidFill>
                  </a:tcPr>
                </a:tc>
                <a:tc>
                  <a:txBody>
                    <a:bodyPr/>
                    <a:lstStyle/>
                    <a:p>
                      <a:pPr rtl="0" algn="l"/>
                      <a:r>
                        <a:rPr sz="1300" b="0" i="0" lang="en-US">
                          <a:solidFill>
                            <a:srgbClr val="1C2333"/>
                          </a:solidFill>
                          <a:latin typeface="Segoe UI"/>
                        </a:rPr>
                        <a:t>wore</a:t>
                      </a:r>
                    </a:p>
                  </a:txBody>
                  <a:tcPr>
                    <a:solidFill>
                      <a:srgbClr val="FFFFFF"/>
                    </a:solidFill>
                  </a:tcPr>
                </a:tc>
                <a:tc>
                  <a:txBody>
                    <a:bodyPr/>
                    <a:lstStyle/>
                    <a:p>
                      <a:pPr rtl="0" algn="l"/>
                      <a:r>
                        <a:rPr sz="1300" b="0" i="0" lang="en-US">
                          <a:solidFill>
                            <a:srgbClr val="1C2333"/>
                          </a:solidFill>
                          <a:latin typeface="Segoe UI"/>
                        </a:rPr>
                        <a:t>worn</a:t>
                      </a:r>
                    </a:p>
                  </a:txBody>
                  <a:tcPr>
                    <a:solidFill>
                      <a:srgbClr val="FFFFFF"/>
                    </a:solidFill>
                  </a:tcPr>
                </a:tc>
              </a:tr>
              <a:tr h="347472">
                <a:tc>
                  <a:txBody>
                    <a:bodyPr/>
                    <a:lstStyle/>
                    <a:p>
                      <a:pPr rtl="1" algn="r"/>
                      <a:r>
                        <a:rPr sz="1600" b="0" i="0" lang="ar-EG" altLang="en-US">
                          <a:solidFill>
                            <a:srgbClr val="1C2333"/>
                          </a:solidFill>
                          <a:latin typeface="Traditional Arabic"/>
                        </a:rPr>
                        <a:t>ينسى</a:t>
                      </a:r>
                    </a:p>
                  </a:txBody>
                  <a:tcPr>
                    <a:solidFill>
                      <a:srgbClr val="EEF3FA"/>
                    </a:solidFill>
                  </a:tcPr>
                </a:tc>
                <a:tc>
                  <a:txBody>
                    <a:bodyPr/>
                    <a:lstStyle/>
                    <a:p>
                      <a:pPr rtl="0" algn="l"/>
                      <a:r>
                        <a:rPr sz="1300" b="0" i="0" lang="en-US">
                          <a:solidFill>
                            <a:srgbClr val="1C2333"/>
                          </a:solidFill>
                          <a:latin typeface="Segoe UI"/>
                        </a:rPr>
                        <a:t>forget</a:t>
                      </a:r>
                    </a:p>
                  </a:txBody>
                  <a:tcPr>
                    <a:solidFill>
                      <a:srgbClr val="EEF3FA"/>
                    </a:solidFill>
                  </a:tcPr>
                </a:tc>
                <a:tc>
                  <a:txBody>
                    <a:bodyPr/>
                    <a:lstStyle/>
                    <a:p>
                      <a:pPr rtl="0" algn="l"/>
                      <a:r>
                        <a:rPr sz="1300" b="0" i="0" lang="en-US">
                          <a:solidFill>
                            <a:srgbClr val="1C2333"/>
                          </a:solidFill>
                          <a:latin typeface="Segoe UI"/>
                        </a:rPr>
                        <a:t>forgot</a:t>
                      </a:r>
                    </a:p>
                  </a:txBody>
                  <a:tcPr>
                    <a:solidFill>
                      <a:srgbClr val="EEF3FA"/>
                    </a:solidFill>
                  </a:tcPr>
                </a:tc>
                <a:tc>
                  <a:txBody>
                    <a:bodyPr/>
                    <a:lstStyle/>
                    <a:p>
                      <a:pPr rtl="0" algn="l"/>
                      <a:r>
                        <a:rPr sz="1300" b="0" i="0" lang="en-US">
                          <a:solidFill>
                            <a:srgbClr val="1C2333"/>
                          </a:solidFill>
                          <a:latin typeface="Segoe UI"/>
                        </a:rPr>
                        <a:t>forgotten</a:t>
                      </a:r>
                    </a:p>
                  </a:txBody>
                  <a:tcPr>
                    <a:solidFill>
                      <a:srgbClr val="EEF3FA"/>
                    </a:solidFill>
                  </a:tcPr>
                </a:tc>
              </a:tr>
              <a:tr h="347472">
                <a:tc>
                  <a:txBody>
                    <a:bodyPr/>
                    <a:lstStyle/>
                    <a:p>
                      <a:pPr rtl="1" algn="r"/>
                      <a:r>
                        <a:rPr sz="1600" b="0" i="0" lang="ar-EG" altLang="en-US">
                          <a:solidFill>
                            <a:srgbClr val="1C2333"/>
                          </a:solidFill>
                          <a:latin typeface="Traditional Arabic"/>
                        </a:rPr>
                        <a:t>يقول</a:t>
                      </a:r>
                    </a:p>
                  </a:txBody>
                  <a:tcPr>
                    <a:solidFill>
                      <a:srgbClr val="FFFFFF"/>
                    </a:solidFill>
                  </a:tcPr>
                </a:tc>
                <a:tc>
                  <a:txBody>
                    <a:bodyPr/>
                    <a:lstStyle/>
                    <a:p>
                      <a:pPr rtl="0" algn="l"/>
                      <a:r>
                        <a:rPr sz="1300" b="0" i="0" lang="en-US">
                          <a:solidFill>
                            <a:srgbClr val="1C2333"/>
                          </a:solidFill>
                          <a:latin typeface="Segoe UI"/>
                        </a:rPr>
                        <a:t>say</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c>
                  <a:txBody>
                    <a:bodyPr/>
                    <a:lstStyle/>
                    <a:p>
                      <a:pPr rtl="0" algn="l"/>
                      <a:r>
                        <a:rPr sz="1300" b="0" i="0" lang="en-US">
                          <a:solidFill>
                            <a:srgbClr val="1C2333"/>
                          </a:solidFill>
                          <a:latin typeface="Segoe UI"/>
                        </a:rPr>
                        <a:t>said</a:t>
                      </a:r>
                    </a:p>
                  </a:txBody>
                  <a:tcPr>
                    <a:solidFill>
                      <a:srgbClr val="FFFFFF"/>
                    </a:solidFill>
                  </a:tcPr>
                </a:tc>
              </a:tr>
              <a:tr h="347472">
                <a:tc>
                  <a:txBody>
                    <a:bodyPr/>
                    <a:lstStyle/>
                    <a:p>
                      <a:pPr rtl="1" algn="r"/>
                      <a:r>
                        <a:rPr sz="1600" b="0" i="0" lang="ar-EG" altLang="en-US">
                          <a:solidFill>
                            <a:srgbClr val="1C2333"/>
                          </a:solidFill>
                          <a:latin typeface="Traditional Arabic"/>
                        </a:rPr>
                        <a:t>يعرف</a:t>
                      </a:r>
                    </a:p>
                  </a:txBody>
                  <a:tcPr>
                    <a:solidFill>
                      <a:srgbClr val="EEF3FA"/>
                    </a:solidFill>
                  </a:tcPr>
                </a:tc>
                <a:tc>
                  <a:txBody>
                    <a:bodyPr/>
                    <a:lstStyle/>
                    <a:p>
                      <a:pPr rtl="0" algn="l"/>
                      <a:r>
                        <a:rPr sz="1300" b="0" i="0" lang="en-US">
                          <a:solidFill>
                            <a:srgbClr val="1C2333"/>
                          </a:solidFill>
                          <a:latin typeface="Segoe UI"/>
                        </a:rPr>
                        <a:t>know</a:t>
                      </a:r>
                    </a:p>
                  </a:txBody>
                  <a:tcPr>
                    <a:solidFill>
                      <a:srgbClr val="EEF3FA"/>
                    </a:solidFill>
                  </a:tcPr>
                </a:tc>
                <a:tc>
                  <a:txBody>
                    <a:bodyPr/>
                    <a:lstStyle/>
                    <a:p>
                      <a:pPr rtl="0" algn="l"/>
                      <a:r>
                        <a:rPr sz="1300" b="0" i="0" lang="en-US">
                          <a:solidFill>
                            <a:srgbClr val="1C2333"/>
                          </a:solidFill>
                          <a:latin typeface="Segoe UI"/>
                        </a:rPr>
                        <a:t>knew</a:t>
                      </a:r>
                    </a:p>
                  </a:txBody>
                  <a:tcPr>
                    <a:solidFill>
                      <a:srgbClr val="EEF3FA"/>
                    </a:solidFill>
                  </a:tcPr>
                </a:tc>
                <a:tc>
                  <a:txBody>
                    <a:bodyPr/>
                    <a:lstStyle/>
                    <a:p>
                      <a:pPr rtl="0" algn="l"/>
                      <a:r>
                        <a:rPr sz="1300" b="0" i="0" lang="en-US">
                          <a:solidFill>
                            <a:srgbClr val="1C2333"/>
                          </a:solidFill>
                          <a:latin typeface="Segoe UI"/>
                        </a:rPr>
                        <a:t>known</a:t>
                      </a:r>
                    </a:p>
                  </a:txBody>
                  <a:tcPr>
                    <a:solidFill>
                      <a:srgbClr val="EEF3FA"/>
                    </a:solidFill>
                  </a:tcPr>
                </a:tc>
              </a:tr>
            </a:tbl>
          </a:graphicData>
        </a:graphic>
      </p:graphicFrame>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يبني</a:t>
                      </a:r>
                    </a:p>
                  </a:txBody>
                  <a:tcPr>
                    <a:solidFill>
                      <a:srgbClr val="FFFFFF"/>
                    </a:solidFill>
                  </a:tcPr>
                </a:tc>
                <a:tc>
                  <a:txBody>
                    <a:bodyPr/>
                    <a:lstStyle/>
                    <a:p>
                      <a:pPr rtl="0" algn="l"/>
                      <a:r>
                        <a:rPr sz="1300" b="0" i="0" lang="en-US">
                          <a:solidFill>
                            <a:srgbClr val="1C2333"/>
                          </a:solidFill>
                          <a:latin typeface="Segoe UI"/>
                        </a:rPr>
                        <a:t>build</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c>
                  <a:txBody>
                    <a:bodyPr/>
                    <a:lstStyle/>
                    <a:p>
                      <a:pPr rtl="0" algn="l"/>
                      <a:r>
                        <a:rPr sz="1300" b="0" i="0" lang="en-US">
                          <a:solidFill>
                            <a:srgbClr val="1C2333"/>
                          </a:solidFill>
                          <a:latin typeface="Segoe UI"/>
                        </a:rPr>
                        <a:t>built</a:t>
                      </a:r>
                    </a:p>
                  </a:txBody>
                  <a:tcPr>
                    <a:solidFill>
                      <a:srgbClr val="FFFFFF"/>
                    </a:solidFill>
                  </a:tcPr>
                </a:tc>
              </a:tr>
              <a:tr h="347472">
                <a:tc>
                  <a:txBody>
                    <a:bodyPr/>
                    <a:lstStyle/>
                    <a:p>
                      <a:pPr rtl="1" algn="r"/>
                      <a:r>
                        <a:rPr sz="1600" b="0" i="0" lang="ar-EG" altLang="en-US">
                          <a:solidFill>
                            <a:srgbClr val="1C2333"/>
                          </a:solidFill>
                          <a:latin typeface="Traditional Arabic"/>
                        </a:rPr>
                        <a:t>يحفظ</a:t>
                      </a:r>
                    </a:p>
                  </a:txBody>
                  <a:tcPr>
                    <a:solidFill>
                      <a:srgbClr val="EEF3FA"/>
                    </a:solidFill>
                  </a:tcPr>
                </a:tc>
                <a:tc>
                  <a:txBody>
                    <a:bodyPr/>
                    <a:lstStyle/>
                    <a:p>
                      <a:pPr rtl="0" algn="l"/>
                      <a:r>
                        <a:rPr sz="1300" b="0" i="0" lang="en-US">
                          <a:solidFill>
                            <a:srgbClr val="1C2333"/>
                          </a:solidFill>
                          <a:latin typeface="Segoe UI"/>
                        </a:rPr>
                        <a:t>keep</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c>
                  <a:txBody>
                    <a:bodyPr/>
                    <a:lstStyle/>
                    <a:p>
                      <a:pPr rtl="0" algn="l"/>
                      <a:r>
                        <a:rPr sz="1300" b="0" i="0" lang="en-US">
                          <a:solidFill>
                            <a:srgbClr val="1C2333"/>
                          </a:solidFill>
                          <a:latin typeface="Segoe UI"/>
                        </a:rPr>
                        <a:t>kept</a:t>
                      </a:r>
                    </a:p>
                  </a:txBody>
                  <a:tcPr>
                    <a:solidFill>
                      <a:srgbClr val="EEF3FA"/>
                    </a:solidFill>
                  </a:tcPr>
                </a:tc>
              </a:tr>
              <a:tr h="347472">
                <a:tc>
                  <a:txBody>
                    <a:bodyPr/>
                    <a:lstStyle/>
                    <a:p>
                      <a:pPr rtl="1" algn="r"/>
                      <a:r>
                        <a:rPr sz="1600" b="0" i="0" lang="ar-EG" altLang="en-US">
                          <a:solidFill>
                            <a:srgbClr val="1C2333"/>
                          </a:solidFill>
                          <a:latin typeface="Traditional Arabic"/>
                        </a:rPr>
                        <a:t>ينام</a:t>
                      </a:r>
                    </a:p>
                  </a:txBody>
                  <a:tcPr>
                    <a:solidFill>
                      <a:srgbClr val="FFFFFF"/>
                    </a:solidFill>
                  </a:tcPr>
                </a:tc>
                <a:tc>
                  <a:txBody>
                    <a:bodyPr/>
                    <a:lstStyle/>
                    <a:p>
                      <a:pPr rtl="0" algn="l"/>
                      <a:r>
                        <a:rPr sz="1300" b="0" i="0" lang="en-US">
                          <a:solidFill>
                            <a:srgbClr val="1C2333"/>
                          </a:solidFill>
                          <a:latin typeface="Segoe UI"/>
                        </a:rPr>
                        <a:t>sleep</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c>
                  <a:txBody>
                    <a:bodyPr/>
                    <a:lstStyle/>
                    <a:p>
                      <a:pPr rtl="0" algn="l"/>
                      <a:r>
                        <a:rPr sz="1300" b="0" i="0" lang="en-US">
                          <a:solidFill>
                            <a:srgbClr val="1C2333"/>
                          </a:solidFill>
                          <a:latin typeface="Segoe UI"/>
                        </a:rPr>
                        <a:t>slept</a:t>
                      </a:r>
                    </a:p>
                  </a:txBody>
                  <a:tcPr>
                    <a:solidFill>
                      <a:srgbClr val="FFFFFF"/>
                    </a:solidFill>
                  </a:tcPr>
                </a:tc>
              </a:tr>
              <a:tr h="347472">
                <a:tc>
                  <a:txBody>
                    <a:bodyPr/>
                    <a:lstStyle/>
                    <a:p>
                      <a:pPr rtl="1" algn="r"/>
                      <a:r>
                        <a:rPr sz="1600" b="0" i="0" lang="ar-EG" altLang="en-US">
                          <a:solidFill>
                            <a:srgbClr val="1C2333"/>
                          </a:solidFill>
                          <a:latin typeface="Traditional Arabic"/>
                        </a:rPr>
                        <a:t>يأتي</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c>
                  <a:txBody>
                    <a:bodyPr/>
                    <a:lstStyle/>
                    <a:p>
                      <a:pPr rtl="0" algn="l"/>
                      <a:r>
                        <a:rPr sz="1300" b="0" i="0" lang="en-US">
                          <a:solidFill>
                            <a:srgbClr val="1C2333"/>
                          </a:solidFill>
                          <a:latin typeface="Segoe UI"/>
                        </a:rPr>
                        <a:t>came</a:t>
                      </a:r>
                    </a:p>
                  </a:txBody>
                  <a:tcPr>
                    <a:solidFill>
                      <a:srgbClr val="EEF3FA"/>
                    </a:solidFill>
                  </a:tcPr>
                </a:tc>
                <a:tc>
                  <a:txBody>
                    <a:bodyPr/>
                    <a:lstStyle/>
                    <a:p>
                      <a:pPr rtl="0" algn="l"/>
                      <a:r>
                        <a:rPr sz="1300" b="0" i="0" lang="en-US">
                          <a:solidFill>
                            <a:srgbClr val="1C2333"/>
                          </a:solidFill>
                          <a:latin typeface="Segoe UI"/>
                        </a:rPr>
                        <a:t>come</a:t>
                      </a:r>
                    </a:p>
                  </a:txBody>
                  <a:tcPr>
                    <a:solidFill>
                      <a:srgbClr val="EEF3FA"/>
                    </a:solidFill>
                  </a:tcPr>
                </a:tc>
              </a:tr>
              <a:tr h="347472">
                <a:tc>
                  <a:txBody>
                    <a:bodyPr/>
                    <a:lstStyle/>
                    <a:p>
                      <a:pPr rtl="1" algn="r"/>
                      <a:r>
                        <a:rPr sz="1600" b="0" i="0" lang="ar-EG" altLang="en-US">
                          <a:solidFill>
                            <a:srgbClr val="1C2333"/>
                          </a:solidFill>
                          <a:latin typeface="Traditional Arabic"/>
                        </a:rPr>
                        <a:t>يلحق</a:t>
                      </a:r>
                    </a:p>
                  </a:txBody>
                  <a:tcPr>
                    <a:solidFill>
                      <a:srgbClr val="FFFFFF"/>
                    </a:solidFill>
                  </a:tcPr>
                </a:tc>
                <a:tc>
                  <a:txBody>
                    <a:bodyPr/>
                    <a:lstStyle/>
                    <a:p>
                      <a:pPr rtl="0" algn="l"/>
                      <a:r>
                        <a:rPr sz="1300" b="0" i="0" lang="en-US">
                          <a:solidFill>
                            <a:srgbClr val="1C2333"/>
                          </a:solidFill>
                          <a:latin typeface="Segoe UI"/>
                        </a:rPr>
                        <a:t>catch</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c>
                  <a:txBody>
                    <a:bodyPr/>
                    <a:lstStyle/>
                    <a:p>
                      <a:pPr rtl="0" algn="l"/>
                      <a:r>
                        <a:rPr sz="1300" b="0" i="0" lang="en-US">
                          <a:solidFill>
                            <a:srgbClr val="1C2333"/>
                          </a:solidFill>
                          <a:latin typeface="Segoe UI"/>
                        </a:rPr>
                        <a:t>caught</a:t>
                      </a:r>
                    </a:p>
                  </a:txBody>
                  <a:tcPr>
                    <a:solidFill>
                      <a:srgbClr val="FFFFFF"/>
                    </a:solidFill>
                  </a:tcPr>
                </a:tc>
              </a:tr>
              <a:tr h="347472">
                <a:tc>
                  <a:txBody>
                    <a:bodyPr/>
                    <a:lstStyle/>
                    <a:p>
                      <a:pPr rtl="1" algn="r"/>
                      <a:r>
                        <a:rPr sz="1600" b="0" i="0" lang="ar-EG" altLang="en-US">
                          <a:solidFill>
                            <a:srgbClr val="1C2333"/>
                          </a:solidFill>
                          <a:latin typeface="Traditional Arabic"/>
                        </a:rPr>
                        <a:t>ينمو</a:t>
                      </a:r>
                    </a:p>
                  </a:txBody>
                  <a:tcPr>
                    <a:solidFill>
                      <a:srgbClr val="EEF3FA"/>
                    </a:solidFill>
                  </a:tcPr>
                </a:tc>
                <a:tc>
                  <a:txBody>
                    <a:bodyPr/>
                    <a:lstStyle/>
                    <a:p>
                      <a:pPr rtl="0" algn="l"/>
                      <a:r>
                        <a:rPr sz="1300" b="0" i="0" lang="en-US">
                          <a:solidFill>
                            <a:srgbClr val="1C2333"/>
                          </a:solidFill>
                          <a:latin typeface="Segoe UI"/>
                        </a:rPr>
                        <a:t>grow</a:t>
                      </a:r>
                    </a:p>
                  </a:txBody>
                  <a:tcPr>
                    <a:solidFill>
                      <a:srgbClr val="EEF3FA"/>
                    </a:solidFill>
                  </a:tcPr>
                </a:tc>
                <a:tc>
                  <a:txBody>
                    <a:bodyPr/>
                    <a:lstStyle/>
                    <a:p>
                      <a:pPr rtl="0" algn="l"/>
                      <a:r>
                        <a:rPr sz="1300" b="0" i="0" lang="en-US">
                          <a:solidFill>
                            <a:srgbClr val="1C2333"/>
                          </a:solidFill>
                          <a:latin typeface="Segoe UI"/>
                        </a:rPr>
                        <a:t>grew</a:t>
                      </a:r>
                    </a:p>
                  </a:txBody>
                  <a:tcPr>
                    <a:solidFill>
                      <a:srgbClr val="EEF3FA"/>
                    </a:solidFill>
                  </a:tcPr>
                </a:tc>
                <a:tc>
                  <a:txBody>
                    <a:bodyPr/>
                    <a:lstStyle/>
                    <a:p>
                      <a:pPr rtl="0" algn="l"/>
                      <a:r>
                        <a:rPr sz="1300" b="0" i="0" lang="en-US">
                          <a:solidFill>
                            <a:srgbClr val="1C2333"/>
                          </a:solidFill>
                          <a:latin typeface="Segoe UI"/>
                        </a:rPr>
                        <a:t>grown</a:t>
                      </a:r>
                    </a:p>
                  </a:txBody>
                  <a:tcPr>
                    <a:solidFill>
                      <a:srgbClr val="EEF3FA"/>
                    </a:solidFill>
                  </a:tcPr>
                </a:tc>
              </a:tr>
              <a:tr h="347472">
                <a:tc>
                  <a:txBody>
                    <a:bodyPr/>
                    <a:lstStyle/>
                    <a:p>
                      <a:pPr rtl="1" algn="r"/>
                      <a:r>
                        <a:rPr sz="1600" b="0" i="0" lang="ar-EG" altLang="en-US">
                          <a:solidFill>
                            <a:srgbClr val="1C2333"/>
                          </a:solidFill>
                          <a:latin typeface="Traditional Arabic"/>
                        </a:rPr>
                        <a:t>يدفع</a:t>
                      </a:r>
                    </a:p>
                  </a:txBody>
                  <a:tcPr>
                    <a:solidFill>
                      <a:srgbClr val="FFFFFF"/>
                    </a:solidFill>
                  </a:tcPr>
                </a:tc>
                <a:tc>
                  <a:txBody>
                    <a:bodyPr/>
                    <a:lstStyle/>
                    <a:p>
                      <a:pPr rtl="0" algn="l"/>
                      <a:r>
                        <a:rPr sz="1300" b="0" i="0" lang="en-US">
                          <a:solidFill>
                            <a:srgbClr val="1C2333"/>
                          </a:solidFill>
                          <a:latin typeface="Segoe UI"/>
                        </a:rPr>
                        <a:t>pay</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c>
                  <a:txBody>
                    <a:bodyPr/>
                    <a:lstStyle/>
                    <a:p>
                      <a:pPr rtl="0" algn="l"/>
                      <a:r>
                        <a:rPr sz="1300" b="0" i="0" lang="en-US">
                          <a:solidFill>
                            <a:srgbClr val="1C2333"/>
                          </a:solidFill>
                          <a:latin typeface="Segoe UI"/>
                        </a:rPr>
                        <a:t>paid</a:t>
                      </a:r>
                    </a:p>
                  </a:txBody>
                  <a:tcPr>
                    <a:solidFill>
                      <a:srgbClr val="FFFFFF"/>
                    </a:solidFill>
                  </a:tcPr>
                </a:tc>
              </a:tr>
              <a:tr h="347472">
                <a:tc>
                  <a:txBody>
                    <a:bodyPr/>
                    <a:lstStyle/>
                    <a:p>
                      <a:pPr rtl="1" algn="r"/>
                      <a:r>
                        <a:rPr sz="1600" b="0" i="0" lang="ar-EG" altLang="en-US">
                          <a:solidFill>
                            <a:srgbClr val="1C2333"/>
                          </a:solidFill>
                          <a:latin typeface="Traditional Arabic"/>
                        </a:rPr>
                        <a:t>يجد</a:t>
                      </a:r>
                    </a:p>
                  </a:txBody>
                  <a:tcPr>
                    <a:solidFill>
                      <a:srgbClr val="EEF3FA"/>
                    </a:solidFill>
                  </a:tcPr>
                </a:tc>
                <a:tc>
                  <a:txBody>
                    <a:bodyPr/>
                    <a:lstStyle/>
                    <a:p>
                      <a:pPr rtl="0" algn="l"/>
                      <a:r>
                        <a:rPr sz="1300" b="0" i="0" lang="en-US">
                          <a:solidFill>
                            <a:srgbClr val="1C2333"/>
                          </a:solidFill>
                          <a:latin typeface="Segoe UI"/>
                        </a:rPr>
                        <a:t>find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c>
                  <a:txBody>
                    <a:bodyPr/>
                    <a:lstStyle/>
                    <a:p>
                      <a:pPr rtl="0" algn="l"/>
                      <a:r>
                        <a:rPr sz="1300" b="0" i="0" lang="en-US">
                          <a:solidFill>
                            <a:srgbClr val="1C2333"/>
                          </a:solidFill>
                          <a:latin typeface="Segoe UI"/>
                        </a:rPr>
                        <a:t>found</a:t>
                      </a:r>
                    </a:p>
                  </a:txBody>
                  <a:tcPr>
                    <a:solidFill>
                      <a:srgbClr val="EEF3FA"/>
                    </a:solidFill>
                  </a:tcPr>
                </a:tc>
              </a:tr>
              <a:tr h="347472">
                <a:tc>
                  <a:txBody>
                    <a:bodyPr/>
                    <a:lstStyle/>
                    <a:p>
                      <a:pPr rtl="1" algn="r"/>
                      <a:r>
                        <a:rPr sz="1600" b="0" i="0" lang="ar-EG" altLang="en-US">
                          <a:solidFill>
                            <a:srgbClr val="1C2333"/>
                          </a:solidFill>
                          <a:latin typeface="Traditional Arabic"/>
                        </a:rPr>
                        <a:t>يقف</a:t>
                      </a:r>
                    </a:p>
                  </a:txBody>
                  <a:tcPr>
                    <a:solidFill>
                      <a:srgbClr val="FFFFFF"/>
                    </a:solidFill>
                  </a:tcPr>
                </a:tc>
                <a:tc>
                  <a:txBody>
                    <a:bodyPr/>
                    <a:lstStyle/>
                    <a:p>
                      <a:pPr rtl="0" algn="l"/>
                      <a:r>
                        <a:rPr sz="1300" b="0" i="0" lang="en-US">
                          <a:solidFill>
                            <a:srgbClr val="1C2333"/>
                          </a:solidFill>
                          <a:latin typeface="Segoe UI"/>
                        </a:rPr>
                        <a:t>stand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c>
                  <a:txBody>
                    <a:bodyPr/>
                    <a:lstStyle/>
                    <a:p>
                      <a:pPr rtl="0" algn="l"/>
                      <a:r>
                        <a:rPr sz="1300" b="0" i="0" lang="en-US">
                          <a:solidFill>
                            <a:srgbClr val="1C2333"/>
                          </a:solidFill>
                          <a:latin typeface="Segoe UI"/>
                        </a:rPr>
                        <a:t>stood</a:t>
                      </a:r>
                    </a:p>
                  </a:txBody>
                  <a:tcPr>
                    <a:solidFill>
                      <a:srgbClr val="FFFFFF"/>
                    </a:solidFill>
                  </a:tcPr>
                </a:tc>
              </a:tr>
              <a:tr h="347472">
                <a:tc>
                  <a:txBody>
                    <a:bodyPr/>
                    <a:lstStyle/>
                    <a:p>
                      <a:pPr rtl="1" algn="r"/>
                      <a:r>
                        <a:rPr sz="1600" b="0" i="0" lang="ar-EG" altLang="en-US">
                          <a:solidFill>
                            <a:srgbClr val="1C2333"/>
                          </a:solidFill>
                          <a:latin typeface="Traditional Arabic"/>
                        </a:rPr>
                        <a:t>يغادر</a:t>
                      </a:r>
                    </a:p>
                  </a:txBody>
                  <a:tcPr>
                    <a:solidFill>
                      <a:srgbClr val="EEF3FA"/>
                    </a:solidFill>
                  </a:tcPr>
                </a:tc>
                <a:tc>
                  <a:txBody>
                    <a:bodyPr/>
                    <a:lstStyle/>
                    <a:p>
                      <a:pPr rtl="0" algn="l"/>
                      <a:r>
                        <a:rPr sz="1300" b="0" i="0" lang="en-US">
                          <a:solidFill>
                            <a:srgbClr val="1C2333"/>
                          </a:solidFill>
                          <a:latin typeface="Segoe UI"/>
                        </a:rPr>
                        <a:t>leave</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c>
                  <a:txBody>
                    <a:bodyPr/>
                    <a:lstStyle/>
                    <a:p>
                      <a:pPr rtl="0" algn="l"/>
                      <a:r>
                        <a:rPr sz="1300" b="0" i="0" lang="en-US">
                          <a:solidFill>
                            <a:srgbClr val="1C2333"/>
                          </a:solidFill>
                          <a:latin typeface="Segoe UI"/>
                        </a:rPr>
                        <a:t>left</a:t>
                      </a:r>
                    </a:p>
                  </a:txBody>
                  <a:tcPr>
                    <a:solidFill>
                      <a:srgbClr val="EEF3FA"/>
                    </a:solidFill>
                  </a:tcPr>
                </a:tc>
              </a:tr>
              <a:tr h="347472">
                <a:tc>
                  <a:txBody>
                    <a:bodyPr/>
                    <a:lstStyle/>
                    <a:p>
                      <a:pPr rtl="1" algn="r"/>
                      <a:r>
                        <a:rPr sz="1600" b="0" i="0" lang="ar-EG" altLang="en-US">
                          <a:solidFill>
                            <a:srgbClr val="1C2333"/>
                          </a:solidFill>
                          <a:latin typeface="Traditional Arabic"/>
                        </a:rPr>
                        <a:t>يتحدث</a:t>
                      </a:r>
                    </a:p>
                  </a:txBody>
                  <a:tcPr>
                    <a:solidFill>
                      <a:srgbClr val="FFFFFF"/>
                    </a:solidFill>
                  </a:tcPr>
                </a:tc>
                <a:tc>
                  <a:txBody>
                    <a:bodyPr/>
                    <a:lstStyle/>
                    <a:p>
                      <a:pPr rtl="0" algn="l"/>
                      <a:r>
                        <a:rPr sz="1300" b="0" i="0" lang="en-US">
                          <a:solidFill>
                            <a:srgbClr val="1C2333"/>
                          </a:solidFill>
                          <a:latin typeface="Segoe UI"/>
                        </a:rPr>
                        <a:t>speak</a:t>
                      </a:r>
                    </a:p>
                  </a:txBody>
                  <a:tcPr>
                    <a:solidFill>
                      <a:srgbClr val="FFFFFF"/>
                    </a:solidFill>
                  </a:tcPr>
                </a:tc>
                <a:tc>
                  <a:txBody>
                    <a:bodyPr/>
                    <a:lstStyle/>
                    <a:p>
                      <a:pPr rtl="0" algn="l"/>
                      <a:r>
                        <a:rPr sz="1300" b="0" i="0" lang="en-US">
                          <a:solidFill>
                            <a:srgbClr val="1C2333"/>
                          </a:solidFill>
                          <a:latin typeface="Segoe UI"/>
                        </a:rPr>
                        <a:t>spoke</a:t>
                      </a:r>
                    </a:p>
                  </a:txBody>
                  <a:tcPr>
                    <a:solidFill>
                      <a:srgbClr val="FFFFFF"/>
                    </a:solidFill>
                  </a:tcPr>
                </a:tc>
                <a:tc>
                  <a:txBody>
                    <a:bodyPr/>
                    <a:lstStyle/>
                    <a:p>
                      <a:pPr rtl="0" algn="l"/>
                      <a:r>
                        <a:rPr sz="1300" b="0" i="0" lang="en-US">
                          <a:solidFill>
                            <a:srgbClr val="1C2333"/>
                          </a:solidFill>
                          <a:latin typeface="Segoe UI"/>
                        </a:rPr>
                        <a:t>spoken</a:t>
                      </a:r>
                    </a:p>
                  </a:txBody>
                  <a:tcPr>
                    <a:solidFill>
                      <a:srgbClr val="FFFFFF"/>
                    </a:solidFill>
                  </a:tcPr>
                </a:tc>
              </a:tr>
              <a:tr h="347472">
                <a:tc>
                  <a:txBody>
                    <a:bodyPr/>
                    <a:lstStyle/>
                    <a:p>
                      <a:pPr rtl="1" algn="r"/>
                      <a:r>
                        <a:rPr sz="1600" b="0" i="0" lang="ar-EG" altLang="en-US">
                          <a:solidFill>
                            <a:srgbClr val="1C2333"/>
                          </a:solidFill>
                          <a:latin typeface="Traditional Arabic"/>
                        </a:rPr>
                        <a:t>يعطي</a:t>
                      </a:r>
                    </a:p>
                  </a:txBody>
                  <a:tcPr>
                    <a:solidFill>
                      <a:srgbClr val="EEF3FA"/>
                    </a:solidFill>
                  </a:tcPr>
                </a:tc>
                <a:tc>
                  <a:txBody>
                    <a:bodyPr/>
                    <a:lstStyle/>
                    <a:p>
                      <a:pPr rtl="0" algn="l"/>
                      <a:r>
                        <a:rPr sz="1300" b="0" i="0" lang="en-US">
                          <a:solidFill>
                            <a:srgbClr val="1C2333"/>
                          </a:solidFill>
                          <a:latin typeface="Segoe UI"/>
                        </a:rPr>
                        <a:t>give</a:t>
                      </a:r>
                    </a:p>
                  </a:txBody>
                  <a:tcPr>
                    <a:solidFill>
                      <a:srgbClr val="EEF3FA"/>
                    </a:solidFill>
                  </a:tcPr>
                </a:tc>
                <a:tc>
                  <a:txBody>
                    <a:bodyPr/>
                    <a:lstStyle/>
                    <a:p>
                      <a:pPr rtl="0" algn="l"/>
                      <a:r>
                        <a:rPr sz="1300" b="0" i="0" lang="en-US">
                          <a:solidFill>
                            <a:srgbClr val="1C2333"/>
                          </a:solidFill>
                          <a:latin typeface="Segoe UI"/>
                        </a:rPr>
                        <a:t>gave</a:t>
                      </a:r>
                    </a:p>
                  </a:txBody>
                  <a:tcPr>
                    <a:solidFill>
                      <a:srgbClr val="EEF3FA"/>
                    </a:solidFill>
                  </a:tcPr>
                </a:tc>
                <a:tc>
                  <a:txBody>
                    <a:bodyPr/>
                    <a:lstStyle/>
                    <a:p>
                      <a:pPr rtl="0" algn="l"/>
                      <a:r>
                        <a:rPr sz="1300" b="0" i="0" lang="en-US">
                          <a:solidFill>
                            <a:srgbClr val="1C2333"/>
                          </a:solidFill>
                          <a:latin typeface="Segoe UI"/>
                        </a:rPr>
                        <a:t>given</a:t>
                      </a:r>
                    </a:p>
                  </a:txBody>
                  <a:tcPr>
                    <a:solidFill>
                      <a:srgbClr val="EEF3FA"/>
                    </a:solidFill>
                  </a:tcPr>
                </a:tc>
              </a:tr>
            </a:tbl>
          </a:graphicData>
        </a:graphic>
      </p:graphicFrame>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 (4)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822192"/>
        </p:xfrm>
        <a:graphic>
          <a:graphicData uri="http://schemas.openxmlformats.org/drawingml/2006/table">
            <a:tbl>
              <a:tblPr firstRow="1" bandRow="1">
                <a:tableStyleId>{5C22544A-7EE6-4342-B048-85BDC9FD1C3A}</a:tableStyleId>
              </a:tblPr>
              <a:tblGrid>
                <a:gridCol w="2819323"/>
                <a:gridCol w="2819323"/>
                <a:gridCol w="2819323"/>
                <a:gridCol w="2819326"/>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 المضارع</a:t>
                      </a:r>
                    </a:p>
                  </a:txBody>
                  <a:tcPr>
                    <a:solidFill>
                      <a:srgbClr val="945222"/>
                    </a:solidFill>
                  </a:tcPr>
                </a:tc>
                <a:tc>
                  <a:txBody>
                    <a:bodyPr/>
                    <a:lstStyle/>
                    <a:p>
                      <a:pPr rtl="1" algn="r"/>
                      <a:r>
                        <a:rPr sz="1700" b="1" i="0" lang="ar-EG" altLang="en-US">
                          <a:solidFill>
                            <a:srgbClr val="FFFFFF"/>
                          </a:solidFill>
                          <a:latin typeface="Traditional Arabic"/>
                        </a:rPr>
                        <a:t>Past الماضي</a:t>
                      </a:r>
                    </a:p>
                  </a:txBody>
                  <a:tcPr>
                    <a:solidFill>
                      <a:srgbClr val="945222"/>
                    </a:solidFill>
                  </a:tcPr>
                </a:tc>
                <a:tc>
                  <a:txBody>
                    <a:bodyPr/>
                    <a:lstStyle/>
                    <a:p>
                      <a:pPr rtl="1" algn="r"/>
                      <a:r>
                        <a:rPr sz="1700" b="1" i="0" lang="ar-EG" altLang="en-US">
                          <a:solidFill>
                            <a:srgbClr val="FFFFFF"/>
                          </a:solidFill>
                          <a:latin typeface="Traditional Arabic"/>
                        </a:rPr>
                        <a:t>P.P. التصريف الثالث</a:t>
                      </a:r>
                    </a:p>
                  </a:txBody>
                  <a:tcPr>
                    <a:solidFill>
                      <a:srgbClr val="945222"/>
                    </a:solidFill>
                  </a:tcPr>
                </a:tc>
              </a:tr>
              <a:tr h="347472">
                <a:tc>
                  <a:txBody>
                    <a:bodyPr/>
                    <a:lstStyle/>
                    <a:p>
                      <a:pPr rtl="1" algn="r"/>
                      <a:r>
                        <a:rPr sz="1600" b="0" i="0" lang="ar-EG" altLang="en-US">
                          <a:solidFill>
                            <a:srgbClr val="1C2333"/>
                          </a:solidFill>
                          <a:latin typeface="Traditional Arabic"/>
                        </a:rPr>
                        <a:t>يقرأ</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c>
                  <a:txBody>
                    <a:bodyPr/>
                    <a:lstStyle/>
                    <a:p>
                      <a:pPr rtl="0" algn="l"/>
                      <a:r>
                        <a:rPr sz="1300" b="0" i="0" lang="en-US">
                          <a:solidFill>
                            <a:srgbClr val="1C2333"/>
                          </a:solidFill>
                          <a:latin typeface="Segoe UI"/>
                        </a:rPr>
                        <a:t>read</a:t>
                      </a:r>
                    </a:p>
                  </a:txBody>
                  <a:tcPr>
                    <a:solidFill>
                      <a:srgbClr val="FFFFFF"/>
                    </a:solidFill>
                  </a:tcPr>
                </a:tc>
              </a:tr>
              <a:tr h="347472">
                <a:tc>
                  <a:txBody>
                    <a:bodyPr/>
                    <a:lstStyle/>
                    <a:p>
                      <a:pPr rtl="1" algn="r"/>
                      <a:r>
                        <a:rPr sz="1600" b="0" i="0" lang="ar-EG" altLang="en-US">
                          <a:solidFill>
                            <a:srgbClr val="1C2333"/>
                          </a:solidFill>
                          <a:latin typeface="Traditional Arabic"/>
                        </a:rPr>
                        <a:t>يركب</a:t>
                      </a:r>
                    </a:p>
                  </a:txBody>
                  <a:tcPr>
                    <a:solidFill>
                      <a:srgbClr val="EEF3FA"/>
                    </a:solidFill>
                  </a:tcPr>
                </a:tc>
                <a:tc>
                  <a:txBody>
                    <a:bodyPr/>
                    <a:lstStyle/>
                    <a:p>
                      <a:pPr rtl="0" algn="l"/>
                      <a:r>
                        <a:rPr sz="1300" b="0" i="0" lang="en-US">
                          <a:solidFill>
                            <a:srgbClr val="1C2333"/>
                          </a:solidFill>
                          <a:latin typeface="Segoe UI"/>
                        </a:rPr>
                        <a:t>ride</a:t>
                      </a:r>
                    </a:p>
                  </a:txBody>
                  <a:tcPr>
                    <a:solidFill>
                      <a:srgbClr val="EEF3FA"/>
                    </a:solidFill>
                  </a:tcPr>
                </a:tc>
                <a:tc>
                  <a:txBody>
                    <a:bodyPr/>
                    <a:lstStyle/>
                    <a:p>
                      <a:pPr rtl="0" algn="l"/>
                      <a:r>
                        <a:rPr sz="1300" b="0" i="0" lang="en-US">
                          <a:solidFill>
                            <a:srgbClr val="1C2333"/>
                          </a:solidFill>
                          <a:latin typeface="Segoe UI"/>
                        </a:rPr>
                        <a:t>rode</a:t>
                      </a:r>
                    </a:p>
                  </a:txBody>
                  <a:tcPr>
                    <a:solidFill>
                      <a:srgbClr val="EEF3FA"/>
                    </a:solidFill>
                  </a:tcPr>
                </a:tc>
                <a:tc>
                  <a:txBody>
                    <a:bodyPr/>
                    <a:lstStyle/>
                    <a:p>
                      <a:pPr rtl="0" algn="l"/>
                      <a:r>
                        <a:rPr sz="1300" b="0" i="0" lang="en-US">
                          <a:solidFill>
                            <a:srgbClr val="1C2333"/>
                          </a:solidFill>
                          <a:latin typeface="Segoe UI"/>
                        </a:rPr>
                        <a:t>ridden</a:t>
                      </a:r>
                    </a:p>
                  </a:txBody>
                  <a:tcPr>
                    <a:solidFill>
                      <a:srgbClr val="EEF3FA"/>
                    </a:solidFill>
                  </a:tcPr>
                </a:tc>
              </a:tr>
              <a:tr h="347472">
                <a:tc>
                  <a:txBody>
                    <a:bodyPr/>
                    <a:lstStyle/>
                    <a:p>
                      <a:pPr rtl="1" algn="r"/>
                      <a:r>
                        <a:rPr sz="1600" b="0" i="0" lang="ar-EG" altLang="en-US">
                          <a:solidFill>
                            <a:srgbClr val="1C2333"/>
                          </a:solidFill>
                          <a:latin typeface="Traditional Arabic"/>
                        </a:rPr>
                        <a:t>يرى</a:t>
                      </a:r>
                    </a:p>
                  </a:txBody>
                  <a:tcPr>
                    <a:solidFill>
                      <a:srgbClr val="FFFFFF"/>
                    </a:solidFill>
                  </a:tcPr>
                </a:tc>
                <a:tc>
                  <a:txBody>
                    <a:bodyPr/>
                    <a:lstStyle/>
                    <a:p>
                      <a:pPr rtl="0" algn="l"/>
                      <a:r>
                        <a:rPr sz="1300" b="0" i="0" lang="en-US">
                          <a:solidFill>
                            <a:srgbClr val="1C2333"/>
                          </a:solidFill>
                          <a:latin typeface="Segoe UI"/>
                        </a:rPr>
                        <a:t>see</a:t>
                      </a:r>
                    </a:p>
                  </a:txBody>
                  <a:tcPr>
                    <a:solidFill>
                      <a:srgbClr val="FFFFFF"/>
                    </a:solidFill>
                  </a:tcPr>
                </a:tc>
                <a:tc>
                  <a:txBody>
                    <a:bodyPr/>
                    <a:lstStyle/>
                    <a:p>
                      <a:pPr rtl="0" algn="l"/>
                      <a:r>
                        <a:rPr sz="1300" b="0" i="0" lang="en-US">
                          <a:solidFill>
                            <a:srgbClr val="1C2333"/>
                          </a:solidFill>
                          <a:latin typeface="Segoe UI"/>
                        </a:rPr>
                        <a:t>saw</a:t>
                      </a:r>
                    </a:p>
                  </a:txBody>
                  <a:tcPr>
                    <a:solidFill>
                      <a:srgbClr val="FFFFFF"/>
                    </a:solidFill>
                  </a:tcPr>
                </a:tc>
                <a:tc>
                  <a:txBody>
                    <a:bodyPr/>
                    <a:lstStyle/>
                    <a:p>
                      <a:pPr rtl="0" algn="l"/>
                      <a:r>
                        <a:rPr sz="1300" b="0" i="0" lang="en-US">
                          <a:solidFill>
                            <a:srgbClr val="1C2333"/>
                          </a:solidFill>
                          <a:latin typeface="Segoe UI"/>
                        </a:rPr>
                        <a:t>seen</a:t>
                      </a:r>
                    </a:p>
                  </a:txBody>
                  <a:tcPr>
                    <a:solidFill>
                      <a:srgbClr val="FFFFFF"/>
                    </a:solidFill>
                  </a:tcPr>
                </a:tc>
              </a:tr>
              <a:tr h="347472">
                <a:tc>
                  <a:txBody>
                    <a:bodyPr/>
                    <a:lstStyle/>
                    <a:p>
                      <a:pPr rtl="1" algn="r"/>
                      <a:r>
                        <a:rPr sz="1600" b="0" i="0" lang="ar-EG" altLang="en-US">
                          <a:solidFill>
                            <a:srgbClr val="1C2333"/>
                          </a:solidFill>
                          <a:latin typeface="Traditional Arabic"/>
                        </a:rPr>
                        <a:t>يطير</a:t>
                      </a:r>
                    </a:p>
                  </a:txBody>
                  <a:tcPr>
                    <a:solidFill>
                      <a:srgbClr val="EEF3FA"/>
                    </a:solidFill>
                  </a:tcPr>
                </a:tc>
                <a:tc>
                  <a:txBody>
                    <a:bodyPr/>
                    <a:lstStyle/>
                    <a:p>
                      <a:pPr rtl="0" algn="l"/>
                      <a:r>
                        <a:rPr sz="1300" b="0" i="0" lang="en-US">
                          <a:solidFill>
                            <a:srgbClr val="1C2333"/>
                          </a:solidFill>
                          <a:latin typeface="Segoe UI"/>
                        </a:rPr>
                        <a:t>fly</a:t>
                      </a:r>
                    </a:p>
                  </a:txBody>
                  <a:tcPr>
                    <a:solidFill>
                      <a:srgbClr val="EEF3FA"/>
                    </a:solidFill>
                  </a:tcPr>
                </a:tc>
                <a:tc>
                  <a:txBody>
                    <a:bodyPr/>
                    <a:lstStyle/>
                    <a:p>
                      <a:pPr rtl="0" algn="l"/>
                      <a:r>
                        <a:rPr sz="1300" b="0" i="0" lang="en-US">
                          <a:solidFill>
                            <a:srgbClr val="1C2333"/>
                          </a:solidFill>
                          <a:latin typeface="Segoe UI"/>
                        </a:rPr>
                        <a:t>flew</a:t>
                      </a:r>
                    </a:p>
                  </a:txBody>
                  <a:tcPr>
                    <a:solidFill>
                      <a:srgbClr val="EEF3FA"/>
                    </a:solidFill>
                  </a:tcPr>
                </a:tc>
                <a:tc>
                  <a:txBody>
                    <a:bodyPr/>
                    <a:lstStyle/>
                    <a:p>
                      <a:pPr rtl="0" algn="l"/>
                      <a:r>
                        <a:rPr sz="1300" b="0" i="0" lang="en-US">
                          <a:solidFill>
                            <a:srgbClr val="1C2333"/>
                          </a:solidFill>
                          <a:latin typeface="Segoe UI"/>
                        </a:rPr>
                        <a:t>flown</a:t>
                      </a:r>
                    </a:p>
                  </a:txBody>
                  <a:tcPr>
                    <a:solidFill>
                      <a:srgbClr val="EEF3FA"/>
                    </a:solidFill>
                  </a:tcPr>
                </a:tc>
              </a:tr>
              <a:tr h="347472">
                <a:tc>
                  <a:txBody>
                    <a:bodyPr/>
                    <a:lstStyle/>
                    <a:p>
                      <a:pPr rtl="1" algn="r"/>
                      <a:r>
                        <a:rPr sz="1600" b="0" i="0" lang="ar-EG" altLang="en-US">
                          <a:solidFill>
                            <a:srgbClr val="1C2333"/>
                          </a:solidFill>
                          <a:latin typeface="Traditional Arabic"/>
                        </a:rPr>
                        <a:t>يرسل</a:t>
                      </a:r>
                    </a:p>
                  </a:txBody>
                  <a:tcPr>
                    <a:solidFill>
                      <a:srgbClr val="FFFFFF"/>
                    </a:solidFill>
                  </a:tcPr>
                </a:tc>
                <a:tc>
                  <a:txBody>
                    <a:bodyPr/>
                    <a:lstStyle/>
                    <a:p>
                      <a:pPr rtl="0" algn="l"/>
                      <a:r>
                        <a:rPr sz="1300" b="0" i="0" lang="en-US">
                          <a:solidFill>
                            <a:srgbClr val="1C2333"/>
                          </a:solidFill>
                          <a:latin typeface="Segoe UI"/>
                        </a:rPr>
                        <a:t>send</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c>
                  <a:txBody>
                    <a:bodyPr/>
                    <a:lstStyle/>
                    <a:p>
                      <a:pPr rtl="0" algn="l"/>
                      <a:r>
                        <a:rPr sz="1300" b="0" i="0" lang="en-US">
                          <a:solidFill>
                            <a:srgbClr val="1C2333"/>
                          </a:solidFill>
                          <a:latin typeface="Segoe UI"/>
                        </a:rPr>
                        <a:t>sent</a:t>
                      </a:r>
                    </a:p>
                  </a:txBody>
                  <a:tcPr>
                    <a:solidFill>
                      <a:srgbClr val="FFFFFF"/>
                    </a:solidFill>
                  </a:tcPr>
                </a:tc>
              </a:tr>
              <a:tr h="347472">
                <a:tc>
                  <a:txBody>
                    <a:bodyPr/>
                    <a:lstStyle/>
                    <a:p>
                      <a:pPr rtl="1" algn="r"/>
                      <a:r>
                        <a:rPr sz="1600" b="0" i="0" lang="ar-EG" altLang="en-US">
                          <a:solidFill>
                            <a:srgbClr val="1C2333"/>
                          </a:solidFill>
                          <a:latin typeface="Traditional Arabic"/>
                        </a:rPr>
                        <a:t>يحضر</a:t>
                      </a:r>
                    </a:p>
                  </a:txBody>
                  <a:tcPr>
                    <a:solidFill>
                      <a:srgbClr val="EEF3FA"/>
                    </a:solidFill>
                  </a:tcPr>
                </a:tc>
                <a:tc>
                  <a:txBody>
                    <a:bodyPr/>
                    <a:lstStyle/>
                    <a:p>
                      <a:pPr rtl="0" algn="l"/>
                      <a:r>
                        <a:rPr sz="1300" b="0" i="0" lang="en-US">
                          <a:solidFill>
                            <a:srgbClr val="1C2333"/>
                          </a:solidFill>
                          <a:latin typeface="Segoe UI"/>
                        </a:rPr>
                        <a:t>bring</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c>
                  <a:txBody>
                    <a:bodyPr/>
                    <a:lstStyle/>
                    <a:p>
                      <a:pPr rtl="0" algn="l"/>
                      <a:r>
                        <a:rPr sz="1300" b="0" i="0" lang="en-US">
                          <a:solidFill>
                            <a:srgbClr val="1C2333"/>
                          </a:solidFill>
                          <a:latin typeface="Segoe UI"/>
                        </a:rPr>
                        <a:t>brought</a:t>
                      </a:r>
                    </a:p>
                  </a:txBody>
                  <a:tcPr>
                    <a:solidFill>
                      <a:srgbClr val="EEF3FA"/>
                    </a:solidFill>
                  </a:tcPr>
                </a:tc>
              </a:tr>
              <a:tr h="347472">
                <a:tc>
                  <a:txBody>
                    <a:bodyPr/>
                    <a:lstStyle/>
                    <a:p>
                      <a:pPr rtl="1" algn="r"/>
                      <a:r>
                        <a:rPr sz="1600" b="0" i="0" lang="ar-EG" altLang="en-US">
                          <a:solidFill>
                            <a:srgbClr val="1C2333"/>
                          </a:solidFill>
                          <a:latin typeface="Traditional Arabic"/>
                        </a:rPr>
                        <a:t>يختار</a:t>
                      </a:r>
                    </a:p>
                  </a:txBody>
                  <a:tcPr>
                    <a:solidFill>
                      <a:srgbClr val="FFFFFF"/>
                    </a:solidFill>
                  </a:tcPr>
                </a:tc>
                <a:tc>
                  <a:txBody>
                    <a:bodyPr/>
                    <a:lstStyle/>
                    <a:p>
                      <a:pPr rtl="0" algn="l"/>
                      <a:r>
                        <a:rPr sz="1300" b="0" i="0" lang="en-US">
                          <a:solidFill>
                            <a:srgbClr val="1C2333"/>
                          </a:solidFill>
                          <a:latin typeface="Segoe UI"/>
                        </a:rPr>
                        <a:t>choose</a:t>
                      </a:r>
                    </a:p>
                  </a:txBody>
                  <a:tcPr>
                    <a:solidFill>
                      <a:srgbClr val="FFFFFF"/>
                    </a:solidFill>
                  </a:tcPr>
                </a:tc>
                <a:tc>
                  <a:txBody>
                    <a:bodyPr/>
                    <a:lstStyle/>
                    <a:p>
                      <a:pPr rtl="0" algn="l"/>
                      <a:r>
                        <a:rPr sz="1300" b="0" i="0" lang="en-US">
                          <a:solidFill>
                            <a:srgbClr val="1C2333"/>
                          </a:solidFill>
                          <a:latin typeface="Segoe UI"/>
                        </a:rPr>
                        <a:t>chose</a:t>
                      </a:r>
                    </a:p>
                  </a:txBody>
                  <a:tcPr>
                    <a:solidFill>
                      <a:srgbClr val="FFFFFF"/>
                    </a:solidFill>
                  </a:tcPr>
                </a:tc>
                <a:tc>
                  <a:txBody>
                    <a:bodyPr/>
                    <a:lstStyle/>
                    <a:p>
                      <a:pPr rtl="0" algn="l"/>
                      <a:r>
                        <a:rPr sz="1300" b="0" i="0" lang="en-US">
                          <a:solidFill>
                            <a:srgbClr val="1C2333"/>
                          </a:solidFill>
                          <a:latin typeface="Segoe UI"/>
                        </a:rPr>
                        <a:t>chosen</a:t>
                      </a:r>
                    </a:p>
                  </a:txBody>
                  <a:tcPr>
                    <a:solidFill>
                      <a:srgbClr val="FFFFFF"/>
                    </a:solidFill>
                  </a:tcPr>
                </a:tc>
              </a:tr>
              <a:tr h="347472">
                <a:tc>
                  <a:txBody>
                    <a:bodyPr/>
                    <a:lstStyle/>
                    <a:p>
                      <a:pPr rtl="1" algn="r"/>
                      <a:r>
                        <a:rPr sz="1600" b="0" i="0" lang="ar-EG" altLang="en-US">
                          <a:solidFill>
                            <a:srgbClr val="1C2333"/>
                          </a:solidFill>
                          <a:latin typeface="Traditional Arabic"/>
                        </a:rPr>
                        <a:t>يكنس</a:t>
                      </a:r>
                    </a:p>
                  </a:txBody>
                  <a:tcPr>
                    <a:solidFill>
                      <a:srgbClr val="EEF3FA"/>
                    </a:solidFill>
                  </a:tcPr>
                </a:tc>
                <a:tc>
                  <a:txBody>
                    <a:bodyPr/>
                    <a:lstStyle/>
                    <a:p>
                      <a:pPr rtl="0" algn="l"/>
                      <a:r>
                        <a:rPr sz="1300" b="0" i="0" lang="en-US">
                          <a:solidFill>
                            <a:srgbClr val="1C2333"/>
                          </a:solidFill>
                          <a:latin typeface="Segoe UI"/>
                        </a:rPr>
                        <a:t>sweep</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c>
                  <a:txBody>
                    <a:bodyPr/>
                    <a:lstStyle/>
                    <a:p>
                      <a:pPr rtl="0" algn="l"/>
                      <a:r>
                        <a:rPr sz="1300" b="0" i="0" lang="en-US">
                          <a:solidFill>
                            <a:srgbClr val="1C2333"/>
                          </a:solidFill>
                          <a:latin typeface="Segoe UI"/>
                        </a:rPr>
                        <a:t>swept</a:t>
                      </a:r>
                    </a:p>
                  </a:txBody>
                  <a:tcPr>
                    <a:solidFill>
                      <a:srgbClr val="EEF3FA"/>
                    </a:solidFill>
                  </a:tcPr>
                </a:tc>
              </a:tr>
              <a:tr h="347472">
                <a:tc>
                  <a:txBody>
                    <a:bodyPr/>
                    <a:lstStyle/>
                    <a:p>
                      <a:pPr rtl="1" algn="r"/>
                      <a:r>
                        <a:rPr sz="1600" b="0" i="0" lang="ar-EG" altLang="en-US">
                          <a:solidFill>
                            <a:srgbClr val="1C2333"/>
                          </a:solidFill>
                          <a:latin typeface="Traditional Arabic"/>
                        </a:rPr>
                        <a:t>يتعلم</a:t>
                      </a:r>
                    </a:p>
                  </a:txBody>
                  <a:tcPr>
                    <a:solidFill>
                      <a:srgbClr val="FFFFFF"/>
                    </a:solidFill>
                  </a:tcPr>
                </a:tc>
                <a:tc>
                  <a:txBody>
                    <a:bodyPr/>
                    <a:lstStyle/>
                    <a:p>
                      <a:pPr rtl="0" algn="l"/>
                      <a:r>
                        <a:rPr sz="1300" b="0" i="0" lang="en-US">
                          <a:solidFill>
                            <a:srgbClr val="1C2333"/>
                          </a:solidFill>
                          <a:latin typeface="Segoe UI"/>
                        </a:rPr>
                        <a:t>learn</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c>
                  <a:txBody>
                    <a:bodyPr/>
                    <a:lstStyle/>
                    <a:p>
                      <a:pPr rtl="0" algn="l"/>
                      <a:r>
                        <a:rPr sz="1300" b="0" i="0" lang="en-US">
                          <a:solidFill>
                            <a:srgbClr val="1C2333"/>
                          </a:solidFill>
                          <a:latin typeface="Segoe UI"/>
                        </a:rPr>
                        <a:t>learnt</a:t>
                      </a:r>
                    </a:p>
                  </a:txBody>
                  <a:tcPr>
                    <a:solidFill>
                      <a:srgbClr val="FFFFFF"/>
                    </a:solidFill>
                  </a:tcPr>
                </a:tc>
              </a:tr>
              <a:tr h="347472">
                <a:tc>
                  <a:txBody>
                    <a:bodyPr/>
                    <a:lstStyle/>
                    <a:p>
                      <a:pPr rtl="1" algn="r"/>
                      <a:r>
                        <a:rPr sz="1600" b="0" i="0" lang="ar-EG" altLang="en-US">
                          <a:solidFill>
                            <a:srgbClr val="1C2333"/>
                          </a:solidFill>
                          <a:latin typeface="Traditional Arabic"/>
                        </a:rPr>
                        <a:t>يقود</a:t>
                      </a:r>
                    </a:p>
                  </a:txBody>
                  <a:tcPr>
                    <a:solidFill>
                      <a:srgbClr val="EEF3FA"/>
                    </a:solidFill>
                  </a:tcPr>
                </a:tc>
                <a:tc>
                  <a:txBody>
                    <a:bodyPr/>
                    <a:lstStyle/>
                    <a:p>
                      <a:pPr rtl="0" algn="l"/>
                      <a:r>
                        <a:rPr sz="1300" b="0" i="0" lang="en-US">
                          <a:solidFill>
                            <a:srgbClr val="1C2333"/>
                          </a:solidFill>
                          <a:latin typeface="Segoe UI"/>
                        </a:rPr>
                        <a:t>drive</a:t>
                      </a:r>
                    </a:p>
                  </a:txBody>
                  <a:tcPr>
                    <a:solidFill>
                      <a:srgbClr val="EEF3FA"/>
                    </a:solidFill>
                  </a:tcPr>
                </a:tc>
                <a:tc>
                  <a:txBody>
                    <a:bodyPr/>
                    <a:lstStyle/>
                    <a:p>
                      <a:pPr rtl="0" algn="l"/>
                      <a:r>
                        <a:rPr sz="1300" b="0" i="0" lang="en-US">
                          <a:solidFill>
                            <a:srgbClr val="1C2333"/>
                          </a:solidFill>
                          <a:latin typeface="Segoe UI"/>
                        </a:rPr>
                        <a:t>drove</a:t>
                      </a:r>
                    </a:p>
                  </a:txBody>
                  <a:tcPr>
                    <a:solidFill>
                      <a:srgbClr val="EEF3FA"/>
                    </a:solidFill>
                  </a:tcPr>
                </a:tc>
                <a:tc>
                  <a:txBody>
                    <a:bodyPr/>
                    <a:lstStyle/>
                    <a:p>
                      <a:pPr rtl="0" algn="l"/>
                      <a:r>
                        <a:rPr sz="1300" b="0" i="0" lang="en-US">
                          <a:solidFill>
                            <a:srgbClr val="1C2333"/>
                          </a:solidFill>
                          <a:latin typeface="Segoe UI"/>
                        </a:rPr>
                        <a:t>driven</a:t>
                      </a:r>
                    </a:p>
                  </a:txBody>
                  <a:tcPr>
                    <a:solidFill>
                      <a:srgbClr val="EEF3FA"/>
                    </a:solidFill>
                  </a:tcPr>
                </a:tc>
              </a:tr>
            </a:tbl>
          </a:graphicData>
        </a:graphic>
      </p:graphicFrame>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Table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4517136"/>
        </p:xfrm>
        <a:graphic>
          <a:graphicData uri="http://schemas.openxmlformats.org/drawingml/2006/table">
            <a:tbl>
              <a:tblPr firstRow="1" bandRow="1">
                <a:tableStyleId>{5C22544A-7EE6-4342-B048-85BDC9FD1C3A}</a:tableStyleId>
              </a:tblPr>
              <a:tblGrid>
                <a:gridCol w="3759098"/>
                <a:gridCol w="3759098"/>
                <a:gridCol w="3759099"/>
              </a:tblGrid>
              <a:tr h="347472">
                <a:tc>
                  <a:txBody>
                    <a:bodyPr/>
                    <a:lstStyle/>
                    <a:p>
                      <a:pPr rtl="1" algn="r"/>
                      <a:r>
                        <a:rPr sz="1700" b="1" i="0" lang="ar-EG" altLang="en-US">
                          <a:solidFill>
                            <a:srgbClr val="FFFFFF"/>
                          </a:solidFill>
                          <a:latin typeface="Traditional Arabic"/>
                        </a:rPr>
                        <a:t>المعنى</a:t>
                      </a:r>
                    </a:p>
                  </a:txBody>
                  <a:tcPr>
                    <a:solidFill>
                      <a:srgbClr val="945222"/>
                    </a:solidFill>
                  </a:tcPr>
                </a:tc>
                <a:tc>
                  <a:txBody>
                    <a:bodyPr/>
                    <a:lstStyle/>
                    <a:p>
                      <a:pPr rtl="0" algn="l"/>
                      <a:r>
                        <a:rPr sz="1400" b="1" i="0" lang="en-US">
                          <a:solidFill>
                            <a:srgbClr val="FFFFFF"/>
                          </a:solidFill>
                          <a:latin typeface="Segoe UI"/>
                        </a:rPr>
                        <a:t>Present</a:t>
                      </a:r>
                    </a:p>
                  </a:txBody>
                  <a:tcPr>
                    <a:solidFill>
                      <a:srgbClr val="945222"/>
                    </a:solidFill>
                  </a:tcPr>
                </a:tc>
                <a:tc>
                  <a:txBody>
                    <a:bodyPr/>
                    <a:lstStyle/>
                    <a:p>
                      <a:pPr rtl="0" algn="l"/>
                      <a:r>
                        <a:rPr sz="1400" b="1" i="0" lang="en-US">
                          <a:solidFill>
                            <a:srgbClr val="FFFFFF"/>
                          </a:solidFill>
                          <a:latin typeface="Segoe UI"/>
                        </a:rPr>
                        <a:t>Past</a:t>
                      </a:r>
                    </a:p>
                  </a:txBody>
                  <a:tcPr>
                    <a:solidFill>
                      <a:srgbClr val="945222"/>
                    </a:solidFill>
                  </a:tcPr>
                </a:tc>
              </a:tr>
              <a:tr h="347472">
                <a:tc>
                  <a:txBody>
                    <a:bodyPr/>
                    <a:lstStyle/>
                    <a:p>
                      <a:pPr rtl="1" algn="r"/>
                      <a:r>
                        <a:rPr sz="1600" b="0" i="0" lang="ar-EG" altLang="en-US">
                          <a:solidFill>
                            <a:srgbClr val="1C2333"/>
                          </a:solidFill>
                          <a:latin typeface="Traditional Arabic"/>
                        </a:rPr>
                        <a:t>يلعب</a:t>
                      </a:r>
                    </a:p>
                  </a:txBody>
                  <a:tcPr>
                    <a:solidFill>
                      <a:srgbClr val="FFFFFF"/>
                    </a:solidFill>
                  </a:tcPr>
                </a:tc>
                <a:tc>
                  <a:txBody>
                    <a:bodyPr/>
                    <a:lstStyle/>
                    <a:p>
                      <a:pPr rtl="0" algn="l"/>
                      <a:r>
                        <a:rPr sz="1300" b="0" i="0" lang="en-US">
                          <a:solidFill>
                            <a:srgbClr val="1C2333"/>
                          </a:solidFill>
                          <a:latin typeface="Segoe UI"/>
                        </a:rPr>
                        <a:t>play</a:t>
                      </a:r>
                    </a:p>
                  </a:txBody>
                  <a:tcPr>
                    <a:solidFill>
                      <a:srgbClr val="FFFFFF"/>
                    </a:solidFill>
                  </a:tcPr>
                </a:tc>
                <a:tc>
                  <a:txBody>
                    <a:bodyPr/>
                    <a:lstStyle/>
                    <a:p>
                      <a:pPr rtl="0" algn="l"/>
                      <a:r>
                        <a:rPr sz="1300" b="0" i="0" lang="en-US">
                          <a:solidFill>
                            <a:srgbClr val="1C2333"/>
                          </a:solidFill>
                          <a:latin typeface="Segoe UI"/>
                        </a:rPr>
                        <a:t>played</a:t>
                      </a:r>
                    </a:p>
                  </a:txBody>
                  <a:tcPr>
                    <a:solidFill>
                      <a:srgbClr val="FFFFFF"/>
                    </a:solidFill>
                  </a:tcPr>
                </a:tc>
              </a:tr>
              <a:tr h="347472">
                <a:tc>
                  <a:txBody>
                    <a:bodyPr/>
                    <a:lstStyle/>
                    <a:p>
                      <a:pPr rtl="1" algn="r"/>
                      <a:r>
                        <a:rPr sz="1600" b="0" i="0" lang="ar-EG" altLang="en-US">
                          <a:solidFill>
                            <a:srgbClr val="1C2333"/>
                          </a:solidFill>
                          <a:latin typeface="Traditional Arabic"/>
                        </a:rPr>
                        <a:t>يغسل</a:t>
                      </a:r>
                    </a:p>
                  </a:txBody>
                  <a:tcPr>
                    <a:solidFill>
                      <a:srgbClr val="EEF3FA"/>
                    </a:solidFill>
                  </a:tcPr>
                </a:tc>
                <a:tc>
                  <a:txBody>
                    <a:bodyPr/>
                    <a:lstStyle/>
                    <a:p>
                      <a:pPr rtl="0" algn="l"/>
                      <a:r>
                        <a:rPr sz="1300" b="0" i="0" lang="en-US">
                          <a:solidFill>
                            <a:srgbClr val="1C2333"/>
                          </a:solidFill>
                          <a:latin typeface="Segoe UI"/>
                        </a:rPr>
                        <a:t>wash</a:t>
                      </a:r>
                    </a:p>
                  </a:txBody>
                  <a:tcPr>
                    <a:solidFill>
                      <a:srgbClr val="EEF3FA"/>
                    </a:solidFill>
                  </a:tcPr>
                </a:tc>
                <a:tc>
                  <a:txBody>
                    <a:bodyPr/>
                    <a:lstStyle/>
                    <a:p>
                      <a:pPr rtl="0" algn="l"/>
                      <a:r>
                        <a:rPr sz="1300" b="0" i="0" lang="en-US">
                          <a:solidFill>
                            <a:srgbClr val="1C2333"/>
                          </a:solidFill>
                          <a:latin typeface="Segoe UI"/>
                        </a:rPr>
                        <a:t>washed</a:t>
                      </a:r>
                    </a:p>
                  </a:txBody>
                  <a:tcPr>
                    <a:solidFill>
                      <a:srgbClr val="EEF3FA"/>
                    </a:solidFill>
                  </a:tcPr>
                </a:tc>
              </a:tr>
              <a:tr h="347472">
                <a:tc>
                  <a:txBody>
                    <a:bodyPr/>
                    <a:lstStyle/>
                    <a:p>
                      <a:pPr rtl="1" algn="r"/>
                      <a:r>
                        <a:rPr sz="1600" b="0" i="0" lang="ar-EG" altLang="en-US">
                          <a:solidFill>
                            <a:srgbClr val="1C2333"/>
                          </a:solidFill>
                          <a:latin typeface="Traditional Arabic"/>
                        </a:rPr>
                        <a:t>يمشي</a:t>
                      </a:r>
                    </a:p>
                  </a:txBody>
                  <a:tcPr>
                    <a:solidFill>
                      <a:srgbClr val="FFFFFF"/>
                    </a:solidFill>
                  </a:tcPr>
                </a:tc>
                <a:tc>
                  <a:txBody>
                    <a:bodyPr/>
                    <a:lstStyle/>
                    <a:p>
                      <a:pPr rtl="0" algn="l"/>
                      <a:r>
                        <a:rPr sz="1300" b="0" i="0" lang="en-US">
                          <a:solidFill>
                            <a:srgbClr val="1C2333"/>
                          </a:solidFill>
                          <a:latin typeface="Segoe UI"/>
                        </a:rPr>
                        <a:t>walk</a:t>
                      </a:r>
                    </a:p>
                  </a:txBody>
                  <a:tcPr>
                    <a:solidFill>
                      <a:srgbClr val="FFFFFF"/>
                    </a:solidFill>
                  </a:tcPr>
                </a:tc>
                <a:tc>
                  <a:txBody>
                    <a:bodyPr/>
                    <a:lstStyle/>
                    <a:p>
                      <a:pPr rtl="0" algn="l"/>
                      <a:r>
                        <a:rPr sz="1300" b="0" i="0" lang="en-US">
                          <a:solidFill>
                            <a:srgbClr val="1C2333"/>
                          </a:solidFill>
                          <a:latin typeface="Segoe UI"/>
                        </a:rPr>
                        <a:t>walked</a:t>
                      </a:r>
                    </a:p>
                  </a:txBody>
                  <a:tcPr>
                    <a:solidFill>
                      <a:srgbClr val="FFFFFF"/>
                    </a:solidFill>
                  </a:tcPr>
                </a:tc>
              </a:tr>
              <a:tr h="347472">
                <a:tc>
                  <a:txBody>
                    <a:bodyPr/>
                    <a:lstStyle/>
                    <a:p>
                      <a:pPr rtl="1" algn="r"/>
                      <a:r>
                        <a:rPr sz="1600" b="0" i="0" lang="ar-EG" altLang="en-US">
                          <a:solidFill>
                            <a:srgbClr val="1C2333"/>
                          </a:solidFill>
                          <a:latin typeface="Traditional Arabic"/>
                        </a:rPr>
                        <a:t>يساعد</a:t>
                      </a:r>
                    </a:p>
                  </a:txBody>
                  <a:tcPr>
                    <a:solidFill>
                      <a:srgbClr val="EEF3FA"/>
                    </a:solidFill>
                  </a:tcPr>
                </a:tc>
                <a:tc>
                  <a:txBody>
                    <a:bodyPr/>
                    <a:lstStyle/>
                    <a:p>
                      <a:pPr rtl="0" algn="l"/>
                      <a:r>
                        <a:rPr sz="1300" b="0" i="0" lang="en-US">
                          <a:solidFill>
                            <a:srgbClr val="1C2333"/>
                          </a:solidFill>
                          <a:latin typeface="Segoe UI"/>
                        </a:rPr>
                        <a:t>help</a:t>
                      </a:r>
                    </a:p>
                  </a:txBody>
                  <a:tcPr>
                    <a:solidFill>
                      <a:srgbClr val="EEF3FA"/>
                    </a:solidFill>
                  </a:tcPr>
                </a:tc>
                <a:tc>
                  <a:txBody>
                    <a:bodyPr/>
                    <a:lstStyle/>
                    <a:p>
                      <a:pPr rtl="0" algn="l"/>
                      <a:r>
                        <a:rPr sz="1300" b="0" i="0" lang="en-US">
                          <a:solidFill>
                            <a:srgbClr val="1C2333"/>
                          </a:solidFill>
                          <a:latin typeface="Segoe UI"/>
                        </a:rPr>
                        <a:t>helped</a:t>
                      </a:r>
                    </a:p>
                  </a:txBody>
                  <a:tcPr>
                    <a:solidFill>
                      <a:srgbClr val="EEF3FA"/>
                    </a:solidFill>
                  </a:tcPr>
                </a:tc>
              </a:tr>
              <a:tr h="347472">
                <a:tc>
                  <a:txBody>
                    <a:bodyPr/>
                    <a:lstStyle/>
                    <a:p>
                      <a:pPr rtl="1" algn="r"/>
                      <a:r>
                        <a:rPr sz="1600" b="0" i="0" lang="ar-EG" altLang="en-US">
                          <a:solidFill>
                            <a:srgbClr val="1C2333"/>
                          </a:solidFill>
                          <a:latin typeface="Traditional Arabic"/>
                        </a:rPr>
                        <a:t>يزور</a:t>
                      </a:r>
                    </a:p>
                  </a:txBody>
                  <a:tcPr>
                    <a:solidFill>
                      <a:srgbClr val="FFFFFF"/>
                    </a:solidFill>
                  </a:tcPr>
                </a:tc>
                <a:tc>
                  <a:txBody>
                    <a:bodyPr/>
                    <a:lstStyle/>
                    <a:p>
                      <a:pPr rtl="0" algn="l"/>
                      <a:r>
                        <a:rPr sz="1300" b="0" i="0" lang="en-US">
                          <a:solidFill>
                            <a:srgbClr val="1C2333"/>
                          </a:solidFill>
                          <a:latin typeface="Segoe UI"/>
                        </a:rPr>
                        <a:t>visit</a:t>
                      </a:r>
                    </a:p>
                  </a:txBody>
                  <a:tcPr>
                    <a:solidFill>
                      <a:srgbClr val="FFFFFF"/>
                    </a:solidFill>
                  </a:tcPr>
                </a:tc>
                <a:tc>
                  <a:txBody>
                    <a:bodyPr/>
                    <a:lstStyle/>
                    <a:p>
                      <a:pPr rtl="0" algn="l"/>
                      <a:r>
                        <a:rPr sz="1300" b="0" i="0" lang="en-US">
                          <a:solidFill>
                            <a:srgbClr val="1C2333"/>
                          </a:solidFill>
                          <a:latin typeface="Segoe UI"/>
                        </a:rPr>
                        <a:t>visited</a:t>
                      </a:r>
                    </a:p>
                  </a:txBody>
                  <a:tcPr>
                    <a:solidFill>
                      <a:srgbClr val="FFFFFF"/>
                    </a:solidFill>
                  </a:tcPr>
                </a:tc>
              </a:tr>
              <a:tr h="347472">
                <a:tc>
                  <a:txBody>
                    <a:bodyPr/>
                    <a:lstStyle/>
                    <a:p>
                      <a:pPr rtl="1" algn="r"/>
                      <a:r>
                        <a:rPr sz="1600" b="0" i="0" lang="ar-EG" altLang="en-US">
                          <a:solidFill>
                            <a:srgbClr val="1C2333"/>
                          </a:solidFill>
                          <a:latin typeface="Traditional Arabic"/>
                        </a:rPr>
                        <a:t>يستمع</a:t>
                      </a:r>
                    </a:p>
                  </a:txBody>
                  <a:tcPr>
                    <a:solidFill>
                      <a:srgbClr val="EEF3FA"/>
                    </a:solidFill>
                  </a:tcPr>
                </a:tc>
                <a:tc>
                  <a:txBody>
                    <a:bodyPr/>
                    <a:lstStyle/>
                    <a:p>
                      <a:pPr rtl="0" algn="l"/>
                      <a:r>
                        <a:rPr sz="1300" b="0" i="0" lang="en-US">
                          <a:solidFill>
                            <a:srgbClr val="1C2333"/>
                          </a:solidFill>
                          <a:latin typeface="Segoe UI"/>
                        </a:rPr>
                        <a:t>listen</a:t>
                      </a:r>
                    </a:p>
                  </a:txBody>
                  <a:tcPr>
                    <a:solidFill>
                      <a:srgbClr val="EEF3FA"/>
                    </a:solidFill>
                  </a:tcPr>
                </a:tc>
                <a:tc>
                  <a:txBody>
                    <a:bodyPr/>
                    <a:lstStyle/>
                    <a:p>
                      <a:pPr rtl="0" algn="l"/>
                      <a:r>
                        <a:rPr sz="1300" b="0" i="0" lang="en-US">
                          <a:solidFill>
                            <a:srgbClr val="1C2333"/>
                          </a:solidFill>
                          <a:latin typeface="Segoe UI"/>
                        </a:rPr>
                        <a:t>listened</a:t>
                      </a:r>
                    </a:p>
                  </a:txBody>
                  <a:tcPr>
                    <a:solidFill>
                      <a:srgbClr val="EEF3FA"/>
                    </a:solidFill>
                  </a:tcPr>
                </a:tc>
              </a:tr>
              <a:tr h="347472">
                <a:tc>
                  <a:txBody>
                    <a:bodyPr/>
                    <a:lstStyle/>
                    <a:p>
                      <a:pPr rtl="1" algn="r"/>
                      <a:r>
                        <a:rPr sz="1600" b="0" i="0" lang="ar-EG" altLang="en-US">
                          <a:solidFill>
                            <a:srgbClr val="1C2333"/>
                          </a:solidFill>
                          <a:latin typeface="Traditional Arabic"/>
                        </a:rPr>
                        <a:t>يحب</a:t>
                      </a:r>
                    </a:p>
                  </a:txBody>
                  <a:tcPr>
                    <a:solidFill>
                      <a:srgbClr val="FFFFFF"/>
                    </a:solidFill>
                  </a:tcPr>
                </a:tc>
                <a:tc>
                  <a:txBody>
                    <a:bodyPr/>
                    <a:lstStyle/>
                    <a:p>
                      <a:pPr rtl="0" algn="l"/>
                      <a:r>
                        <a:rPr sz="1300" b="0" i="0" lang="en-US">
                          <a:solidFill>
                            <a:srgbClr val="1C2333"/>
                          </a:solidFill>
                          <a:latin typeface="Segoe UI"/>
                        </a:rPr>
                        <a:t>like</a:t>
                      </a:r>
                    </a:p>
                  </a:txBody>
                  <a:tcPr>
                    <a:solidFill>
                      <a:srgbClr val="FFFFFF"/>
                    </a:solidFill>
                  </a:tcPr>
                </a:tc>
                <a:tc>
                  <a:txBody>
                    <a:bodyPr/>
                    <a:lstStyle/>
                    <a:p>
                      <a:pPr rtl="0" algn="l"/>
                      <a:r>
                        <a:rPr sz="1300" b="0" i="0" lang="en-US">
                          <a:solidFill>
                            <a:srgbClr val="1C2333"/>
                          </a:solidFill>
                          <a:latin typeface="Segoe UI"/>
                        </a:rPr>
                        <a:t>liked</a:t>
                      </a:r>
                    </a:p>
                  </a:txBody>
                  <a:tcPr>
                    <a:solidFill>
                      <a:srgbClr val="FFFFFF"/>
                    </a:solidFill>
                  </a:tcPr>
                </a:tc>
              </a:tr>
              <a:tr h="347472">
                <a:tc>
                  <a:txBody>
                    <a:bodyPr/>
                    <a:lstStyle/>
                    <a:p>
                      <a:pPr rtl="1" algn="r"/>
                      <a:r>
                        <a:rPr sz="1600" b="0" i="0" lang="ar-EG" altLang="en-US">
                          <a:solidFill>
                            <a:srgbClr val="1C2333"/>
                          </a:solidFill>
                          <a:latin typeface="Traditional Arabic"/>
                        </a:rPr>
                        <a:t>يعمل</a:t>
                      </a:r>
                    </a:p>
                  </a:txBody>
                  <a:tcPr>
                    <a:solidFill>
                      <a:srgbClr val="EEF3FA"/>
                    </a:solidFill>
                  </a:tcPr>
                </a:tc>
                <a:tc>
                  <a:txBody>
                    <a:bodyPr/>
                    <a:lstStyle/>
                    <a:p>
                      <a:pPr rtl="0" algn="l"/>
                      <a:r>
                        <a:rPr sz="1300" b="0" i="0" lang="en-US">
                          <a:solidFill>
                            <a:srgbClr val="1C2333"/>
                          </a:solidFill>
                          <a:latin typeface="Segoe UI"/>
                        </a:rPr>
                        <a:t>work</a:t>
                      </a:r>
                    </a:p>
                  </a:txBody>
                  <a:tcPr>
                    <a:solidFill>
                      <a:srgbClr val="EEF3FA"/>
                    </a:solidFill>
                  </a:tcPr>
                </a:tc>
                <a:tc>
                  <a:txBody>
                    <a:bodyPr/>
                    <a:lstStyle/>
                    <a:p>
                      <a:pPr rtl="0" algn="l"/>
                      <a:r>
                        <a:rPr sz="1300" b="0" i="0" lang="en-US">
                          <a:solidFill>
                            <a:srgbClr val="1C2333"/>
                          </a:solidFill>
                          <a:latin typeface="Segoe UI"/>
                        </a:rPr>
                        <a:t>worked</a:t>
                      </a:r>
                    </a:p>
                  </a:txBody>
                  <a:tcPr>
                    <a:solidFill>
                      <a:srgbClr val="EEF3FA"/>
                    </a:solidFill>
                  </a:tcPr>
                </a:tc>
              </a:tr>
              <a:tr h="347472">
                <a:tc>
                  <a:txBody>
                    <a:bodyPr/>
                    <a:lstStyle/>
                    <a:p>
                      <a:pPr rtl="1" algn="r"/>
                      <a:r>
                        <a:rPr sz="1600" b="0" i="0" lang="ar-EG" altLang="en-US">
                          <a:solidFill>
                            <a:srgbClr val="1C2333"/>
                          </a:solidFill>
                          <a:latin typeface="Traditional Arabic"/>
                        </a:rPr>
                        <a:t>يذاكر</a:t>
                      </a:r>
                    </a:p>
                  </a:txBody>
                  <a:tcPr>
                    <a:solidFill>
                      <a:srgbClr val="FFFFFF"/>
                    </a:solidFill>
                  </a:tcPr>
                </a:tc>
                <a:tc>
                  <a:txBody>
                    <a:bodyPr/>
                    <a:lstStyle/>
                    <a:p>
                      <a:pPr rtl="0" algn="l"/>
                      <a:r>
                        <a:rPr sz="1300" b="0" i="0" lang="en-US">
                          <a:solidFill>
                            <a:srgbClr val="1C2333"/>
                          </a:solidFill>
                          <a:latin typeface="Segoe UI"/>
                        </a:rPr>
                        <a:t>study</a:t>
                      </a:r>
                    </a:p>
                  </a:txBody>
                  <a:tcPr>
                    <a:solidFill>
                      <a:srgbClr val="FFFFFF"/>
                    </a:solidFill>
                  </a:tcPr>
                </a:tc>
                <a:tc>
                  <a:txBody>
                    <a:bodyPr/>
                    <a:lstStyle/>
                    <a:p>
                      <a:pPr rtl="0" algn="l"/>
                      <a:r>
                        <a:rPr sz="1300" b="0" i="0" lang="en-US">
                          <a:solidFill>
                            <a:srgbClr val="1C2333"/>
                          </a:solidFill>
                          <a:latin typeface="Segoe UI"/>
                        </a:rPr>
                        <a:t>studied</a:t>
                      </a:r>
                    </a:p>
                  </a:txBody>
                  <a:tcPr>
                    <a:solidFill>
                      <a:srgbClr val="FFFFFF"/>
                    </a:solidFill>
                  </a:tcPr>
                </a:tc>
              </a:tr>
              <a:tr h="347472">
                <a:tc>
                  <a:txBody>
                    <a:bodyPr/>
                    <a:lstStyle/>
                    <a:p>
                      <a:pPr rtl="1" algn="r"/>
                      <a:r>
                        <a:rPr sz="1600" b="0" i="0" lang="ar-EG" altLang="en-US">
                          <a:solidFill>
                            <a:srgbClr val="1C2333"/>
                          </a:solidFill>
                          <a:latin typeface="Traditional Arabic"/>
                        </a:rPr>
                        <a:t>ينظف</a:t>
                      </a:r>
                    </a:p>
                  </a:txBody>
                  <a:tcPr>
                    <a:solidFill>
                      <a:srgbClr val="EEF3FA"/>
                    </a:solidFill>
                  </a:tcPr>
                </a:tc>
                <a:tc>
                  <a:txBody>
                    <a:bodyPr/>
                    <a:lstStyle/>
                    <a:p>
                      <a:pPr rtl="0" algn="l"/>
                      <a:r>
                        <a:rPr sz="1300" b="0" i="0" lang="en-US">
                          <a:solidFill>
                            <a:srgbClr val="1C2333"/>
                          </a:solidFill>
                          <a:latin typeface="Segoe UI"/>
                        </a:rPr>
                        <a:t>clean</a:t>
                      </a:r>
                    </a:p>
                  </a:txBody>
                  <a:tcPr>
                    <a:solidFill>
                      <a:srgbClr val="EEF3FA"/>
                    </a:solidFill>
                  </a:tcPr>
                </a:tc>
                <a:tc>
                  <a:txBody>
                    <a:bodyPr/>
                    <a:lstStyle/>
                    <a:p>
                      <a:pPr rtl="0" algn="l"/>
                      <a:r>
                        <a:rPr sz="1300" b="0" i="0" lang="en-US">
                          <a:solidFill>
                            <a:srgbClr val="1C2333"/>
                          </a:solidFill>
                          <a:latin typeface="Segoe UI"/>
                        </a:rPr>
                        <a:t>cleaned</a:t>
                      </a:r>
                    </a:p>
                  </a:txBody>
                  <a:tcPr>
                    <a:solidFill>
                      <a:srgbClr val="EEF3FA"/>
                    </a:solidFill>
                  </a:tcPr>
                </a:tc>
              </a:tr>
              <a:tr h="347472">
                <a:tc>
                  <a:txBody>
                    <a:bodyPr/>
                    <a:lstStyle/>
                    <a:p>
                      <a:pPr rtl="1" algn="r"/>
                      <a:r>
                        <a:rPr sz="1600" b="0" i="0" lang="ar-EG" altLang="en-US">
                          <a:solidFill>
                            <a:srgbClr val="1C2333"/>
                          </a:solidFill>
                          <a:latin typeface="Traditional Arabic"/>
                        </a:rPr>
                        <a:t>يشاهد</a:t>
                      </a:r>
                    </a:p>
                  </a:txBody>
                  <a:tcPr>
                    <a:solidFill>
                      <a:srgbClr val="FFFFFF"/>
                    </a:solidFill>
                  </a:tcPr>
                </a:tc>
                <a:tc>
                  <a:txBody>
                    <a:bodyPr/>
                    <a:lstStyle/>
                    <a:p>
                      <a:pPr rtl="0" algn="l"/>
                      <a:r>
                        <a:rPr sz="1300" b="0" i="0" lang="en-US">
                          <a:solidFill>
                            <a:srgbClr val="1C2333"/>
                          </a:solidFill>
                          <a:latin typeface="Segoe UI"/>
                        </a:rPr>
                        <a:t>watch</a:t>
                      </a:r>
                    </a:p>
                  </a:txBody>
                  <a:tcPr>
                    <a:solidFill>
                      <a:srgbClr val="FFFFFF"/>
                    </a:solidFill>
                  </a:tcPr>
                </a:tc>
                <a:tc>
                  <a:txBody>
                    <a:bodyPr/>
                    <a:lstStyle/>
                    <a:p>
                      <a:pPr rtl="0" algn="l"/>
                      <a:r>
                        <a:rPr sz="1300" b="0" i="0" lang="en-US">
                          <a:solidFill>
                            <a:srgbClr val="1C2333"/>
                          </a:solidFill>
                          <a:latin typeface="Segoe UI"/>
                        </a:rPr>
                        <a:t>watched</a:t>
                      </a:r>
                    </a:p>
                  </a:txBody>
                  <a:tcPr>
                    <a:solidFill>
                      <a:srgbClr val="FFFFFF"/>
                    </a:solidFill>
                  </a:tcPr>
                </a:tc>
              </a:tr>
              <a:tr h="347472">
                <a:tc>
                  <a:txBody>
                    <a:bodyPr/>
                    <a:lstStyle/>
                    <a:p>
                      <a:pPr rtl="1" algn="r"/>
                      <a:r>
                        <a:rPr sz="1600" b="0" i="0" lang="ar-EG" altLang="en-US">
                          <a:solidFill>
                            <a:srgbClr val="1C2333"/>
                          </a:solidFill>
                          <a:latin typeface="Traditional Arabic"/>
                        </a:rPr>
                        <a:t>يطبخ</a:t>
                      </a:r>
                    </a:p>
                  </a:txBody>
                  <a:tcPr>
                    <a:solidFill>
                      <a:srgbClr val="EEF3FA"/>
                    </a:solidFill>
                  </a:tcPr>
                </a:tc>
                <a:tc>
                  <a:txBody>
                    <a:bodyPr/>
                    <a:lstStyle/>
                    <a:p>
                      <a:pPr rtl="0" algn="l"/>
                      <a:r>
                        <a:rPr sz="1300" b="0" i="0" lang="en-US">
                          <a:solidFill>
                            <a:srgbClr val="1C2333"/>
                          </a:solidFill>
                          <a:latin typeface="Segoe UI"/>
                        </a:rPr>
                        <a:t>cook</a:t>
                      </a:r>
                    </a:p>
                  </a:txBody>
                  <a:tcPr>
                    <a:solidFill>
                      <a:srgbClr val="EEF3FA"/>
                    </a:solidFill>
                  </a:tcPr>
                </a:tc>
                <a:tc>
                  <a:txBody>
                    <a:bodyPr/>
                    <a:lstStyle/>
                    <a:p>
                      <a:pPr rtl="0" algn="l"/>
                      <a:r>
                        <a:rPr sz="1300" b="0" i="0" lang="en-US">
                          <a:solidFill>
                            <a:srgbClr val="1C2333"/>
                          </a:solidFill>
                          <a:latin typeface="Segoe UI"/>
                        </a:rPr>
                        <a:t>cooked</a:t>
                      </a:r>
                    </a:p>
                  </a:txBody>
                  <a:tcPr>
                    <a:solidFill>
                      <a:srgbClr val="EEF3FA"/>
                    </a:solidFill>
                  </a:tcPr>
                </a:tc>
              </a:tr>
            </a:tbl>
          </a:graphicData>
        </a:graphic>
      </p:graphicFrame>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go</a:t>
                      </a:r>
                    </a:p>
                  </a:txBody>
                  <a:tcPr>
                    <a:solidFill>
                      <a:srgbClr val="FFFFFF"/>
                    </a:solidFill>
                  </a:tcPr>
                </a:tc>
                <a:tc>
                  <a:txBody>
                    <a:bodyPr/>
                    <a:lstStyle/>
                    <a:p>
                      <a:pPr rtl="1" algn="r"/>
                      <a:r>
                        <a:rPr sz="1700" b="0" i="0" lang="ar-EG" altLang="en-US">
                          <a:solidFill>
                            <a:srgbClr val="1C2333"/>
                          </a:solidFill>
                          <a:latin typeface="Traditional Arabic"/>
                        </a:rPr>
                        <a:t>يذهب</a:t>
                      </a:r>
                    </a:p>
                  </a:txBody>
                  <a:tcPr>
                    <a:solidFill>
                      <a:srgbClr val="FFFFFF"/>
                    </a:solidFill>
                  </a:tcPr>
                </a:tc>
                <a:tc>
                  <a:txBody>
                    <a:bodyPr/>
                    <a:lstStyle/>
                    <a:p>
                      <a:pPr rtl="0" algn="l"/>
                      <a:r>
                        <a:rPr sz="1500" b="1" i="0" lang="en-US">
                          <a:solidFill>
                            <a:srgbClr val="945222"/>
                          </a:solidFill>
                          <a:latin typeface="Segoe UI"/>
                        </a:rPr>
                        <a:t>run</a:t>
                      </a:r>
                    </a:p>
                  </a:txBody>
                  <a:tcPr>
                    <a:solidFill>
                      <a:srgbClr val="FFFFFF"/>
                    </a:solidFill>
                  </a:tcPr>
                </a:tc>
                <a:tc>
                  <a:txBody>
                    <a:bodyPr/>
                    <a:lstStyle/>
                    <a:p>
                      <a:pPr rtl="1" algn="r"/>
                      <a:r>
                        <a:rPr sz="1700" b="0" i="0" lang="ar-EG" altLang="en-US">
                          <a:solidFill>
                            <a:srgbClr val="1C2333"/>
                          </a:solidFill>
                          <a:latin typeface="Traditional Arabic"/>
                        </a:rPr>
                        <a:t>يجري</a:t>
                      </a:r>
                    </a:p>
                  </a:txBody>
                  <a:tcPr>
                    <a:solidFill>
                      <a:srgbClr val="FFFFFF"/>
                    </a:solidFill>
                  </a:tcPr>
                </a:tc>
                <a:tc>
                  <a:txBody>
                    <a:bodyPr/>
                    <a:lstStyle/>
                    <a:p>
                      <a:pPr rtl="0" algn="l"/>
                      <a:r>
                        <a:rPr sz="1500" b="1" i="0" lang="en-US">
                          <a:solidFill>
                            <a:srgbClr val="945222"/>
                          </a:solidFill>
                          <a:latin typeface="Segoe UI"/>
                        </a:rPr>
                        <a:t>win</a:t>
                      </a:r>
                    </a:p>
                  </a:txBody>
                  <a:tcPr>
                    <a:solidFill>
                      <a:srgbClr val="FFFFFF"/>
                    </a:solidFill>
                  </a:tcPr>
                </a:tc>
                <a:tc>
                  <a:txBody>
                    <a:bodyPr/>
                    <a:lstStyle/>
                    <a:p>
                      <a:pPr rtl="1" algn="r"/>
                      <a:r>
                        <a:rPr sz="1700" b="0" i="0" lang="ar-EG" altLang="en-US">
                          <a:solidFill>
                            <a:srgbClr val="1C2333"/>
                          </a:solidFill>
                          <a:latin typeface="Traditional Arabic"/>
                        </a:rPr>
                        <a:t>يفوز</a:t>
                      </a:r>
                    </a:p>
                  </a:txBody>
                  <a:tcPr>
                    <a:solidFill>
                      <a:srgbClr val="FFFFFF"/>
                    </a:solidFill>
                  </a:tcPr>
                </a:tc>
              </a:tr>
              <a:tr h="384048">
                <a:tc>
                  <a:txBody>
                    <a:bodyPr/>
                    <a:lstStyle/>
                    <a:p>
                      <a:pPr rtl="0" algn="l"/>
                      <a:r>
                        <a:rPr sz="1500" b="1" i="0" lang="en-US">
                          <a:solidFill>
                            <a:srgbClr val="945222"/>
                          </a:solidFill>
                          <a:latin typeface="Segoe UI"/>
                        </a:rPr>
                        <a:t>buy</a:t>
                      </a:r>
                    </a:p>
                  </a:txBody>
                  <a:tcPr>
                    <a:solidFill>
                      <a:srgbClr val="EEF3FA"/>
                    </a:solidFill>
                  </a:tcPr>
                </a:tc>
                <a:tc>
                  <a:txBody>
                    <a:bodyPr/>
                    <a:lstStyle/>
                    <a:p>
                      <a:pPr rtl="1" algn="r"/>
                      <a:r>
                        <a:rPr sz="1700" b="0" i="0" lang="ar-EG" altLang="en-US">
                          <a:solidFill>
                            <a:srgbClr val="1C2333"/>
                          </a:solidFill>
                          <a:latin typeface="Traditional Arabic"/>
                        </a:rPr>
                        <a:t>يشتري</a:t>
                      </a:r>
                    </a:p>
                  </a:txBody>
                  <a:tcPr>
                    <a:solidFill>
                      <a:srgbClr val="EEF3FA"/>
                    </a:solidFill>
                  </a:tcPr>
                </a:tc>
                <a:tc>
                  <a:txBody>
                    <a:bodyPr/>
                    <a:lstStyle/>
                    <a:p>
                      <a:pPr rtl="0" algn="l"/>
                      <a:r>
                        <a:rPr sz="1500" b="1" i="0" lang="en-US">
                          <a:solidFill>
                            <a:srgbClr val="945222"/>
                          </a:solidFill>
                          <a:latin typeface="Segoe UI"/>
                        </a:rPr>
                        <a:t>have / has</a:t>
                      </a:r>
                    </a:p>
                  </a:txBody>
                  <a:tcPr>
                    <a:solidFill>
                      <a:srgbClr val="EEF3FA"/>
                    </a:solidFill>
                  </a:tcPr>
                </a:tc>
                <a:tc>
                  <a:txBody>
                    <a:bodyPr/>
                    <a:lstStyle/>
                    <a:p>
                      <a:pPr rtl="1" algn="r"/>
                      <a:r>
                        <a:rPr sz="1700" b="0" i="0" lang="ar-EG" altLang="en-US">
                          <a:solidFill>
                            <a:srgbClr val="1C2333"/>
                          </a:solidFill>
                          <a:latin typeface="Traditional Arabic"/>
                        </a:rPr>
                        <a:t>يمتلك</a:t>
                      </a:r>
                    </a:p>
                  </a:txBody>
                  <a:tcPr>
                    <a:solidFill>
                      <a:srgbClr val="EEF3FA"/>
                    </a:solidFill>
                  </a:tcPr>
                </a:tc>
                <a:tc>
                  <a:txBody>
                    <a:bodyPr/>
                    <a:lstStyle/>
                    <a:p>
                      <a:pPr rtl="0" algn="l"/>
                      <a:r>
                        <a:rPr sz="1500" b="1" i="0" lang="en-US">
                          <a:solidFill>
                            <a:srgbClr val="945222"/>
                          </a:solidFill>
                          <a:latin typeface="Segoe UI"/>
                        </a:rPr>
                        <a:t>think</a:t>
                      </a:r>
                    </a:p>
                  </a:txBody>
                  <a:tcPr>
                    <a:solidFill>
                      <a:srgbClr val="EEF3FA"/>
                    </a:solidFill>
                  </a:tcPr>
                </a:tc>
                <a:tc>
                  <a:txBody>
                    <a:bodyPr/>
                    <a:lstStyle/>
                    <a:p>
                      <a:pPr rtl="1" algn="r"/>
                      <a:r>
                        <a:rPr sz="1700" b="0" i="0" lang="ar-EG" altLang="en-US">
                          <a:solidFill>
                            <a:srgbClr val="1C2333"/>
                          </a:solidFill>
                          <a:latin typeface="Traditional Arabic"/>
                        </a:rPr>
                        <a:t>يفكر</a:t>
                      </a:r>
                    </a:p>
                  </a:txBody>
                  <a:tcPr>
                    <a:solidFill>
                      <a:srgbClr val="EEF3FA"/>
                    </a:solidFill>
                  </a:tcPr>
                </a:tc>
              </a:tr>
              <a:tr h="384048">
                <a:tc>
                  <a:txBody>
                    <a:bodyPr/>
                    <a:lstStyle/>
                    <a:p>
                      <a:pPr rtl="0" algn="l"/>
                      <a:r>
                        <a:rPr sz="1500" b="1" i="0" lang="en-US">
                          <a:solidFill>
                            <a:srgbClr val="945222"/>
                          </a:solidFill>
                          <a:latin typeface="Segoe UI"/>
                        </a:rPr>
                        <a:t>drink</a:t>
                      </a:r>
                    </a:p>
                  </a:txBody>
                  <a:tcPr>
                    <a:solidFill>
                      <a:srgbClr val="FFFFFF"/>
                    </a:solidFill>
                  </a:tcPr>
                </a:tc>
                <a:tc>
                  <a:txBody>
                    <a:bodyPr/>
                    <a:lstStyle/>
                    <a:p>
                      <a:pPr rtl="1" algn="r"/>
                      <a:r>
                        <a:rPr sz="1700" b="0" i="0" lang="ar-EG" altLang="en-US">
                          <a:solidFill>
                            <a:srgbClr val="1C2333"/>
                          </a:solidFill>
                          <a:latin typeface="Traditional Arabic"/>
                        </a:rPr>
                        <a:t>يشرب</a:t>
                      </a:r>
                    </a:p>
                  </a:txBody>
                  <a:tcPr>
                    <a:solidFill>
                      <a:srgbClr val="FFFFFF"/>
                    </a:solidFill>
                  </a:tcPr>
                </a:tc>
                <a:tc>
                  <a:txBody>
                    <a:bodyPr/>
                    <a:lstStyle/>
                    <a:p>
                      <a:pPr rtl="0" algn="l"/>
                      <a:r>
                        <a:rPr sz="1500" b="1" i="0" lang="en-US">
                          <a:solidFill>
                            <a:srgbClr val="945222"/>
                          </a:solidFill>
                          <a:latin typeface="Segoe UI"/>
                        </a:rPr>
                        <a:t>is / am</a:t>
                      </a:r>
                    </a:p>
                  </a:txBody>
                  <a:tcPr>
                    <a:solidFill>
                      <a:srgbClr val="FFFFFF"/>
                    </a:solidFill>
                  </a:tcPr>
                </a:tc>
                <a:tc>
                  <a:txBody>
                    <a:bodyPr/>
                    <a:lstStyle/>
                    <a:p>
                      <a:pPr rtl="1" algn="r"/>
                      <a:r>
                        <a:rPr sz="1700" b="0" i="0" lang="ar-EG" altLang="en-US">
                          <a:solidFill>
                            <a:srgbClr val="1C2333"/>
                          </a:solidFill>
                          <a:latin typeface="Traditional Arabic"/>
                        </a:rPr>
                        <a:t>يكون</a:t>
                      </a:r>
                    </a:p>
                  </a:txBody>
                  <a:tcPr>
                    <a:solidFill>
                      <a:srgbClr val="FFFFFF"/>
                    </a:solidFill>
                  </a:tcPr>
                </a:tc>
                <a:tc>
                  <a:txBody>
                    <a:bodyPr/>
                    <a:lstStyle/>
                    <a:p>
                      <a:pPr rtl="0" algn="l"/>
                      <a:r>
                        <a:rPr sz="1500" b="1" i="0" lang="en-US">
                          <a:solidFill>
                            <a:srgbClr val="945222"/>
                          </a:solidFill>
                          <a:latin typeface="Segoe UI"/>
                        </a:rPr>
                        <a:t>lose</a:t>
                      </a:r>
                    </a:p>
                  </a:txBody>
                  <a:tcPr>
                    <a:solidFill>
                      <a:srgbClr val="FFFFFF"/>
                    </a:solidFill>
                  </a:tcPr>
                </a:tc>
                <a:tc>
                  <a:txBody>
                    <a:bodyPr/>
                    <a:lstStyle/>
                    <a:p>
                      <a:pPr rtl="1" algn="r"/>
                      <a:r>
                        <a:rPr sz="1700" b="0" i="0" lang="ar-EG" altLang="en-US">
                          <a:solidFill>
                            <a:srgbClr val="1C2333"/>
                          </a:solidFill>
                          <a:latin typeface="Traditional Arabic"/>
                        </a:rPr>
                        <a:t>يفقد</a:t>
                      </a:r>
                    </a:p>
                  </a:txBody>
                  <a:tcPr>
                    <a:solidFill>
                      <a:srgbClr val="FFFFFF"/>
                    </a:solidFill>
                  </a:tcPr>
                </a:tc>
              </a:tr>
              <a:tr h="384048">
                <a:tc>
                  <a:txBody>
                    <a:bodyPr/>
                    <a:lstStyle/>
                    <a:p>
                      <a:pPr rtl="0" algn="l"/>
                      <a:r>
                        <a:rPr sz="1500" b="1" i="0" lang="en-US">
                          <a:solidFill>
                            <a:srgbClr val="945222"/>
                          </a:solidFill>
                          <a:latin typeface="Segoe UI"/>
                        </a:rPr>
                        <a:t>meet</a:t>
                      </a:r>
                    </a:p>
                  </a:txBody>
                  <a:tcPr>
                    <a:solidFill>
                      <a:srgbClr val="EEF3FA"/>
                    </a:solidFill>
                  </a:tcPr>
                </a:tc>
                <a:tc>
                  <a:txBody>
                    <a:bodyPr/>
                    <a:lstStyle/>
                    <a:p>
                      <a:pPr rtl="1" algn="r"/>
                      <a:r>
                        <a:rPr sz="1700" b="0" i="0" lang="ar-EG" altLang="en-US">
                          <a:solidFill>
                            <a:srgbClr val="1C2333"/>
                          </a:solidFill>
                          <a:latin typeface="Traditional Arabic"/>
                        </a:rPr>
                        <a:t>يقابل</a:t>
                      </a:r>
                    </a:p>
                  </a:txBody>
                  <a:tcPr>
                    <a:solidFill>
                      <a:srgbClr val="EEF3FA"/>
                    </a:solidFill>
                  </a:tcPr>
                </a:tc>
                <a:tc>
                  <a:txBody>
                    <a:bodyPr/>
                    <a:lstStyle/>
                    <a:p>
                      <a:pPr rtl="0" algn="l"/>
                      <a:r>
                        <a:rPr sz="1500" b="1" i="0" lang="en-US">
                          <a:solidFill>
                            <a:srgbClr val="945222"/>
                          </a:solidFill>
                          <a:latin typeface="Segoe UI"/>
                        </a:rPr>
                        <a:t>are</a:t>
                      </a:r>
                    </a:p>
                  </a:txBody>
                  <a:tcPr>
                    <a:solidFill>
                      <a:srgbClr val="EEF3FA"/>
                    </a:solidFill>
                  </a:tcPr>
                </a:tc>
                <a:tc>
                  <a:txBody>
                    <a:bodyPr/>
                    <a:lstStyle/>
                    <a:p>
                      <a:pPr rtl="1" algn="r"/>
                      <a:r>
                        <a:rPr sz="1700" b="0" i="0" lang="ar-EG" altLang="en-US">
                          <a:solidFill>
                            <a:srgbClr val="1C2333"/>
                          </a:solidFill>
                          <a:latin typeface="Traditional Arabic"/>
                        </a:rPr>
                        <a:t>يكونون</a:t>
                      </a:r>
                    </a:p>
                  </a:txBody>
                  <a:tcPr>
                    <a:solidFill>
                      <a:srgbClr val="EEF3FA"/>
                    </a:solidFill>
                  </a:tcPr>
                </a:tc>
                <a:tc>
                  <a:txBody>
                    <a:bodyPr/>
                    <a:lstStyle/>
                    <a:p>
                      <a:pPr rtl="0" algn="l"/>
                      <a:r>
                        <a:rPr sz="1500" b="1" i="0" lang="en-US">
                          <a:solidFill>
                            <a:srgbClr val="945222"/>
                          </a:solidFill>
                          <a:latin typeface="Segoe UI"/>
                        </a:rPr>
                        <a:t>get up</a:t>
                      </a:r>
                    </a:p>
                  </a:txBody>
                  <a:tcPr>
                    <a:solidFill>
                      <a:srgbClr val="EEF3FA"/>
                    </a:solidFill>
                  </a:tcPr>
                </a:tc>
                <a:tc>
                  <a:txBody>
                    <a:bodyPr/>
                    <a:lstStyle/>
                    <a:p>
                      <a:pPr rtl="1" algn="r"/>
                      <a:r>
                        <a:rPr sz="1700" b="0" i="0" lang="ar-EG" altLang="en-US">
                          <a:solidFill>
                            <a:srgbClr val="1C2333"/>
                          </a:solidFill>
                          <a:latin typeface="Traditional Arabic"/>
                        </a:rPr>
                        <a:t>يستيقظ</a:t>
                      </a:r>
                    </a:p>
                  </a:txBody>
                  <a:tcPr>
                    <a:solidFill>
                      <a:srgbClr val="EEF3FA"/>
                    </a:solidFill>
                  </a:tcPr>
                </a:tc>
              </a:tr>
              <a:tr h="384048">
                <a:tc>
                  <a:txBody>
                    <a:bodyPr/>
                    <a:lstStyle/>
                    <a:p>
                      <a:pPr rtl="0" algn="l"/>
                      <a:r>
                        <a:rPr sz="1500" b="1" i="0" lang="en-US">
                          <a:solidFill>
                            <a:srgbClr val="945222"/>
                          </a:solidFill>
                          <a:latin typeface="Segoe UI"/>
                        </a:rPr>
                        <a:t>swim</a:t>
                      </a:r>
                    </a:p>
                  </a:txBody>
                  <a:tcPr>
                    <a:solidFill>
                      <a:srgbClr val="FFFFFF"/>
                    </a:solidFill>
                  </a:tcPr>
                </a:tc>
                <a:tc>
                  <a:txBody>
                    <a:bodyPr/>
                    <a:lstStyle/>
                    <a:p>
                      <a:pPr rtl="1" algn="r"/>
                      <a:r>
                        <a:rPr sz="1700" b="0" i="0" lang="ar-EG" altLang="en-US">
                          <a:solidFill>
                            <a:srgbClr val="1C2333"/>
                          </a:solidFill>
                          <a:latin typeface="Traditional Arabic"/>
                        </a:rPr>
                        <a:t>يسبح</a:t>
                      </a:r>
                    </a:p>
                  </a:txBody>
                  <a:tcPr>
                    <a:solidFill>
                      <a:srgbClr val="FFFFFF"/>
                    </a:solidFill>
                  </a:tcPr>
                </a:tc>
                <a:tc>
                  <a:txBody>
                    <a:bodyPr/>
                    <a:lstStyle/>
                    <a:p>
                      <a:pPr rtl="0" algn="l"/>
                      <a:r>
                        <a:rPr sz="1500" b="1" i="0" lang="en-US">
                          <a:solidFill>
                            <a:srgbClr val="945222"/>
                          </a:solidFill>
                          <a:latin typeface="Segoe UI"/>
                        </a:rPr>
                        <a:t>do / does</a:t>
                      </a:r>
                    </a:p>
                  </a:txBody>
                  <a:tcPr>
                    <a:solidFill>
                      <a:srgbClr val="FFFFFF"/>
                    </a:solidFill>
                  </a:tcPr>
                </a:tc>
                <a:tc>
                  <a:txBody>
                    <a:bodyPr/>
                    <a:lstStyle/>
                    <a:p>
                      <a:pPr rtl="1" algn="r"/>
                      <a:r>
                        <a:rPr sz="1700" b="0" i="0" lang="ar-EG" altLang="en-US">
                          <a:solidFill>
                            <a:srgbClr val="1C2333"/>
                          </a:solidFill>
                          <a:latin typeface="Traditional Arabic"/>
                        </a:rPr>
                        <a:t>يفعل</a:t>
                      </a:r>
                    </a:p>
                  </a:txBody>
                  <a:tcPr>
                    <a:solidFill>
                      <a:srgbClr val="FFFFFF"/>
                    </a:solidFill>
                  </a:tcPr>
                </a:tc>
                <a:tc>
                  <a:txBody>
                    <a:bodyPr/>
                    <a:lstStyle/>
                    <a:p>
                      <a:pPr rtl="0" algn="l"/>
                      <a:r>
                        <a:rPr sz="1500" b="1" i="0" lang="en-US">
                          <a:solidFill>
                            <a:srgbClr val="945222"/>
                          </a:solidFill>
                          <a:latin typeface="Segoe UI"/>
                        </a:rPr>
                        <a:t>wear</a:t>
                      </a:r>
                    </a:p>
                  </a:txBody>
                  <a:tcPr>
                    <a:solidFill>
                      <a:srgbClr val="FFFFFF"/>
                    </a:solidFill>
                  </a:tcPr>
                </a:tc>
                <a:tc>
                  <a:txBody>
                    <a:bodyPr/>
                    <a:lstStyle/>
                    <a:p>
                      <a:pPr rtl="1" algn="r"/>
                      <a:r>
                        <a:rPr sz="1700" b="0" i="0" lang="ar-EG" altLang="en-US">
                          <a:solidFill>
                            <a:srgbClr val="1C2333"/>
                          </a:solidFill>
                          <a:latin typeface="Traditional Arabic"/>
                        </a:rPr>
                        <a:t>يرتدي</a:t>
                      </a:r>
                    </a:p>
                  </a:txBody>
                  <a:tcPr>
                    <a:solidFill>
                      <a:srgbClr val="FFFFFF"/>
                    </a:solidFill>
                  </a:tcPr>
                </a:tc>
              </a:tr>
              <a:tr h="384048">
                <a:tc>
                  <a:txBody>
                    <a:bodyPr/>
                    <a:lstStyle/>
                    <a:p>
                      <a:pPr rtl="0" algn="l"/>
                      <a:r>
                        <a:rPr sz="1500" b="1" i="0" lang="en-US">
                          <a:solidFill>
                            <a:srgbClr val="945222"/>
                          </a:solidFill>
                          <a:latin typeface="Segoe UI"/>
                        </a:rPr>
                        <a:t>eat</a:t>
                      </a:r>
                    </a:p>
                  </a:txBody>
                  <a:tcPr>
                    <a:solidFill>
                      <a:srgbClr val="EEF3FA"/>
                    </a:solidFill>
                  </a:tcPr>
                </a:tc>
                <a:tc>
                  <a:txBody>
                    <a:bodyPr/>
                    <a:lstStyle/>
                    <a:p>
                      <a:pPr rtl="1" algn="r"/>
                      <a:r>
                        <a:rPr sz="1700" b="0" i="0" lang="ar-EG" altLang="en-US">
                          <a:solidFill>
                            <a:srgbClr val="1C2333"/>
                          </a:solidFill>
                          <a:latin typeface="Traditional Arabic"/>
                        </a:rPr>
                        <a:t>يأكل</a:t>
                      </a:r>
                    </a:p>
                  </a:txBody>
                  <a:tcPr>
                    <a:solidFill>
                      <a:srgbClr val="EEF3FA"/>
                    </a:solidFill>
                  </a:tcPr>
                </a:tc>
                <a:tc>
                  <a:txBody>
                    <a:bodyPr/>
                    <a:lstStyle/>
                    <a:p>
                      <a:pPr rtl="0" algn="l"/>
                      <a:r>
                        <a:rPr sz="1500" b="1" i="0" lang="en-US">
                          <a:solidFill>
                            <a:srgbClr val="945222"/>
                          </a:solidFill>
                          <a:latin typeface="Segoe UI"/>
                        </a:rPr>
                        <a:t>feel</a:t>
                      </a:r>
                    </a:p>
                  </a:txBody>
                  <a:tcPr>
                    <a:solidFill>
                      <a:srgbClr val="EEF3FA"/>
                    </a:solidFill>
                  </a:tcPr>
                </a:tc>
                <a:tc>
                  <a:txBody>
                    <a:bodyPr/>
                    <a:lstStyle/>
                    <a:p>
                      <a:pPr rtl="1" algn="r"/>
                      <a:r>
                        <a:rPr sz="1700" b="0" i="0" lang="ar-EG" altLang="en-US">
                          <a:solidFill>
                            <a:srgbClr val="1C2333"/>
                          </a:solidFill>
                          <a:latin typeface="Traditional Arabic"/>
                        </a:rPr>
                        <a:t>يشعر</a:t>
                      </a:r>
                    </a:p>
                  </a:txBody>
                  <a:tcPr>
                    <a:solidFill>
                      <a:srgbClr val="EEF3FA"/>
                    </a:solidFill>
                  </a:tcPr>
                </a:tc>
                <a:tc>
                  <a:txBody>
                    <a:bodyPr/>
                    <a:lstStyle/>
                    <a:p>
                      <a:pPr rtl="0" algn="l"/>
                      <a:r>
                        <a:rPr sz="1500" b="1" i="0" lang="en-US">
                          <a:solidFill>
                            <a:srgbClr val="945222"/>
                          </a:solidFill>
                          <a:latin typeface="Segoe UI"/>
                        </a:rPr>
                        <a:t>forget</a:t>
                      </a:r>
                    </a:p>
                  </a:txBody>
                  <a:tcPr>
                    <a:solidFill>
                      <a:srgbClr val="EEF3FA"/>
                    </a:solidFill>
                  </a:tcPr>
                </a:tc>
                <a:tc>
                  <a:txBody>
                    <a:bodyPr/>
                    <a:lstStyle/>
                    <a:p>
                      <a:pPr rtl="1" algn="r"/>
                      <a:r>
                        <a:rPr sz="1700" b="0" i="0" lang="ar-EG" altLang="en-US">
                          <a:solidFill>
                            <a:srgbClr val="1C2333"/>
                          </a:solidFill>
                          <a:latin typeface="Traditional Arabic"/>
                        </a:rPr>
                        <a:t>ينسى</a:t>
                      </a:r>
                    </a:p>
                  </a:txBody>
                  <a:tcPr>
                    <a:solidFill>
                      <a:srgbClr val="EEF3FA"/>
                    </a:solidFill>
                  </a:tcPr>
                </a:tc>
              </a:tr>
              <a:tr h="384048">
                <a:tc>
                  <a:txBody>
                    <a:bodyPr/>
                    <a:lstStyle/>
                    <a:p>
                      <a:pPr rtl="0" algn="l"/>
                      <a:r>
                        <a:rPr sz="1500" b="1" i="0" lang="en-US">
                          <a:solidFill>
                            <a:srgbClr val="945222"/>
                          </a:solidFill>
                          <a:latin typeface="Segoe UI"/>
                        </a:rPr>
                        <a:t>sell</a:t>
                      </a:r>
                    </a:p>
                  </a:txBody>
                  <a:tcPr>
                    <a:solidFill>
                      <a:srgbClr val="FFFFFF"/>
                    </a:solidFill>
                  </a:tcPr>
                </a:tc>
                <a:tc>
                  <a:txBody>
                    <a:bodyPr/>
                    <a:lstStyle/>
                    <a:p>
                      <a:pPr rtl="1" algn="r"/>
                      <a:r>
                        <a:rPr sz="1700" b="0" i="0" lang="ar-EG" altLang="en-US">
                          <a:solidFill>
                            <a:srgbClr val="1C2333"/>
                          </a:solidFill>
                          <a:latin typeface="Traditional Arabic"/>
                        </a:rPr>
                        <a:t>يبيع</a:t>
                      </a:r>
                    </a:p>
                  </a:txBody>
                  <a:tcPr>
                    <a:solidFill>
                      <a:srgbClr val="FFFFFF"/>
                    </a:solidFill>
                  </a:tcPr>
                </a:tc>
                <a:tc>
                  <a:txBody>
                    <a:bodyPr/>
                    <a:lstStyle/>
                    <a:p>
                      <a:pPr rtl="0" algn="l"/>
                      <a:r>
                        <a:rPr sz="1500" b="1" i="0" lang="en-US">
                          <a:solidFill>
                            <a:srgbClr val="945222"/>
                          </a:solidFill>
                          <a:latin typeface="Segoe UI"/>
                        </a:rPr>
                        <a:t>hear</a:t>
                      </a:r>
                    </a:p>
                  </a:txBody>
                  <a:tcPr>
                    <a:solidFill>
                      <a:srgbClr val="FFFFFF"/>
                    </a:solidFill>
                  </a:tcPr>
                </a:tc>
                <a:tc>
                  <a:txBody>
                    <a:bodyPr/>
                    <a:lstStyle/>
                    <a:p>
                      <a:pPr rtl="1" algn="r"/>
                      <a:r>
                        <a:rPr sz="1700" b="0" i="0" lang="ar-EG" altLang="en-US">
                          <a:solidFill>
                            <a:srgbClr val="1C2333"/>
                          </a:solidFill>
                          <a:latin typeface="Traditional Arabic"/>
                        </a:rPr>
                        <a:t>يسمع</a:t>
                      </a:r>
                    </a:p>
                  </a:txBody>
                  <a:tcPr>
                    <a:solidFill>
                      <a:srgbClr val="FFFFFF"/>
                    </a:solidFill>
                  </a:tcPr>
                </a:tc>
                <a:tc>
                  <a:txBody>
                    <a:bodyPr/>
                    <a:lstStyle/>
                    <a:p>
                      <a:pPr rtl="0" algn="l"/>
                      <a:r>
                        <a:rPr sz="1500" b="1" i="0" lang="en-US">
                          <a:solidFill>
                            <a:srgbClr val="945222"/>
                          </a:solidFill>
                          <a:latin typeface="Segoe UI"/>
                        </a:rPr>
                        <a:t>say</a:t>
                      </a:r>
                    </a:p>
                  </a:txBody>
                  <a:tcPr>
                    <a:solidFill>
                      <a:srgbClr val="FFFFFF"/>
                    </a:solidFill>
                  </a:tcPr>
                </a:tc>
                <a:tc>
                  <a:txBody>
                    <a:bodyPr/>
                    <a:lstStyle/>
                    <a:p>
                      <a:pPr rtl="1" algn="r"/>
                      <a:r>
                        <a:rPr sz="1700" b="0" i="0" lang="ar-EG" altLang="en-US">
                          <a:solidFill>
                            <a:srgbClr val="1C2333"/>
                          </a:solidFill>
                          <a:latin typeface="Traditional Arabic"/>
                        </a:rPr>
                        <a:t>يقول</a:t>
                      </a:r>
                    </a:p>
                  </a:txBody>
                  <a:tcPr>
                    <a:solidFill>
                      <a:srgbClr val="FFFFFF"/>
                    </a:solidFill>
                  </a:tcPr>
                </a:tc>
              </a:tr>
              <a:tr h="384048">
                <a:tc>
                  <a:txBody>
                    <a:bodyPr/>
                    <a:lstStyle/>
                    <a:p>
                      <a:pPr rtl="0" algn="l"/>
                      <a:r>
                        <a:rPr sz="1500" b="1" i="0" lang="en-US">
                          <a:solidFill>
                            <a:srgbClr val="945222"/>
                          </a:solidFill>
                          <a:latin typeface="Segoe UI"/>
                        </a:rPr>
                        <a:t>make</a:t>
                      </a:r>
                    </a:p>
                  </a:txBody>
                  <a:tcPr>
                    <a:solidFill>
                      <a:srgbClr val="EEF3FA"/>
                    </a:solidFill>
                  </a:tcPr>
                </a:tc>
                <a:tc>
                  <a:txBody>
                    <a:bodyPr/>
                    <a:lstStyle/>
                    <a:p>
                      <a:pPr rtl="1" algn="r"/>
                      <a:r>
                        <a:rPr sz="1700" b="0" i="0" lang="ar-EG" altLang="en-US">
                          <a:solidFill>
                            <a:srgbClr val="1C2333"/>
                          </a:solidFill>
                          <a:latin typeface="Traditional Arabic"/>
                        </a:rPr>
                        <a:t>يصنع</a:t>
                      </a:r>
                    </a:p>
                  </a:txBody>
                  <a:tcPr>
                    <a:solidFill>
                      <a:srgbClr val="EEF3FA"/>
                    </a:solidFill>
                  </a:tcPr>
                </a:tc>
                <a:tc>
                  <a:txBody>
                    <a:bodyPr/>
                    <a:lstStyle/>
                    <a:p>
                      <a:pPr rtl="0" algn="l"/>
                      <a:r>
                        <a:rPr sz="1500" b="1" i="0" lang="en-US">
                          <a:solidFill>
                            <a:srgbClr val="945222"/>
                          </a:solidFill>
                          <a:latin typeface="Segoe UI"/>
                        </a:rPr>
                        <a:t>take</a:t>
                      </a:r>
                    </a:p>
                  </a:txBody>
                  <a:tcPr>
                    <a:solidFill>
                      <a:srgbClr val="EEF3FA"/>
                    </a:solidFill>
                  </a:tcPr>
                </a:tc>
                <a:tc>
                  <a:txBody>
                    <a:bodyPr/>
                    <a:lstStyle/>
                    <a:p>
                      <a:pPr rtl="1" algn="r"/>
                      <a:r>
                        <a:rPr sz="1700" b="0" i="0" lang="ar-EG" altLang="en-US">
                          <a:solidFill>
                            <a:srgbClr val="1C2333"/>
                          </a:solidFill>
                          <a:latin typeface="Traditional Arabic"/>
                        </a:rPr>
                        <a:t>يأخذ</a:t>
                      </a:r>
                    </a:p>
                  </a:txBody>
                  <a:tcPr>
                    <a:solidFill>
                      <a:srgbClr val="EEF3FA"/>
                    </a:solidFill>
                  </a:tcPr>
                </a:tc>
                <a:tc>
                  <a:txBody>
                    <a:bodyPr/>
                    <a:lstStyle/>
                    <a:p>
                      <a:pPr rtl="0" algn="l"/>
                      <a:r>
                        <a:rPr sz="1500" b="1" i="0" lang="en-US">
                          <a:solidFill>
                            <a:srgbClr val="945222"/>
                          </a:solidFill>
                          <a:latin typeface="Segoe UI"/>
                        </a:rPr>
                        <a:t>know</a:t>
                      </a:r>
                    </a:p>
                  </a:txBody>
                  <a:tcPr>
                    <a:solidFill>
                      <a:srgbClr val="EEF3FA"/>
                    </a:solidFill>
                  </a:tcPr>
                </a:tc>
                <a:tc>
                  <a:txBody>
                    <a:bodyPr/>
                    <a:lstStyle/>
                    <a:p>
                      <a:pPr rtl="1" algn="r"/>
                      <a:r>
                        <a:rPr sz="1700" b="0" i="0" lang="ar-EG" altLang="en-US">
                          <a:solidFill>
                            <a:srgbClr val="1C2333"/>
                          </a:solidFill>
                          <a:latin typeface="Traditional Arabic"/>
                        </a:rPr>
                        <a:t>يعرف</a:t>
                      </a:r>
                    </a:p>
                  </a:txBody>
                  <a:tcPr>
                    <a:solidFill>
                      <a:srgbClr val="EEF3FA"/>
                    </a:solidFill>
                  </a:tcPr>
                </a:tc>
              </a:tr>
            </a:tbl>
          </a:graphicData>
        </a:graphic>
      </p:graphicFrame>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Vocabulary — الكلمات (2)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graphicFrame>
        <p:nvGraphicFramePr>
          <p:cNvPr id="8" name="Table 7"/>
          <p:cNvGraphicFramePr>
            <a:graphicFrameLocks noGrp="1"/>
          </p:cNvGraphicFramePr>
          <p:nvPr/>
        </p:nvGraphicFramePr>
        <p:xfrm>
          <a:off x="457200" y="1188720"/>
          <a:ext cx="11277295" cy="3072384"/>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384048">
                <a:tc>
                  <a:txBody>
                    <a:bodyPr/>
                    <a:lstStyle/>
                    <a:p>
                      <a:pPr rtl="0" algn="l"/>
                      <a:r>
                        <a:rPr sz="1500" b="1" i="0" lang="en-US">
                          <a:solidFill>
                            <a:srgbClr val="945222"/>
                          </a:solidFill>
                          <a:latin typeface="Segoe UI"/>
                        </a:rPr>
                        <a:t>build</a:t>
                      </a:r>
                    </a:p>
                  </a:txBody>
                  <a:tcPr>
                    <a:solidFill>
                      <a:srgbClr val="FFFFFF"/>
                    </a:solidFill>
                  </a:tcPr>
                </a:tc>
                <a:tc>
                  <a:txBody>
                    <a:bodyPr/>
                    <a:lstStyle/>
                    <a:p>
                      <a:pPr rtl="1" algn="r"/>
                      <a:r>
                        <a:rPr sz="1700" b="0" i="0" lang="ar-EG" altLang="en-US">
                          <a:solidFill>
                            <a:srgbClr val="1C2333"/>
                          </a:solidFill>
                          <a:latin typeface="Traditional Arabic"/>
                        </a:rPr>
                        <a:t>يبني</a:t>
                      </a:r>
                    </a:p>
                  </a:txBody>
                  <a:tcPr>
                    <a:solidFill>
                      <a:srgbClr val="FFFFFF"/>
                    </a:solidFill>
                  </a:tcPr>
                </a:tc>
                <a:tc>
                  <a:txBody>
                    <a:bodyPr/>
                    <a:lstStyle/>
                    <a:p>
                      <a:pPr rtl="0" algn="l"/>
                      <a:r>
                        <a:rPr sz="1500" b="1" i="0" lang="en-US">
                          <a:solidFill>
                            <a:srgbClr val="945222"/>
                          </a:solidFill>
                          <a:latin typeface="Segoe UI"/>
                        </a:rPr>
                        <a:t>stand</a:t>
                      </a:r>
                    </a:p>
                  </a:txBody>
                  <a:tcPr>
                    <a:solidFill>
                      <a:srgbClr val="FFFFFF"/>
                    </a:solidFill>
                  </a:tcPr>
                </a:tc>
                <a:tc>
                  <a:txBody>
                    <a:bodyPr/>
                    <a:lstStyle/>
                    <a:p>
                      <a:pPr rtl="1" algn="r"/>
                      <a:r>
                        <a:rPr sz="1700" b="0" i="0" lang="ar-EG" altLang="en-US">
                          <a:solidFill>
                            <a:srgbClr val="1C2333"/>
                          </a:solidFill>
                          <a:latin typeface="Traditional Arabic"/>
                        </a:rPr>
                        <a:t>يقف</a:t>
                      </a:r>
                    </a:p>
                  </a:txBody>
                  <a:tcPr>
                    <a:solidFill>
                      <a:srgbClr val="FFFFFF"/>
                    </a:solidFill>
                  </a:tcPr>
                </a:tc>
                <a:tc>
                  <a:txBody>
                    <a:bodyPr/>
                    <a:lstStyle/>
                    <a:p>
                      <a:pPr rtl="0" algn="l"/>
                      <a:r>
                        <a:rPr sz="1500" b="1" i="0" lang="en-US">
                          <a:solidFill>
                            <a:srgbClr val="945222"/>
                          </a:solidFill>
                          <a:latin typeface="Segoe UI"/>
                        </a:rPr>
                        <a:t>send</a:t>
                      </a:r>
                    </a:p>
                  </a:txBody>
                  <a:tcPr>
                    <a:solidFill>
                      <a:srgbClr val="FFFFFF"/>
                    </a:solidFill>
                  </a:tcPr>
                </a:tc>
                <a:tc>
                  <a:txBody>
                    <a:bodyPr/>
                    <a:lstStyle/>
                    <a:p>
                      <a:pPr rtl="1" algn="r"/>
                      <a:r>
                        <a:rPr sz="1700" b="0" i="0" lang="ar-EG" altLang="en-US">
                          <a:solidFill>
                            <a:srgbClr val="1C2333"/>
                          </a:solidFill>
                          <a:latin typeface="Traditional Arabic"/>
                        </a:rPr>
                        <a:t>يرسل</a:t>
                      </a:r>
                    </a:p>
                  </a:txBody>
                  <a:tcPr>
                    <a:solidFill>
                      <a:srgbClr val="FFFFFF"/>
                    </a:solidFill>
                  </a:tcPr>
                </a:tc>
              </a:tr>
              <a:tr h="384048">
                <a:tc>
                  <a:txBody>
                    <a:bodyPr/>
                    <a:lstStyle/>
                    <a:p>
                      <a:pPr rtl="0" algn="l"/>
                      <a:r>
                        <a:rPr sz="1500" b="1" i="0" lang="en-US">
                          <a:solidFill>
                            <a:srgbClr val="945222"/>
                          </a:solidFill>
                          <a:latin typeface="Segoe UI"/>
                        </a:rPr>
                        <a:t>keep</a:t>
                      </a:r>
                    </a:p>
                  </a:txBody>
                  <a:tcPr>
                    <a:solidFill>
                      <a:srgbClr val="EEF3FA"/>
                    </a:solidFill>
                  </a:tcPr>
                </a:tc>
                <a:tc>
                  <a:txBody>
                    <a:bodyPr/>
                    <a:lstStyle/>
                    <a:p>
                      <a:pPr rtl="1" algn="r"/>
                      <a:r>
                        <a:rPr sz="1700" b="0" i="0" lang="ar-EG" altLang="en-US">
                          <a:solidFill>
                            <a:srgbClr val="1C2333"/>
                          </a:solidFill>
                          <a:latin typeface="Traditional Arabic"/>
                        </a:rPr>
                        <a:t>يحفظ</a:t>
                      </a:r>
                    </a:p>
                  </a:txBody>
                  <a:tcPr>
                    <a:solidFill>
                      <a:srgbClr val="EEF3FA"/>
                    </a:solidFill>
                  </a:tcPr>
                </a:tc>
                <a:tc>
                  <a:txBody>
                    <a:bodyPr/>
                    <a:lstStyle/>
                    <a:p>
                      <a:pPr rtl="0" algn="l"/>
                      <a:r>
                        <a:rPr sz="1500" b="1" i="0" lang="en-US">
                          <a:solidFill>
                            <a:srgbClr val="945222"/>
                          </a:solidFill>
                          <a:latin typeface="Segoe UI"/>
                        </a:rPr>
                        <a:t>leave</a:t>
                      </a:r>
                    </a:p>
                  </a:txBody>
                  <a:tcPr>
                    <a:solidFill>
                      <a:srgbClr val="EEF3FA"/>
                    </a:solidFill>
                  </a:tcPr>
                </a:tc>
                <a:tc>
                  <a:txBody>
                    <a:bodyPr/>
                    <a:lstStyle/>
                    <a:p>
                      <a:pPr rtl="1" algn="r"/>
                      <a:r>
                        <a:rPr sz="1700" b="0" i="0" lang="ar-EG" altLang="en-US">
                          <a:solidFill>
                            <a:srgbClr val="1C2333"/>
                          </a:solidFill>
                          <a:latin typeface="Traditional Arabic"/>
                        </a:rPr>
                        <a:t>يغادر</a:t>
                      </a:r>
                    </a:p>
                  </a:txBody>
                  <a:tcPr>
                    <a:solidFill>
                      <a:srgbClr val="EEF3FA"/>
                    </a:solidFill>
                  </a:tcPr>
                </a:tc>
                <a:tc>
                  <a:txBody>
                    <a:bodyPr/>
                    <a:lstStyle/>
                    <a:p>
                      <a:pPr rtl="0" algn="l"/>
                      <a:r>
                        <a:rPr sz="1500" b="1" i="0" lang="en-US">
                          <a:solidFill>
                            <a:srgbClr val="945222"/>
                          </a:solidFill>
                          <a:latin typeface="Segoe UI"/>
                        </a:rPr>
                        <a:t>bring</a:t>
                      </a:r>
                    </a:p>
                  </a:txBody>
                  <a:tcPr>
                    <a:solidFill>
                      <a:srgbClr val="EEF3FA"/>
                    </a:solidFill>
                  </a:tcPr>
                </a:tc>
                <a:tc>
                  <a:txBody>
                    <a:bodyPr/>
                    <a:lstStyle/>
                    <a:p>
                      <a:pPr rtl="1" algn="r"/>
                      <a:r>
                        <a:rPr sz="1700" b="0" i="0" lang="ar-EG" altLang="en-US">
                          <a:solidFill>
                            <a:srgbClr val="1C2333"/>
                          </a:solidFill>
                          <a:latin typeface="Traditional Arabic"/>
                        </a:rPr>
                        <a:t>يحضر</a:t>
                      </a:r>
                    </a:p>
                  </a:txBody>
                  <a:tcPr>
                    <a:solidFill>
                      <a:srgbClr val="EEF3FA"/>
                    </a:solidFill>
                  </a:tcPr>
                </a:tc>
              </a:tr>
              <a:tr h="384048">
                <a:tc>
                  <a:txBody>
                    <a:bodyPr/>
                    <a:lstStyle/>
                    <a:p>
                      <a:pPr rtl="0" algn="l"/>
                      <a:r>
                        <a:rPr sz="1500" b="1" i="0" lang="en-US">
                          <a:solidFill>
                            <a:srgbClr val="945222"/>
                          </a:solidFill>
                          <a:latin typeface="Segoe UI"/>
                        </a:rPr>
                        <a:t>sleep</a:t>
                      </a:r>
                    </a:p>
                  </a:txBody>
                  <a:tcPr>
                    <a:solidFill>
                      <a:srgbClr val="FFFFFF"/>
                    </a:solidFill>
                  </a:tcPr>
                </a:tc>
                <a:tc>
                  <a:txBody>
                    <a:bodyPr/>
                    <a:lstStyle/>
                    <a:p>
                      <a:pPr rtl="1" algn="r"/>
                      <a:r>
                        <a:rPr sz="1700" b="0" i="0" lang="ar-EG" altLang="en-US">
                          <a:solidFill>
                            <a:srgbClr val="1C2333"/>
                          </a:solidFill>
                          <a:latin typeface="Traditional Arabic"/>
                        </a:rPr>
                        <a:t>ينام</a:t>
                      </a:r>
                    </a:p>
                  </a:txBody>
                  <a:tcPr>
                    <a:solidFill>
                      <a:srgbClr val="FFFFFF"/>
                    </a:solidFill>
                  </a:tcPr>
                </a:tc>
                <a:tc>
                  <a:txBody>
                    <a:bodyPr/>
                    <a:lstStyle/>
                    <a:p>
                      <a:pPr rtl="0" algn="l"/>
                      <a:r>
                        <a:rPr sz="1500" b="1" i="0" lang="en-US">
                          <a:solidFill>
                            <a:srgbClr val="945222"/>
                          </a:solidFill>
                          <a:latin typeface="Segoe UI"/>
                        </a:rPr>
                        <a:t>speak</a:t>
                      </a:r>
                    </a:p>
                  </a:txBody>
                  <a:tcPr>
                    <a:solidFill>
                      <a:srgbClr val="FFFFFF"/>
                    </a:solidFill>
                  </a:tcPr>
                </a:tc>
                <a:tc>
                  <a:txBody>
                    <a:bodyPr/>
                    <a:lstStyle/>
                    <a:p>
                      <a:pPr rtl="1" algn="r"/>
                      <a:r>
                        <a:rPr sz="1700" b="0" i="0" lang="ar-EG" altLang="en-US">
                          <a:solidFill>
                            <a:srgbClr val="1C2333"/>
                          </a:solidFill>
                          <a:latin typeface="Traditional Arabic"/>
                        </a:rPr>
                        <a:t>يتحدث</a:t>
                      </a:r>
                    </a:p>
                  </a:txBody>
                  <a:tcPr>
                    <a:solidFill>
                      <a:srgbClr val="FFFFFF"/>
                    </a:solidFill>
                  </a:tcPr>
                </a:tc>
                <a:tc>
                  <a:txBody>
                    <a:bodyPr/>
                    <a:lstStyle/>
                    <a:p>
                      <a:pPr rtl="0" algn="l"/>
                      <a:r>
                        <a:rPr sz="1500" b="1" i="0" lang="en-US">
                          <a:solidFill>
                            <a:srgbClr val="945222"/>
                          </a:solidFill>
                          <a:latin typeface="Segoe UI"/>
                        </a:rPr>
                        <a:t>choose</a:t>
                      </a:r>
                    </a:p>
                  </a:txBody>
                  <a:tcPr>
                    <a:solidFill>
                      <a:srgbClr val="FFFFFF"/>
                    </a:solidFill>
                  </a:tcPr>
                </a:tc>
                <a:tc>
                  <a:txBody>
                    <a:bodyPr/>
                    <a:lstStyle/>
                    <a:p>
                      <a:pPr rtl="1" algn="r"/>
                      <a:r>
                        <a:rPr sz="1700" b="0" i="0" lang="ar-EG" altLang="en-US">
                          <a:solidFill>
                            <a:srgbClr val="1C2333"/>
                          </a:solidFill>
                          <a:latin typeface="Traditional Arabic"/>
                        </a:rPr>
                        <a:t>يختار</a:t>
                      </a:r>
                    </a:p>
                  </a:txBody>
                  <a:tcPr>
                    <a:solidFill>
                      <a:srgbClr val="FFFFFF"/>
                    </a:solidFill>
                  </a:tcPr>
                </a:tc>
              </a:tr>
              <a:tr h="384048">
                <a:tc>
                  <a:txBody>
                    <a:bodyPr/>
                    <a:lstStyle/>
                    <a:p>
                      <a:pPr rtl="0" algn="l"/>
                      <a:r>
                        <a:rPr sz="1500" b="1" i="0" lang="en-US">
                          <a:solidFill>
                            <a:srgbClr val="945222"/>
                          </a:solidFill>
                          <a:latin typeface="Segoe UI"/>
                        </a:rPr>
                        <a:t>come</a:t>
                      </a:r>
                    </a:p>
                  </a:txBody>
                  <a:tcPr>
                    <a:solidFill>
                      <a:srgbClr val="EEF3FA"/>
                    </a:solidFill>
                  </a:tcPr>
                </a:tc>
                <a:tc>
                  <a:txBody>
                    <a:bodyPr/>
                    <a:lstStyle/>
                    <a:p>
                      <a:pPr rtl="1" algn="r"/>
                      <a:r>
                        <a:rPr sz="1700" b="0" i="0" lang="ar-EG" altLang="en-US">
                          <a:solidFill>
                            <a:srgbClr val="1C2333"/>
                          </a:solidFill>
                          <a:latin typeface="Traditional Arabic"/>
                        </a:rPr>
                        <a:t>يأتي</a:t>
                      </a:r>
                    </a:p>
                  </a:txBody>
                  <a:tcPr>
                    <a:solidFill>
                      <a:srgbClr val="EEF3FA"/>
                    </a:solidFill>
                  </a:tcPr>
                </a:tc>
                <a:tc>
                  <a:txBody>
                    <a:bodyPr/>
                    <a:lstStyle/>
                    <a:p>
                      <a:pPr rtl="0" algn="l"/>
                      <a:r>
                        <a:rPr sz="1500" b="1" i="0" lang="en-US">
                          <a:solidFill>
                            <a:srgbClr val="945222"/>
                          </a:solidFill>
                          <a:latin typeface="Segoe UI"/>
                        </a:rPr>
                        <a:t>give</a:t>
                      </a:r>
                    </a:p>
                  </a:txBody>
                  <a:tcPr>
                    <a:solidFill>
                      <a:srgbClr val="EEF3FA"/>
                    </a:solidFill>
                  </a:tcPr>
                </a:tc>
                <a:tc>
                  <a:txBody>
                    <a:bodyPr/>
                    <a:lstStyle/>
                    <a:p>
                      <a:pPr rtl="1" algn="r"/>
                      <a:r>
                        <a:rPr sz="1700" b="0" i="0" lang="ar-EG" altLang="en-US">
                          <a:solidFill>
                            <a:srgbClr val="1C2333"/>
                          </a:solidFill>
                          <a:latin typeface="Traditional Arabic"/>
                        </a:rPr>
                        <a:t>يعطي</a:t>
                      </a:r>
                    </a:p>
                  </a:txBody>
                  <a:tcPr>
                    <a:solidFill>
                      <a:srgbClr val="EEF3FA"/>
                    </a:solidFill>
                  </a:tcPr>
                </a:tc>
                <a:tc>
                  <a:txBody>
                    <a:bodyPr/>
                    <a:lstStyle/>
                    <a:p>
                      <a:pPr rtl="0" algn="l"/>
                      <a:r>
                        <a:rPr sz="1500" b="1" i="0" lang="en-US">
                          <a:solidFill>
                            <a:srgbClr val="945222"/>
                          </a:solidFill>
                          <a:latin typeface="Segoe UI"/>
                        </a:rPr>
                        <a:t>sweep</a:t>
                      </a:r>
                    </a:p>
                  </a:txBody>
                  <a:tcPr>
                    <a:solidFill>
                      <a:srgbClr val="EEF3FA"/>
                    </a:solidFill>
                  </a:tcPr>
                </a:tc>
                <a:tc>
                  <a:txBody>
                    <a:bodyPr/>
                    <a:lstStyle/>
                    <a:p>
                      <a:pPr rtl="1" algn="r"/>
                      <a:r>
                        <a:rPr sz="1700" b="0" i="0" lang="ar-EG" altLang="en-US">
                          <a:solidFill>
                            <a:srgbClr val="1C2333"/>
                          </a:solidFill>
                          <a:latin typeface="Traditional Arabic"/>
                        </a:rPr>
                        <a:t>يكنس</a:t>
                      </a:r>
                    </a:p>
                  </a:txBody>
                  <a:tcPr>
                    <a:solidFill>
                      <a:srgbClr val="EEF3FA"/>
                    </a:solidFill>
                  </a:tcPr>
                </a:tc>
              </a:tr>
              <a:tr h="384048">
                <a:tc>
                  <a:txBody>
                    <a:bodyPr/>
                    <a:lstStyle/>
                    <a:p>
                      <a:pPr rtl="0" algn="l"/>
                      <a:r>
                        <a:rPr sz="1500" b="1" i="0" lang="en-US">
                          <a:solidFill>
                            <a:srgbClr val="945222"/>
                          </a:solidFill>
                          <a:latin typeface="Segoe UI"/>
                        </a:rPr>
                        <a:t>catch</a:t>
                      </a:r>
                    </a:p>
                  </a:txBody>
                  <a:tcPr>
                    <a:solidFill>
                      <a:srgbClr val="FFFFFF"/>
                    </a:solidFill>
                  </a:tcPr>
                </a:tc>
                <a:tc>
                  <a:txBody>
                    <a:bodyPr/>
                    <a:lstStyle/>
                    <a:p>
                      <a:pPr rtl="1" algn="r"/>
                      <a:r>
                        <a:rPr sz="1700" b="0" i="0" lang="ar-EG" altLang="en-US">
                          <a:solidFill>
                            <a:srgbClr val="1C2333"/>
                          </a:solidFill>
                          <a:latin typeface="Traditional Arabic"/>
                        </a:rPr>
                        <a:t>يلحق</a:t>
                      </a:r>
                    </a:p>
                  </a:txBody>
                  <a:tcPr>
                    <a:solidFill>
                      <a:srgbClr val="FFFFFF"/>
                    </a:solidFill>
                  </a:tcPr>
                </a:tc>
                <a:tc>
                  <a:txBody>
                    <a:bodyPr/>
                    <a:lstStyle/>
                    <a:p>
                      <a:pPr rtl="0" algn="l"/>
                      <a:r>
                        <a:rPr sz="1500" b="1" i="0" lang="en-US">
                          <a:solidFill>
                            <a:srgbClr val="945222"/>
                          </a:solidFill>
                          <a:latin typeface="Segoe UI"/>
                        </a:rPr>
                        <a:t>read</a:t>
                      </a:r>
                    </a:p>
                  </a:txBody>
                  <a:tcPr>
                    <a:solidFill>
                      <a:srgbClr val="FFFFFF"/>
                    </a:solidFill>
                  </a:tcPr>
                </a:tc>
                <a:tc>
                  <a:txBody>
                    <a:bodyPr/>
                    <a:lstStyle/>
                    <a:p>
                      <a:pPr rtl="1" algn="r"/>
                      <a:r>
                        <a:rPr sz="1700" b="0" i="0" lang="ar-EG" altLang="en-US">
                          <a:solidFill>
                            <a:srgbClr val="1C2333"/>
                          </a:solidFill>
                          <a:latin typeface="Traditional Arabic"/>
                        </a:rPr>
                        <a:t>يقرأ</a:t>
                      </a:r>
                    </a:p>
                  </a:txBody>
                  <a:tcPr>
                    <a:solidFill>
                      <a:srgbClr val="FFFFFF"/>
                    </a:solidFill>
                  </a:tcPr>
                </a:tc>
                <a:tc>
                  <a:txBody>
                    <a:bodyPr/>
                    <a:lstStyle/>
                    <a:p>
                      <a:pPr rtl="0" algn="l"/>
                      <a:r>
                        <a:rPr sz="1500" b="1" i="0" lang="en-US">
                          <a:solidFill>
                            <a:srgbClr val="945222"/>
                          </a:solidFill>
                          <a:latin typeface="Segoe UI"/>
                        </a:rPr>
                        <a:t>learn</a:t>
                      </a:r>
                    </a:p>
                  </a:txBody>
                  <a:tcPr>
                    <a:solidFill>
                      <a:srgbClr val="FFFFFF"/>
                    </a:solidFill>
                  </a:tcPr>
                </a:tc>
                <a:tc>
                  <a:txBody>
                    <a:bodyPr/>
                    <a:lstStyle/>
                    <a:p>
                      <a:pPr rtl="1" algn="r"/>
                      <a:r>
                        <a:rPr sz="1700" b="0" i="0" lang="ar-EG" altLang="en-US">
                          <a:solidFill>
                            <a:srgbClr val="1C2333"/>
                          </a:solidFill>
                          <a:latin typeface="Traditional Arabic"/>
                        </a:rPr>
                        <a:t>يتعلم</a:t>
                      </a:r>
                    </a:p>
                  </a:txBody>
                  <a:tcPr>
                    <a:solidFill>
                      <a:srgbClr val="FFFFFF"/>
                    </a:solidFill>
                  </a:tcPr>
                </a:tc>
              </a:tr>
              <a:tr h="384048">
                <a:tc>
                  <a:txBody>
                    <a:bodyPr/>
                    <a:lstStyle/>
                    <a:p>
                      <a:pPr rtl="0" algn="l"/>
                      <a:r>
                        <a:rPr sz="1500" b="1" i="0" lang="en-US">
                          <a:solidFill>
                            <a:srgbClr val="945222"/>
                          </a:solidFill>
                          <a:latin typeface="Segoe UI"/>
                        </a:rPr>
                        <a:t>grow</a:t>
                      </a:r>
                    </a:p>
                  </a:txBody>
                  <a:tcPr>
                    <a:solidFill>
                      <a:srgbClr val="EEF3FA"/>
                    </a:solidFill>
                  </a:tcPr>
                </a:tc>
                <a:tc>
                  <a:txBody>
                    <a:bodyPr/>
                    <a:lstStyle/>
                    <a:p>
                      <a:pPr rtl="1" algn="r"/>
                      <a:r>
                        <a:rPr sz="1700" b="0" i="0" lang="ar-EG" altLang="en-US">
                          <a:solidFill>
                            <a:srgbClr val="1C2333"/>
                          </a:solidFill>
                          <a:latin typeface="Traditional Arabic"/>
                        </a:rPr>
                        <a:t>ينمو</a:t>
                      </a:r>
                    </a:p>
                  </a:txBody>
                  <a:tcPr>
                    <a:solidFill>
                      <a:srgbClr val="EEF3FA"/>
                    </a:solidFill>
                  </a:tcPr>
                </a:tc>
                <a:tc>
                  <a:txBody>
                    <a:bodyPr/>
                    <a:lstStyle/>
                    <a:p>
                      <a:pPr rtl="0" algn="l"/>
                      <a:r>
                        <a:rPr sz="1500" b="1" i="0" lang="en-US">
                          <a:solidFill>
                            <a:srgbClr val="945222"/>
                          </a:solidFill>
                          <a:latin typeface="Segoe UI"/>
                        </a:rPr>
                        <a:t>ride</a:t>
                      </a:r>
                    </a:p>
                  </a:txBody>
                  <a:tcPr>
                    <a:solidFill>
                      <a:srgbClr val="EEF3FA"/>
                    </a:solidFill>
                  </a:tcPr>
                </a:tc>
                <a:tc>
                  <a:txBody>
                    <a:bodyPr/>
                    <a:lstStyle/>
                    <a:p>
                      <a:pPr rtl="1" algn="r"/>
                      <a:r>
                        <a:rPr sz="1700" b="0" i="0" lang="ar-EG" altLang="en-US">
                          <a:solidFill>
                            <a:srgbClr val="1C2333"/>
                          </a:solidFill>
                          <a:latin typeface="Traditional Arabic"/>
                        </a:rPr>
                        <a:t>يركب</a:t>
                      </a:r>
                    </a:p>
                  </a:txBody>
                  <a:tcPr>
                    <a:solidFill>
                      <a:srgbClr val="EEF3FA"/>
                    </a:solidFill>
                  </a:tcPr>
                </a:tc>
                <a:tc>
                  <a:txBody>
                    <a:bodyPr/>
                    <a:lstStyle/>
                    <a:p>
                      <a:pPr rtl="0" algn="l"/>
                      <a:r>
                        <a:rPr sz="1500" b="1" i="0" lang="en-US">
                          <a:solidFill>
                            <a:srgbClr val="945222"/>
                          </a:solidFill>
                          <a:latin typeface="Segoe UI"/>
                        </a:rPr>
                        <a:t>drive</a:t>
                      </a:r>
                    </a:p>
                  </a:txBody>
                  <a:tcPr>
                    <a:solidFill>
                      <a:srgbClr val="EEF3FA"/>
                    </a:solidFill>
                  </a:tcPr>
                </a:tc>
                <a:tc>
                  <a:txBody>
                    <a:bodyPr/>
                    <a:lstStyle/>
                    <a:p>
                      <a:pPr rtl="1" algn="r"/>
                      <a:r>
                        <a:rPr sz="1700" b="0" i="0" lang="ar-EG" altLang="en-US">
                          <a:solidFill>
                            <a:srgbClr val="1C2333"/>
                          </a:solidFill>
                          <a:latin typeface="Traditional Arabic"/>
                        </a:rPr>
                        <a:t>يقود</a:t>
                      </a:r>
                    </a:p>
                  </a:txBody>
                  <a:tcPr>
                    <a:solidFill>
                      <a:srgbClr val="EEF3FA"/>
                    </a:solidFill>
                  </a:tcPr>
                </a:tc>
              </a:tr>
              <a:tr h="384048">
                <a:tc>
                  <a:txBody>
                    <a:bodyPr/>
                    <a:lstStyle/>
                    <a:p>
                      <a:pPr rtl="0" algn="l"/>
                      <a:r>
                        <a:rPr sz="1500" b="1" i="0" lang="en-US">
                          <a:solidFill>
                            <a:srgbClr val="945222"/>
                          </a:solidFill>
                          <a:latin typeface="Segoe UI"/>
                        </a:rPr>
                        <a:t>pay</a:t>
                      </a:r>
                    </a:p>
                  </a:txBody>
                  <a:tcPr>
                    <a:solidFill>
                      <a:srgbClr val="FFFFFF"/>
                    </a:solidFill>
                  </a:tcPr>
                </a:tc>
                <a:tc>
                  <a:txBody>
                    <a:bodyPr/>
                    <a:lstStyle/>
                    <a:p>
                      <a:pPr rtl="1" algn="r"/>
                      <a:r>
                        <a:rPr sz="1700" b="0" i="0" lang="ar-EG" altLang="en-US">
                          <a:solidFill>
                            <a:srgbClr val="1C2333"/>
                          </a:solidFill>
                          <a:latin typeface="Traditional Arabic"/>
                        </a:rPr>
                        <a:t>يدفع</a:t>
                      </a:r>
                    </a:p>
                  </a:txBody>
                  <a:tcPr>
                    <a:solidFill>
                      <a:srgbClr val="FFFFFF"/>
                    </a:solidFill>
                  </a:tcPr>
                </a:tc>
                <a:tc>
                  <a:txBody>
                    <a:bodyPr/>
                    <a:lstStyle/>
                    <a:p>
                      <a:pPr rtl="0" algn="l"/>
                      <a:r>
                        <a:rPr sz="1500" b="1" i="0" lang="en-US">
                          <a:solidFill>
                            <a:srgbClr val="945222"/>
                          </a:solidFill>
                          <a:latin typeface="Segoe UI"/>
                        </a:rPr>
                        <a:t>see</a:t>
                      </a:r>
                    </a:p>
                  </a:txBody>
                  <a:tcPr>
                    <a:solidFill>
                      <a:srgbClr val="FFFFFF"/>
                    </a:solidFill>
                  </a:tcPr>
                </a:tc>
                <a:tc>
                  <a:txBody>
                    <a:bodyPr/>
                    <a:lstStyle/>
                    <a:p>
                      <a:pPr rtl="1" algn="r"/>
                      <a:r>
                        <a:rPr sz="1700" b="0" i="0" lang="ar-EG" altLang="en-US">
                          <a:solidFill>
                            <a:srgbClr val="1C2333"/>
                          </a:solidFill>
                          <a:latin typeface="Traditional Arabic"/>
                        </a:rPr>
                        <a:t>يرى</a:t>
                      </a:r>
                    </a:p>
                  </a:txBody>
                  <a:tcPr>
                    <a:solidFill>
                      <a:srgbClr val="FFFFFF"/>
                    </a:solidFill>
                  </a:tcPr>
                </a:tc>
                <a:tc>
                  <a:txBody>
                    <a:bodyPr/>
                    <a:lstStyle/>
                    <a:p>
                      <a:pPr rtl="0" algn="l"/>
                    </a:p>
                  </a:txBody>
                  <a:tcPr>
                    <a:solidFill>
                      <a:srgbClr val="FFFFFF"/>
                    </a:solidFill>
                  </a:tcPr>
                </a:tc>
                <a:tc>
                  <a:txBody>
                    <a:bodyPr/>
                    <a:lstStyle/>
                    <a:p>
                      <a:pPr rtl="0" algn="l"/>
                    </a:p>
                  </a:txBody>
                  <a:tcPr>
                    <a:solidFill>
                      <a:srgbClr val="FFFFFF"/>
                    </a:solidFill>
                  </a:tcPr>
                </a:tc>
              </a:tr>
              <a:tr h="384048">
                <a:tc>
                  <a:txBody>
                    <a:bodyPr/>
                    <a:lstStyle/>
                    <a:p>
                      <a:pPr rtl="0" algn="l"/>
                      <a:r>
                        <a:rPr sz="1500" b="1" i="0" lang="en-US">
                          <a:solidFill>
                            <a:srgbClr val="945222"/>
                          </a:solidFill>
                          <a:latin typeface="Segoe UI"/>
                        </a:rPr>
                        <a:t>find</a:t>
                      </a:r>
                    </a:p>
                  </a:txBody>
                  <a:tcPr>
                    <a:solidFill>
                      <a:srgbClr val="EEF3FA"/>
                    </a:solidFill>
                  </a:tcPr>
                </a:tc>
                <a:tc>
                  <a:txBody>
                    <a:bodyPr/>
                    <a:lstStyle/>
                    <a:p>
                      <a:pPr rtl="1" algn="r"/>
                      <a:r>
                        <a:rPr sz="1700" b="0" i="0" lang="ar-EG" altLang="en-US">
                          <a:solidFill>
                            <a:srgbClr val="1C2333"/>
                          </a:solidFill>
                          <a:latin typeface="Traditional Arabic"/>
                        </a:rPr>
                        <a:t>يجد</a:t>
                      </a:r>
                    </a:p>
                  </a:txBody>
                  <a:tcPr>
                    <a:solidFill>
                      <a:srgbClr val="EEF3FA"/>
                    </a:solidFill>
                  </a:tcPr>
                </a:tc>
                <a:tc>
                  <a:txBody>
                    <a:bodyPr/>
                    <a:lstStyle/>
                    <a:p>
                      <a:pPr rtl="0" algn="l"/>
                      <a:r>
                        <a:rPr sz="1500" b="1" i="0" lang="en-US">
                          <a:solidFill>
                            <a:srgbClr val="945222"/>
                          </a:solidFill>
                          <a:latin typeface="Segoe UI"/>
                        </a:rPr>
                        <a:t>fly</a:t>
                      </a:r>
                    </a:p>
                  </a:txBody>
                  <a:tcPr>
                    <a:solidFill>
                      <a:srgbClr val="EEF3FA"/>
                    </a:solidFill>
                  </a:tcPr>
                </a:tc>
                <a:tc>
                  <a:txBody>
                    <a:bodyPr/>
                    <a:lstStyle/>
                    <a:p>
                      <a:pPr rtl="1" algn="r"/>
                      <a:r>
                        <a:rPr sz="1700" b="0" i="0" lang="ar-EG" altLang="en-US">
                          <a:solidFill>
                            <a:srgbClr val="1C2333"/>
                          </a:solidFill>
                          <a:latin typeface="Traditional Arabic"/>
                        </a:rPr>
                        <a:t>يطير</a:t>
                      </a:r>
                    </a:p>
                  </a:txBody>
                  <a:tcPr>
                    <a:solidFill>
                      <a:srgbClr val="EEF3FA"/>
                    </a:solidFill>
                  </a:tcPr>
                </a:tc>
                <a:tc>
                  <a:txBody>
                    <a:bodyPr/>
                    <a:lstStyle/>
                    <a:p>
                      <a:pPr rtl="0" algn="l"/>
                    </a:p>
                  </a:txBody>
                  <a:tcPr>
                    <a:solidFill>
                      <a:srgbClr val="EEF3FA"/>
                    </a:solidFill>
                  </a:tcPr>
                </a:tc>
                <a:tc>
                  <a:txBody>
                    <a:bodyPr/>
                    <a:lstStyle/>
                    <a:p>
                      <a:pPr rtl="0" algn="l"/>
                    </a:p>
                  </a:txBody>
                  <a:tcPr>
                    <a:solidFill>
                      <a:srgbClr val="EEF3FA"/>
                    </a:solidFill>
                  </a:tcPr>
                </a:tc>
              </a:tr>
            </a:tbl>
          </a:graphicData>
        </a:graphic>
      </p:graphicFrame>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(1/5)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 past of go (يذهب) is ……   (stood – went – said)</a:t>
            </a:r>
          </a:p>
          <a:p>
            <a:pPr rtl="0" algn="l">
              <a:spcAft>
                <a:spcPts val="800"/>
              </a:spcAft>
            </a:pPr>
            <a:r>
              <a:rPr sz="1800" b="0" i="0" lang="en-US">
                <a:solidFill>
                  <a:srgbClr val="1C2333"/>
                </a:solidFill>
                <a:latin typeface="Segoe UI"/>
              </a:rPr>
              <a:t>2) The past of buy (يشتري) is ……   (bought – left – drove)</a:t>
            </a:r>
          </a:p>
          <a:p>
            <a:pPr rtl="0" algn="l">
              <a:spcAft>
                <a:spcPts val="800"/>
              </a:spcAft>
            </a:pPr>
            <a:r>
              <a:rPr sz="1800" b="0" i="0" lang="en-US">
                <a:solidFill>
                  <a:srgbClr val="1C2333"/>
                </a:solidFill>
                <a:latin typeface="Segoe UI"/>
              </a:rPr>
              <a:t>3) The past of drink (يشرب) is ……   (built – heard – drank)</a:t>
            </a:r>
          </a:p>
          <a:p>
            <a:pPr rtl="0" algn="l">
              <a:spcAft>
                <a:spcPts val="800"/>
              </a:spcAft>
            </a:pPr>
            <a:r>
              <a:rPr sz="1800" b="0" i="0" lang="en-US">
                <a:solidFill>
                  <a:srgbClr val="1C2333"/>
                </a:solidFill>
                <a:latin typeface="Segoe UI"/>
              </a:rPr>
              <a:t>4) The past of meet (يقابل) is ……   (sold – caught – met)</a:t>
            </a:r>
          </a:p>
          <a:p>
            <a:pPr rtl="0" algn="l">
              <a:spcAft>
                <a:spcPts val="800"/>
              </a:spcAft>
            </a:pPr>
            <a:r>
              <a:rPr sz="1800" b="0" i="0" lang="en-US">
                <a:solidFill>
                  <a:srgbClr val="1C2333"/>
                </a:solidFill>
                <a:latin typeface="Segoe UI"/>
              </a:rPr>
              <a:t>5) The past of swim (يسبح) is ……   (swam – felt – flew)</a:t>
            </a:r>
          </a:p>
          <a:p>
            <a:pPr rtl="0" algn="l">
              <a:spcAft>
                <a:spcPts val="800"/>
              </a:spcAft>
            </a:pPr>
            <a:r>
              <a:rPr sz="1800" b="0" i="0" lang="en-US">
                <a:solidFill>
                  <a:srgbClr val="1C2333"/>
                </a:solidFill>
                <a:latin typeface="Segoe UI"/>
              </a:rPr>
              <a:t>6) The past of eat (يأكل) is ……   (learnt – ate – flew)</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(1/5)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 past of go (يذهب) is ……   (stood – went – said)</a:t>
            </a:r>
          </a:p>
          <a:p>
            <a:pPr lvl="1" rtl="0" algn="l">
              <a:spcAft>
                <a:spcPts val="700"/>
              </a:spcAft>
            </a:pPr>
            <a:r>
              <a:rPr sz="1600" b="1" i="0" lang="en-US">
                <a:solidFill>
                  <a:srgbClr val="0F7A3D"/>
                </a:solidFill>
                <a:latin typeface="Segoe UI"/>
              </a:rPr>
              <a:t>✔ went</a:t>
            </a:r>
          </a:p>
          <a:p>
            <a:pPr rtl="0" algn="l">
              <a:spcAft>
                <a:spcPts val="300"/>
              </a:spcAft>
            </a:pPr>
            <a:r>
              <a:rPr sz="1700" b="0" i="0" lang="en-US">
                <a:solidFill>
                  <a:srgbClr val="1C2333"/>
                </a:solidFill>
                <a:latin typeface="Segoe UI"/>
              </a:rPr>
              <a:t>2) The past of buy (يشتري) is ……   (bought – left – drove)</a:t>
            </a:r>
          </a:p>
          <a:p>
            <a:pPr lvl="1" rtl="0" algn="l">
              <a:spcAft>
                <a:spcPts val="700"/>
              </a:spcAft>
            </a:pPr>
            <a:r>
              <a:rPr sz="1600" b="1" i="0" lang="en-US">
                <a:solidFill>
                  <a:srgbClr val="0F7A3D"/>
                </a:solidFill>
                <a:latin typeface="Segoe UI"/>
              </a:rPr>
              <a:t>✔ bought</a:t>
            </a:r>
          </a:p>
          <a:p>
            <a:pPr rtl="0" algn="l">
              <a:spcAft>
                <a:spcPts val="300"/>
              </a:spcAft>
            </a:pPr>
            <a:r>
              <a:rPr sz="1700" b="0" i="0" lang="en-US">
                <a:solidFill>
                  <a:srgbClr val="1C2333"/>
                </a:solidFill>
                <a:latin typeface="Segoe UI"/>
              </a:rPr>
              <a:t>3) The past of drink (يشرب) is ……   (built – heard – drank)</a:t>
            </a:r>
          </a:p>
          <a:p>
            <a:pPr lvl="1" rtl="0" algn="l">
              <a:spcAft>
                <a:spcPts val="700"/>
              </a:spcAft>
            </a:pPr>
            <a:r>
              <a:rPr sz="1600" b="1" i="0" lang="en-US">
                <a:solidFill>
                  <a:srgbClr val="0F7A3D"/>
                </a:solidFill>
                <a:latin typeface="Segoe UI"/>
              </a:rPr>
              <a:t>✔ drank</a:t>
            </a:r>
          </a:p>
          <a:p>
            <a:pPr rtl="0" algn="l">
              <a:spcAft>
                <a:spcPts val="300"/>
              </a:spcAft>
            </a:pPr>
            <a:r>
              <a:rPr sz="1700" b="0" i="0" lang="en-US">
                <a:solidFill>
                  <a:srgbClr val="1C2333"/>
                </a:solidFill>
                <a:latin typeface="Segoe UI"/>
              </a:rPr>
              <a:t>4) The past of meet (يقابل) is ……   (sold – caught – met)</a:t>
            </a:r>
          </a:p>
          <a:p>
            <a:pPr lvl="1" rtl="0" algn="l">
              <a:spcAft>
                <a:spcPts val="700"/>
              </a:spcAft>
            </a:pPr>
            <a:r>
              <a:rPr sz="1600" b="1" i="0" lang="en-US">
                <a:solidFill>
                  <a:srgbClr val="0F7A3D"/>
                </a:solidFill>
                <a:latin typeface="Segoe UI"/>
              </a:rPr>
              <a:t>✔ met</a:t>
            </a:r>
          </a:p>
          <a:p>
            <a:pPr rtl="0" algn="l">
              <a:spcAft>
                <a:spcPts val="300"/>
              </a:spcAft>
            </a:pPr>
            <a:r>
              <a:rPr sz="1700" b="0" i="0" lang="en-US">
                <a:solidFill>
                  <a:srgbClr val="1C2333"/>
                </a:solidFill>
                <a:latin typeface="Segoe UI"/>
              </a:rPr>
              <a:t>5) The past of swim (يسبح) is ……   (swam – felt – flew)</a:t>
            </a:r>
          </a:p>
          <a:p>
            <a:pPr lvl="1" rtl="0" algn="l">
              <a:spcAft>
                <a:spcPts val="700"/>
              </a:spcAft>
            </a:pPr>
            <a:r>
              <a:rPr sz="1600" b="1" i="0" lang="en-US">
                <a:solidFill>
                  <a:srgbClr val="0F7A3D"/>
                </a:solidFill>
                <a:latin typeface="Segoe UI"/>
              </a:rPr>
              <a:t>✔ swam</a:t>
            </a:r>
          </a:p>
          <a:p>
            <a:pPr rtl="0" algn="l">
              <a:spcAft>
                <a:spcPts val="300"/>
              </a:spcAft>
            </a:pPr>
            <a:r>
              <a:rPr sz="1700" b="0" i="0" lang="en-US">
                <a:solidFill>
                  <a:srgbClr val="1C2333"/>
                </a:solidFill>
                <a:latin typeface="Segoe UI"/>
              </a:rPr>
              <a:t>6) The past of eat (يأكل) is ……   (learnt – ate – flew)</a:t>
            </a:r>
          </a:p>
          <a:p>
            <a:pPr lvl="1" rtl="0" algn="l">
              <a:spcAft>
                <a:spcPts val="700"/>
              </a:spcAft>
            </a:pPr>
            <a:r>
              <a:rPr sz="1600" b="1" i="0" lang="en-US">
                <a:solidFill>
                  <a:srgbClr val="0F7A3D"/>
                </a:solidFill>
                <a:latin typeface="Segoe UI"/>
              </a:rPr>
              <a:t>✔ ate</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(2/5)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 past of sell (يبيع) is ……   (met – sold – was)</a:t>
            </a:r>
          </a:p>
          <a:p>
            <a:pPr rtl="0" algn="l">
              <a:spcAft>
                <a:spcPts val="800"/>
              </a:spcAft>
            </a:pPr>
            <a:r>
              <a:rPr sz="1800" b="0" i="0" lang="en-US">
                <a:solidFill>
                  <a:srgbClr val="1C2333"/>
                </a:solidFill>
                <a:latin typeface="Segoe UI"/>
              </a:rPr>
              <a:t>8) The past of make (يصنع) is ……   (built – made – learnt)</a:t>
            </a:r>
          </a:p>
          <a:p>
            <a:pPr rtl="0" algn="l">
              <a:spcAft>
                <a:spcPts val="800"/>
              </a:spcAft>
            </a:pPr>
            <a:r>
              <a:rPr sz="1800" b="0" i="0" lang="en-US">
                <a:solidFill>
                  <a:srgbClr val="1C2333"/>
                </a:solidFill>
                <a:latin typeface="Segoe UI"/>
              </a:rPr>
              <a:t>9) The past of run (يجري) is ……   (ran – went – did)</a:t>
            </a:r>
          </a:p>
          <a:p>
            <a:pPr rtl="0" algn="l">
              <a:spcAft>
                <a:spcPts val="800"/>
              </a:spcAft>
            </a:pPr>
            <a:r>
              <a:rPr sz="1800" b="0" i="0" lang="en-US">
                <a:solidFill>
                  <a:srgbClr val="1C2333"/>
                </a:solidFill>
                <a:latin typeface="Segoe UI"/>
              </a:rPr>
              <a:t>10) The past of have / has (يمتلك) is ……   (had – won – spoke)</a:t>
            </a:r>
          </a:p>
          <a:p>
            <a:pPr rtl="0" algn="l">
              <a:spcAft>
                <a:spcPts val="800"/>
              </a:spcAft>
            </a:pPr>
            <a:r>
              <a:rPr sz="1800" b="0" i="0" lang="en-US">
                <a:solidFill>
                  <a:srgbClr val="1C2333"/>
                </a:solidFill>
                <a:latin typeface="Segoe UI"/>
              </a:rPr>
              <a:t>11) The past of is / am (يكون) is ……   (sold – felt – was)</a:t>
            </a:r>
          </a:p>
          <a:p>
            <a:pPr rtl="0" algn="l">
              <a:spcAft>
                <a:spcPts val="800"/>
              </a:spcAft>
            </a:pPr>
            <a:r>
              <a:rPr sz="1800" b="0" i="0" lang="en-US">
                <a:solidFill>
                  <a:srgbClr val="1C2333"/>
                </a:solidFill>
                <a:latin typeface="Segoe UI"/>
              </a:rPr>
              <a:t>12) The past of are (يكونون) is ……   (met – paid – were)</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(2/5)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 past of sell (يبيع) is ……   (met – sold – was)</a:t>
            </a:r>
          </a:p>
          <a:p>
            <a:pPr lvl="1" rtl="0" algn="l">
              <a:spcAft>
                <a:spcPts val="700"/>
              </a:spcAft>
            </a:pPr>
            <a:r>
              <a:rPr sz="1600" b="1" i="0" lang="en-US">
                <a:solidFill>
                  <a:srgbClr val="0F7A3D"/>
                </a:solidFill>
                <a:latin typeface="Segoe UI"/>
              </a:rPr>
              <a:t>✔ sold</a:t>
            </a:r>
          </a:p>
          <a:p>
            <a:pPr rtl="0" algn="l">
              <a:spcAft>
                <a:spcPts val="300"/>
              </a:spcAft>
            </a:pPr>
            <a:r>
              <a:rPr sz="1700" b="0" i="0" lang="en-US">
                <a:solidFill>
                  <a:srgbClr val="1C2333"/>
                </a:solidFill>
                <a:latin typeface="Segoe UI"/>
              </a:rPr>
              <a:t>8) The past of make (يصنع) is ……   (built – made – learnt)</a:t>
            </a:r>
          </a:p>
          <a:p>
            <a:pPr lvl="1" rtl="0" algn="l">
              <a:spcAft>
                <a:spcPts val="700"/>
              </a:spcAft>
            </a:pPr>
            <a:r>
              <a:rPr sz="1600" b="1" i="0" lang="en-US">
                <a:solidFill>
                  <a:srgbClr val="0F7A3D"/>
                </a:solidFill>
                <a:latin typeface="Segoe UI"/>
              </a:rPr>
              <a:t>✔ made</a:t>
            </a:r>
          </a:p>
          <a:p>
            <a:pPr rtl="0" algn="l">
              <a:spcAft>
                <a:spcPts val="300"/>
              </a:spcAft>
            </a:pPr>
            <a:r>
              <a:rPr sz="1700" b="0" i="0" lang="en-US">
                <a:solidFill>
                  <a:srgbClr val="1C2333"/>
                </a:solidFill>
                <a:latin typeface="Segoe UI"/>
              </a:rPr>
              <a:t>9) The past of run (يجري) is ……   (ran – went – did)</a:t>
            </a:r>
          </a:p>
          <a:p>
            <a:pPr lvl="1" rtl="0" algn="l">
              <a:spcAft>
                <a:spcPts val="700"/>
              </a:spcAft>
            </a:pPr>
            <a:r>
              <a:rPr sz="1600" b="1" i="0" lang="en-US">
                <a:solidFill>
                  <a:srgbClr val="0F7A3D"/>
                </a:solidFill>
                <a:latin typeface="Segoe UI"/>
              </a:rPr>
              <a:t>✔ ran</a:t>
            </a:r>
          </a:p>
          <a:p>
            <a:pPr rtl="0" algn="l">
              <a:spcAft>
                <a:spcPts val="300"/>
              </a:spcAft>
            </a:pPr>
            <a:r>
              <a:rPr sz="1700" b="0" i="0" lang="en-US">
                <a:solidFill>
                  <a:srgbClr val="1C2333"/>
                </a:solidFill>
                <a:latin typeface="Segoe UI"/>
              </a:rPr>
              <a:t>10) The past of have / has (يمتلك) is ……   (had – won – spoke)</a:t>
            </a:r>
          </a:p>
          <a:p>
            <a:pPr lvl="1" rtl="0" algn="l">
              <a:spcAft>
                <a:spcPts val="700"/>
              </a:spcAft>
            </a:pPr>
            <a:r>
              <a:rPr sz="1600" b="1" i="0" lang="en-US">
                <a:solidFill>
                  <a:srgbClr val="0F7A3D"/>
                </a:solidFill>
                <a:latin typeface="Segoe UI"/>
              </a:rPr>
              <a:t>✔ had</a:t>
            </a:r>
          </a:p>
          <a:p>
            <a:pPr rtl="0" algn="l">
              <a:spcAft>
                <a:spcPts val="300"/>
              </a:spcAft>
            </a:pPr>
            <a:r>
              <a:rPr sz="1700" b="0" i="0" lang="en-US">
                <a:solidFill>
                  <a:srgbClr val="1C2333"/>
                </a:solidFill>
                <a:latin typeface="Segoe UI"/>
              </a:rPr>
              <a:t>11) The past of is / am (يكون) is ……   (sold – felt – was)</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12) The past of are (يكونون) is ……   (met – paid – were)</a:t>
            </a:r>
          </a:p>
          <a:p>
            <a:pPr lvl="1" rtl="0" algn="l">
              <a:spcAft>
                <a:spcPts val="700"/>
              </a:spcAft>
            </a:pPr>
            <a:r>
              <a:rPr sz="1600" b="1" i="0" lang="en-US">
                <a:solidFill>
                  <a:srgbClr val="0F7A3D"/>
                </a:solidFill>
                <a:latin typeface="Segoe UI"/>
              </a:rPr>
              <a:t>✔ were</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(3/5)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The past of do / does (يفعل) is ……   (did – swam – met)</a:t>
            </a:r>
          </a:p>
          <a:p>
            <a:pPr rtl="0" algn="l">
              <a:spcAft>
                <a:spcPts val="800"/>
              </a:spcAft>
            </a:pPr>
            <a:r>
              <a:rPr sz="1800" b="0" i="0" lang="en-US">
                <a:solidFill>
                  <a:srgbClr val="1C2333"/>
                </a:solidFill>
                <a:latin typeface="Segoe UI"/>
              </a:rPr>
              <a:t>14) The past of feel (يشعر) is ……   (wore – felt – ate)</a:t>
            </a:r>
          </a:p>
          <a:p>
            <a:pPr rtl="0" algn="l">
              <a:spcAft>
                <a:spcPts val="800"/>
              </a:spcAft>
            </a:pPr>
            <a:r>
              <a:rPr sz="1800" b="0" i="0" lang="en-US">
                <a:solidFill>
                  <a:srgbClr val="1C2333"/>
                </a:solidFill>
                <a:latin typeface="Segoe UI"/>
              </a:rPr>
              <a:t>15) The past of hear (يسمع) is ……   (flew – caught – heard)</a:t>
            </a:r>
          </a:p>
          <a:p>
            <a:pPr rtl="0" algn="l">
              <a:spcAft>
                <a:spcPts val="800"/>
              </a:spcAft>
            </a:pPr>
            <a:r>
              <a:rPr sz="1800" b="0" i="0" lang="en-US">
                <a:solidFill>
                  <a:srgbClr val="1C2333"/>
                </a:solidFill>
                <a:latin typeface="Segoe UI"/>
              </a:rPr>
              <a:t>16) The past of take (يأخذ) is ……   (learnt – took – had)</a:t>
            </a:r>
          </a:p>
          <a:p>
            <a:pPr rtl="0" algn="l">
              <a:spcAft>
                <a:spcPts val="800"/>
              </a:spcAft>
            </a:pPr>
            <a:r>
              <a:rPr sz="1800" b="0" i="0" lang="en-US">
                <a:solidFill>
                  <a:srgbClr val="1C2333"/>
                </a:solidFill>
                <a:latin typeface="Segoe UI"/>
              </a:rPr>
              <a:t>17) The past of win (يفوز) is ……   (won – grew – paid)</a:t>
            </a:r>
          </a:p>
          <a:p>
            <a:pPr rtl="0" algn="l">
              <a:spcAft>
                <a:spcPts val="800"/>
              </a:spcAft>
            </a:pPr>
            <a:r>
              <a:rPr sz="1800" b="0" i="0" lang="en-US">
                <a:solidFill>
                  <a:srgbClr val="1C2333"/>
                </a:solidFill>
                <a:latin typeface="Segoe UI"/>
              </a:rPr>
              <a:t>18) The past of think (يفكر) is ……   (felt – thought – swam)</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(3/5)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The past of do / does (يفعل) is ……   (did – swam – met)</a:t>
            </a:r>
          </a:p>
          <a:p>
            <a:pPr lvl="1" rtl="0" algn="l">
              <a:spcAft>
                <a:spcPts val="700"/>
              </a:spcAft>
            </a:pPr>
            <a:r>
              <a:rPr sz="1600" b="1" i="0" lang="en-US">
                <a:solidFill>
                  <a:srgbClr val="0F7A3D"/>
                </a:solidFill>
                <a:latin typeface="Segoe UI"/>
              </a:rPr>
              <a:t>✔ did</a:t>
            </a:r>
          </a:p>
          <a:p>
            <a:pPr rtl="0" algn="l">
              <a:spcAft>
                <a:spcPts val="300"/>
              </a:spcAft>
            </a:pPr>
            <a:r>
              <a:rPr sz="1700" b="0" i="0" lang="en-US">
                <a:solidFill>
                  <a:srgbClr val="1C2333"/>
                </a:solidFill>
                <a:latin typeface="Segoe UI"/>
              </a:rPr>
              <a:t>14) The past of feel (يشعر) is ……   (wore – felt – ate)</a:t>
            </a:r>
          </a:p>
          <a:p>
            <a:pPr lvl="1" rtl="0" algn="l">
              <a:spcAft>
                <a:spcPts val="700"/>
              </a:spcAft>
            </a:pPr>
            <a:r>
              <a:rPr sz="1600" b="1" i="0" lang="en-US">
                <a:solidFill>
                  <a:srgbClr val="0F7A3D"/>
                </a:solidFill>
                <a:latin typeface="Segoe UI"/>
              </a:rPr>
              <a:t>✔ felt</a:t>
            </a:r>
          </a:p>
          <a:p>
            <a:pPr rtl="0" algn="l">
              <a:spcAft>
                <a:spcPts val="300"/>
              </a:spcAft>
            </a:pPr>
            <a:r>
              <a:rPr sz="1700" b="0" i="0" lang="en-US">
                <a:solidFill>
                  <a:srgbClr val="1C2333"/>
                </a:solidFill>
                <a:latin typeface="Segoe UI"/>
              </a:rPr>
              <a:t>15) The past of hear (يسمع) is ……   (flew – caught – heard)</a:t>
            </a:r>
          </a:p>
          <a:p>
            <a:pPr lvl="1" rtl="0" algn="l">
              <a:spcAft>
                <a:spcPts val="700"/>
              </a:spcAft>
            </a:pPr>
            <a:r>
              <a:rPr sz="1600" b="1" i="0" lang="en-US">
                <a:solidFill>
                  <a:srgbClr val="0F7A3D"/>
                </a:solidFill>
                <a:latin typeface="Segoe UI"/>
              </a:rPr>
              <a:t>✔ heard</a:t>
            </a:r>
          </a:p>
          <a:p>
            <a:pPr rtl="0" algn="l">
              <a:spcAft>
                <a:spcPts val="300"/>
              </a:spcAft>
            </a:pPr>
            <a:r>
              <a:rPr sz="1700" b="0" i="0" lang="en-US">
                <a:solidFill>
                  <a:srgbClr val="1C2333"/>
                </a:solidFill>
                <a:latin typeface="Segoe UI"/>
              </a:rPr>
              <a:t>16) The past of take (يأخذ) is ……   (learnt – took – had)</a:t>
            </a:r>
          </a:p>
          <a:p>
            <a:pPr lvl="1" rtl="0" algn="l">
              <a:spcAft>
                <a:spcPts val="700"/>
              </a:spcAft>
            </a:pPr>
            <a:r>
              <a:rPr sz="1600" b="1" i="0" lang="en-US">
                <a:solidFill>
                  <a:srgbClr val="0F7A3D"/>
                </a:solidFill>
                <a:latin typeface="Segoe UI"/>
              </a:rPr>
              <a:t>✔ took</a:t>
            </a:r>
          </a:p>
          <a:p>
            <a:pPr rtl="0" algn="l">
              <a:spcAft>
                <a:spcPts val="300"/>
              </a:spcAft>
            </a:pPr>
            <a:r>
              <a:rPr sz="1700" b="0" i="0" lang="en-US">
                <a:solidFill>
                  <a:srgbClr val="1C2333"/>
                </a:solidFill>
                <a:latin typeface="Segoe UI"/>
              </a:rPr>
              <a:t>17) The past of win (يفوز) is ……   (won – grew – paid)</a:t>
            </a:r>
          </a:p>
          <a:p>
            <a:pPr lvl="1" rtl="0" algn="l">
              <a:spcAft>
                <a:spcPts val="700"/>
              </a:spcAft>
            </a:pPr>
            <a:r>
              <a:rPr sz="1600" b="1" i="0" lang="en-US">
                <a:solidFill>
                  <a:srgbClr val="0F7A3D"/>
                </a:solidFill>
                <a:latin typeface="Segoe UI"/>
              </a:rPr>
              <a:t>✔ won</a:t>
            </a:r>
          </a:p>
          <a:p>
            <a:pPr rtl="0" algn="l">
              <a:spcAft>
                <a:spcPts val="300"/>
              </a:spcAft>
            </a:pPr>
            <a:r>
              <a:rPr sz="1700" b="0" i="0" lang="en-US">
                <a:solidFill>
                  <a:srgbClr val="1C2333"/>
                </a:solidFill>
                <a:latin typeface="Segoe UI"/>
              </a:rPr>
              <a:t>18) The past of think (يفكر) is ……   (felt – thought – swam)</a:t>
            </a:r>
          </a:p>
          <a:p>
            <a:pPr lvl="1" rtl="0" algn="l">
              <a:spcAft>
                <a:spcPts val="700"/>
              </a:spcAft>
            </a:pPr>
            <a:r>
              <a:rPr sz="1600" b="1" i="0" lang="en-US">
                <a:solidFill>
                  <a:srgbClr val="0F7A3D"/>
                </a:solidFill>
                <a:latin typeface="Segoe UI"/>
              </a:rPr>
              <a:t>✔ thought</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(4/5)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The past of lose (يفقد) is ……   (caught – ate – lost)</a:t>
            </a:r>
          </a:p>
          <a:p>
            <a:pPr rtl="0" algn="l">
              <a:spcAft>
                <a:spcPts val="800"/>
              </a:spcAft>
            </a:pPr>
            <a:r>
              <a:rPr sz="1800" b="0" i="0" lang="en-US">
                <a:solidFill>
                  <a:srgbClr val="1C2333"/>
                </a:solidFill>
                <a:latin typeface="Segoe UI"/>
              </a:rPr>
              <a:t>20) The past of get up (يستيقظ) is ……   (came – got up – was)</a:t>
            </a:r>
          </a:p>
          <a:p>
            <a:pPr rtl="0" algn="l">
              <a:spcAft>
                <a:spcPts val="800"/>
              </a:spcAft>
            </a:pPr>
            <a:r>
              <a:rPr sz="1800" b="0" i="0" lang="en-US">
                <a:solidFill>
                  <a:srgbClr val="1C2333"/>
                </a:solidFill>
                <a:latin typeface="Segoe UI"/>
              </a:rPr>
              <a:t>21) The past of wear (يرتدي) is ……   (lost – grew – wore)</a:t>
            </a:r>
          </a:p>
          <a:p>
            <a:pPr rtl="0" algn="l">
              <a:spcAft>
                <a:spcPts val="800"/>
              </a:spcAft>
            </a:pPr>
            <a:r>
              <a:rPr sz="1800" b="0" i="0" lang="en-US">
                <a:solidFill>
                  <a:srgbClr val="1C2333"/>
                </a:solidFill>
                <a:latin typeface="Segoe UI"/>
              </a:rPr>
              <a:t>22) The past of forget (ينسى) is ……   (kept – swam – forgot)</a:t>
            </a:r>
          </a:p>
          <a:p>
            <a:pPr rtl="0" algn="l">
              <a:spcAft>
                <a:spcPts val="800"/>
              </a:spcAft>
            </a:pPr>
            <a:r>
              <a:rPr sz="1800" b="0" i="0" lang="en-US">
                <a:solidFill>
                  <a:srgbClr val="1C2333"/>
                </a:solidFill>
                <a:latin typeface="Segoe UI"/>
              </a:rPr>
              <a:t>23) The past of say (يقول) is ……   (drove – lost – said)</a:t>
            </a:r>
          </a:p>
          <a:p>
            <a:pPr rtl="0" algn="l">
              <a:spcAft>
                <a:spcPts val="800"/>
              </a:spcAft>
            </a:pPr>
            <a:r>
              <a:rPr sz="1800" b="0" i="0" lang="en-US">
                <a:solidFill>
                  <a:srgbClr val="1C2333"/>
                </a:solidFill>
                <a:latin typeface="Segoe UI"/>
              </a:rPr>
              <a:t>24) The past of know (يعرف) is ……   (wore – had – knew)</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(4/5)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The past of lose (يفقد) is ……   (caught – ate – lost)</a:t>
            </a:r>
          </a:p>
          <a:p>
            <a:pPr lvl="1" rtl="0" algn="l">
              <a:spcAft>
                <a:spcPts val="700"/>
              </a:spcAft>
            </a:pPr>
            <a:r>
              <a:rPr sz="1600" b="1" i="0" lang="en-US">
                <a:solidFill>
                  <a:srgbClr val="0F7A3D"/>
                </a:solidFill>
                <a:latin typeface="Segoe UI"/>
              </a:rPr>
              <a:t>✔ lost</a:t>
            </a:r>
          </a:p>
          <a:p>
            <a:pPr rtl="0" algn="l">
              <a:spcAft>
                <a:spcPts val="300"/>
              </a:spcAft>
            </a:pPr>
            <a:r>
              <a:rPr sz="1700" b="0" i="0" lang="en-US">
                <a:solidFill>
                  <a:srgbClr val="1C2333"/>
                </a:solidFill>
                <a:latin typeface="Segoe UI"/>
              </a:rPr>
              <a:t>20) The past of get up (يستيقظ) is ……   (came – got up – was)</a:t>
            </a:r>
          </a:p>
          <a:p>
            <a:pPr lvl="1" rtl="0" algn="l">
              <a:spcAft>
                <a:spcPts val="700"/>
              </a:spcAft>
            </a:pPr>
            <a:r>
              <a:rPr sz="1600" b="1" i="0" lang="en-US">
                <a:solidFill>
                  <a:srgbClr val="0F7A3D"/>
                </a:solidFill>
                <a:latin typeface="Segoe UI"/>
              </a:rPr>
              <a:t>✔ got up</a:t>
            </a:r>
          </a:p>
          <a:p>
            <a:pPr rtl="0" algn="l">
              <a:spcAft>
                <a:spcPts val="300"/>
              </a:spcAft>
            </a:pPr>
            <a:r>
              <a:rPr sz="1700" b="0" i="0" lang="en-US">
                <a:solidFill>
                  <a:srgbClr val="1C2333"/>
                </a:solidFill>
                <a:latin typeface="Segoe UI"/>
              </a:rPr>
              <a:t>21) The past of wear (يرتدي) is ……   (lost – grew – wore)</a:t>
            </a:r>
          </a:p>
          <a:p>
            <a:pPr lvl="1" rtl="0" algn="l">
              <a:spcAft>
                <a:spcPts val="700"/>
              </a:spcAft>
            </a:pPr>
            <a:r>
              <a:rPr sz="1600" b="1" i="0" lang="en-US">
                <a:solidFill>
                  <a:srgbClr val="0F7A3D"/>
                </a:solidFill>
                <a:latin typeface="Segoe UI"/>
              </a:rPr>
              <a:t>✔ wore</a:t>
            </a:r>
          </a:p>
          <a:p>
            <a:pPr rtl="0" algn="l">
              <a:spcAft>
                <a:spcPts val="300"/>
              </a:spcAft>
            </a:pPr>
            <a:r>
              <a:rPr sz="1700" b="0" i="0" lang="en-US">
                <a:solidFill>
                  <a:srgbClr val="1C2333"/>
                </a:solidFill>
                <a:latin typeface="Segoe UI"/>
              </a:rPr>
              <a:t>22) The past of forget (ينسى) is ……   (kept – swam – forgot)</a:t>
            </a:r>
          </a:p>
          <a:p>
            <a:pPr lvl="1" rtl="0" algn="l">
              <a:spcAft>
                <a:spcPts val="700"/>
              </a:spcAft>
            </a:pPr>
            <a:r>
              <a:rPr sz="1600" b="1" i="0" lang="en-US">
                <a:solidFill>
                  <a:srgbClr val="0F7A3D"/>
                </a:solidFill>
                <a:latin typeface="Segoe UI"/>
              </a:rPr>
              <a:t>✔ forgot</a:t>
            </a:r>
          </a:p>
          <a:p>
            <a:pPr rtl="0" algn="l">
              <a:spcAft>
                <a:spcPts val="300"/>
              </a:spcAft>
            </a:pPr>
            <a:r>
              <a:rPr sz="1700" b="0" i="0" lang="en-US">
                <a:solidFill>
                  <a:srgbClr val="1C2333"/>
                </a:solidFill>
                <a:latin typeface="Segoe UI"/>
              </a:rPr>
              <a:t>23) The past of say (يقول) is ……   (drove – lost – said)</a:t>
            </a:r>
          </a:p>
          <a:p>
            <a:pPr lvl="1" rtl="0" algn="l">
              <a:spcAft>
                <a:spcPts val="700"/>
              </a:spcAft>
            </a:pPr>
            <a:r>
              <a:rPr sz="1600" b="1" i="0" lang="en-US">
                <a:solidFill>
                  <a:srgbClr val="0F7A3D"/>
                </a:solidFill>
                <a:latin typeface="Segoe UI"/>
              </a:rPr>
              <a:t>✔ said</a:t>
            </a:r>
          </a:p>
          <a:p>
            <a:pPr rtl="0" algn="l">
              <a:spcAft>
                <a:spcPts val="300"/>
              </a:spcAft>
            </a:pPr>
            <a:r>
              <a:rPr sz="1700" b="0" i="0" lang="en-US">
                <a:solidFill>
                  <a:srgbClr val="1C2333"/>
                </a:solidFill>
                <a:latin typeface="Segoe UI"/>
              </a:rPr>
              <a:t>24) The past of know (يعرف) is ……   (wore – had – knew)</a:t>
            </a:r>
          </a:p>
          <a:p>
            <a:pPr lvl="1" rtl="0" algn="l">
              <a:spcAft>
                <a:spcPts val="700"/>
              </a:spcAft>
            </a:pPr>
            <a:r>
              <a:rPr sz="1600" b="1" i="0" lang="en-US">
                <a:solidFill>
                  <a:srgbClr val="0F7A3D"/>
                </a:solidFill>
                <a:latin typeface="Segoe UI"/>
              </a:rPr>
              <a:t>✔ knew</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(5/5)</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25) The past of build (يبني) is ……   (got up – drank – built)</a:t>
            </a:r>
          </a:p>
          <a:p>
            <a:pPr rtl="0" algn="l">
              <a:spcAft>
                <a:spcPts val="800"/>
              </a:spcAft>
            </a:pPr>
            <a:r>
              <a:rPr sz="1800" b="0" i="0" lang="en-US">
                <a:solidFill>
                  <a:srgbClr val="1C2333"/>
                </a:solidFill>
                <a:latin typeface="Segoe UI"/>
              </a:rPr>
              <a:t>26) The past of keep (يحفظ) is ……   (paid – came – kept)</a:t>
            </a:r>
          </a:p>
          <a:p>
            <a:pPr rtl="0" algn="l">
              <a:spcAft>
                <a:spcPts val="800"/>
              </a:spcAft>
            </a:pPr>
            <a:r>
              <a:rPr sz="1800" b="0" i="0" lang="en-US">
                <a:solidFill>
                  <a:srgbClr val="1C2333"/>
                </a:solidFill>
                <a:latin typeface="Segoe UI"/>
              </a:rPr>
              <a:t>27) The past of sleep (ينام) is ……   (brought – spoke – slept)</a:t>
            </a:r>
          </a:p>
          <a:p>
            <a:pPr rtl="0" algn="l">
              <a:spcAft>
                <a:spcPts val="800"/>
              </a:spcAft>
            </a:pPr>
            <a:r>
              <a:rPr sz="1800" b="0" i="0" lang="en-US">
                <a:solidFill>
                  <a:srgbClr val="1C2333"/>
                </a:solidFill>
                <a:latin typeface="Segoe UI"/>
              </a:rPr>
              <a:t>28) The past of come (يأتي) is ……   (flew – came – paid)</a:t>
            </a:r>
          </a:p>
          <a:p>
            <a:pPr rtl="0" algn="l">
              <a:spcAft>
                <a:spcPts val="800"/>
              </a:spcAft>
            </a:pPr>
            <a:r>
              <a:rPr sz="1800" b="0" i="0" lang="en-US">
                <a:solidFill>
                  <a:srgbClr val="1C2333"/>
                </a:solidFill>
                <a:latin typeface="Segoe UI"/>
              </a:rPr>
              <a:t>29) The past of catch (يلحق) is ……   (kept – came – caught)</a:t>
            </a:r>
          </a:p>
          <a:p>
            <a:pPr rtl="0" algn="l">
              <a:spcAft>
                <a:spcPts val="800"/>
              </a:spcAft>
            </a:pPr>
            <a:r>
              <a:rPr sz="1800" b="0" i="0" lang="en-US">
                <a:solidFill>
                  <a:srgbClr val="1C2333"/>
                </a:solidFill>
                <a:latin typeface="Segoe UI"/>
              </a:rPr>
              <a:t>30) The past of grow (ينمو) is ……   (found – felt – grew)</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A) Choose the past simple form · In-class Practice  (5/5)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25) The past of build (يبني) is ……   (got up – drank – built)</a:t>
            </a:r>
          </a:p>
          <a:p>
            <a:pPr lvl="1" rtl="0" algn="l">
              <a:spcAft>
                <a:spcPts val="700"/>
              </a:spcAft>
            </a:pPr>
            <a:r>
              <a:rPr sz="1600" b="1" i="0" lang="en-US">
                <a:solidFill>
                  <a:srgbClr val="0F7A3D"/>
                </a:solidFill>
                <a:latin typeface="Segoe UI"/>
              </a:rPr>
              <a:t>✔ built</a:t>
            </a:r>
          </a:p>
          <a:p>
            <a:pPr rtl="0" algn="l">
              <a:spcAft>
                <a:spcPts val="300"/>
              </a:spcAft>
            </a:pPr>
            <a:r>
              <a:rPr sz="1700" b="0" i="0" lang="en-US">
                <a:solidFill>
                  <a:srgbClr val="1C2333"/>
                </a:solidFill>
                <a:latin typeface="Segoe UI"/>
              </a:rPr>
              <a:t>26) The past of keep (يحفظ) is ……   (paid – came – kept)</a:t>
            </a:r>
          </a:p>
          <a:p>
            <a:pPr lvl="1" rtl="0" algn="l">
              <a:spcAft>
                <a:spcPts val="700"/>
              </a:spcAft>
            </a:pPr>
            <a:r>
              <a:rPr sz="1600" b="1" i="0" lang="en-US">
                <a:solidFill>
                  <a:srgbClr val="0F7A3D"/>
                </a:solidFill>
                <a:latin typeface="Segoe UI"/>
              </a:rPr>
              <a:t>✔ kept</a:t>
            </a:r>
          </a:p>
          <a:p>
            <a:pPr rtl="0" algn="l">
              <a:spcAft>
                <a:spcPts val="300"/>
              </a:spcAft>
            </a:pPr>
            <a:r>
              <a:rPr sz="1700" b="0" i="0" lang="en-US">
                <a:solidFill>
                  <a:srgbClr val="1C2333"/>
                </a:solidFill>
                <a:latin typeface="Segoe UI"/>
              </a:rPr>
              <a:t>27) The past of sleep (ينام) is ……   (brought – spoke – slept)</a:t>
            </a:r>
          </a:p>
          <a:p>
            <a:pPr lvl="1" rtl="0" algn="l">
              <a:spcAft>
                <a:spcPts val="700"/>
              </a:spcAft>
            </a:pPr>
            <a:r>
              <a:rPr sz="1600" b="1" i="0" lang="en-US">
                <a:solidFill>
                  <a:srgbClr val="0F7A3D"/>
                </a:solidFill>
                <a:latin typeface="Segoe UI"/>
              </a:rPr>
              <a:t>✔ slept</a:t>
            </a:r>
          </a:p>
          <a:p>
            <a:pPr rtl="0" algn="l">
              <a:spcAft>
                <a:spcPts val="300"/>
              </a:spcAft>
            </a:pPr>
            <a:r>
              <a:rPr sz="1700" b="0" i="0" lang="en-US">
                <a:solidFill>
                  <a:srgbClr val="1C2333"/>
                </a:solidFill>
                <a:latin typeface="Segoe UI"/>
              </a:rPr>
              <a:t>28) The past of come (يأتي) is ……   (flew – came – paid)</a:t>
            </a:r>
          </a:p>
          <a:p>
            <a:pPr lvl="1" rtl="0" algn="l">
              <a:spcAft>
                <a:spcPts val="700"/>
              </a:spcAft>
            </a:pPr>
            <a:r>
              <a:rPr sz="1600" b="1" i="0" lang="en-US">
                <a:solidFill>
                  <a:srgbClr val="0F7A3D"/>
                </a:solidFill>
                <a:latin typeface="Segoe UI"/>
              </a:rPr>
              <a:t>✔ came</a:t>
            </a:r>
          </a:p>
          <a:p>
            <a:pPr rtl="0" algn="l">
              <a:spcAft>
                <a:spcPts val="300"/>
              </a:spcAft>
            </a:pPr>
            <a:r>
              <a:rPr sz="1700" b="0" i="0" lang="en-US">
                <a:solidFill>
                  <a:srgbClr val="1C2333"/>
                </a:solidFill>
                <a:latin typeface="Segoe UI"/>
              </a:rPr>
              <a:t>29) The past of catch (يلحق) is ……   (kept – came – caught)</a:t>
            </a:r>
          </a:p>
          <a:p>
            <a:pPr lvl="1" rtl="0" algn="l">
              <a:spcAft>
                <a:spcPts val="700"/>
              </a:spcAft>
            </a:pPr>
            <a:r>
              <a:rPr sz="1600" b="1" i="0" lang="en-US">
                <a:solidFill>
                  <a:srgbClr val="0F7A3D"/>
                </a:solidFill>
                <a:latin typeface="Segoe UI"/>
              </a:rPr>
              <a:t>✔ caught</a:t>
            </a:r>
          </a:p>
          <a:p>
            <a:pPr rtl="0" algn="l">
              <a:spcAft>
                <a:spcPts val="300"/>
              </a:spcAft>
            </a:pPr>
            <a:r>
              <a:rPr sz="1700" b="0" i="0" lang="en-US">
                <a:solidFill>
                  <a:srgbClr val="1C2333"/>
                </a:solidFill>
                <a:latin typeface="Segoe UI"/>
              </a:rPr>
              <a:t>30) The past of grow (ينمو) is ……   (found – felt – grew)</a:t>
            </a:r>
          </a:p>
          <a:p>
            <a:pPr lvl="1" rtl="0" algn="l">
              <a:spcAft>
                <a:spcPts val="700"/>
              </a:spcAft>
            </a:pPr>
            <a:r>
              <a:rPr sz="1600" b="1" i="0" lang="en-US">
                <a:solidFill>
                  <a:srgbClr val="0F7A3D"/>
                </a:solidFill>
                <a:latin typeface="Segoe UI"/>
              </a:rPr>
              <a:t>✔ grew</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Give the past simple of: pay</a:t>
            </a:r>
          </a:p>
          <a:p>
            <a:pPr rtl="0" algn="l">
              <a:spcAft>
                <a:spcPts val="800"/>
              </a:spcAft>
            </a:pPr>
            <a:r>
              <a:rPr sz="1800" b="0" i="0" lang="en-US">
                <a:solidFill>
                  <a:srgbClr val="1C2333"/>
                </a:solidFill>
                <a:latin typeface="Segoe UI"/>
              </a:rPr>
              <a:t>2) Give the past simple of: find</a:t>
            </a:r>
          </a:p>
          <a:p>
            <a:pPr rtl="0" algn="l">
              <a:spcAft>
                <a:spcPts val="800"/>
              </a:spcAft>
            </a:pPr>
            <a:r>
              <a:rPr sz="1800" b="0" i="0" lang="en-US">
                <a:solidFill>
                  <a:srgbClr val="1C2333"/>
                </a:solidFill>
                <a:latin typeface="Segoe UI"/>
              </a:rPr>
              <a:t>3) Give the past simple of: stand</a:t>
            </a:r>
          </a:p>
          <a:p>
            <a:pPr rtl="0" algn="l">
              <a:spcAft>
                <a:spcPts val="800"/>
              </a:spcAft>
            </a:pPr>
            <a:r>
              <a:rPr sz="1800" b="0" i="0" lang="en-US">
                <a:solidFill>
                  <a:srgbClr val="1C2333"/>
                </a:solidFill>
                <a:latin typeface="Segoe UI"/>
              </a:rPr>
              <a:t>4) Give the past simple of: leave</a:t>
            </a:r>
          </a:p>
          <a:p>
            <a:pPr rtl="0" algn="l">
              <a:spcAft>
                <a:spcPts val="800"/>
              </a:spcAft>
            </a:pPr>
            <a:r>
              <a:rPr sz="1800" b="0" i="0" lang="en-US">
                <a:solidFill>
                  <a:srgbClr val="1C2333"/>
                </a:solidFill>
                <a:latin typeface="Segoe UI"/>
              </a:rPr>
              <a:t>5) Give the past simple of: speak</a:t>
            </a:r>
          </a:p>
          <a:p>
            <a:pPr rtl="0" algn="l">
              <a:spcAft>
                <a:spcPts val="800"/>
              </a:spcAft>
            </a:pPr>
            <a:r>
              <a:rPr sz="1800" b="0" i="0" lang="en-US">
                <a:solidFill>
                  <a:srgbClr val="1C2333"/>
                </a:solidFill>
                <a:latin typeface="Segoe UI"/>
              </a:rPr>
              <a:t>6) Give the past simple of: give</a:t>
            </a:r>
          </a:p>
          <a:p>
            <a:pPr rtl="0" algn="l">
              <a:spcAft>
                <a:spcPts val="800"/>
              </a:spcAft>
            </a:pPr>
            <a:r>
              <a:rPr sz="1800" b="0" i="0" lang="en-US">
                <a:solidFill>
                  <a:srgbClr val="1C2333"/>
                </a:solidFill>
                <a:latin typeface="Segoe UI"/>
              </a:rPr>
              <a:t>7) Give the past simple of: read</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Give the past simple of: pay</a:t>
            </a:r>
          </a:p>
          <a:p>
            <a:pPr lvl="1" rtl="0" algn="l">
              <a:spcAft>
                <a:spcPts val="700"/>
              </a:spcAft>
            </a:pPr>
            <a:r>
              <a:rPr sz="1600" b="1" i="0" lang="en-US">
                <a:solidFill>
                  <a:srgbClr val="0F7A3D"/>
                </a:solidFill>
                <a:latin typeface="Segoe UI"/>
              </a:rPr>
              <a:t>✔ paid</a:t>
            </a:r>
          </a:p>
          <a:p>
            <a:pPr rtl="0" algn="l">
              <a:spcAft>
                <a:spcPts val="300"/>
              </a:spcAft>
            </a:pPr>
            <a:r>
              <a:rPr sz="1700" b="0" i="0" lang="en-US">
                <a:solidFill>
                  <a:srgbClr val="1C2333"/>
                </a:solidFill>
                <a:latin typeface="Segoe UI"/>
              </a:rPr>
              <a:t>2) Give the past simple of: find</a:t>
            </a:r>
          </a:p>
          <a:p>
            <a:pPr lvl="1" rtl="0" algn="l">
              <a:spcAft>
                <a:spcPts val="700"/>
              </a:spcAft>
            </a:pPr>
            <a:r>
              <a:rPr sz="1600" b="1" i="0" lang="en-US">
                <a:solidFill>
                  <a:srgbClr val="0F7A3D"/>
                </a:solidFill>
                <a:latin typeface="Segoe UI"/>
              </a:rPr>
              <a:t>✔ found</a:t>
            </a:r>
          </a:p>
          <a:p>
            <a:pPr rtl="0" algn="l">
              <a:spcAft>
                <a:spcPts val="300"/>
              </a:spcAft>
            </a:pPr>
            <a:r>
              <a:rPr sz="1700" b="0" i="0" lang="en-US">
                <a:solidFill>
                  <a:srgbClr val="1C2333"/>
                </a:solidFill>
                <a:latin typeface="Segoe UI"/>
              </a:rPr>
              <a:t>3) Give the past simple of: stand</a:t>
            </a:r>
          </a:p>
          <a:p>
            <a:pPr lvl="1" rtl="0" algn="l">
              <a:spcAft>
                <a:spcPts val="700"/>
              </a:spcAft>
            </a:pPr>
            <a:r>
              <a:rPr sz="1600" b="1" i="0" lang="en-US">
                <a:solidFill>
                  <a:srgbClr val="0F7A3D"/>
                </a:solidFill>
                <a:latin typeface="Segoe UI"/>
              </a:rPr>
              <a:t>✔ stood</a:t>
            </a:r>
          </a:p>
          <a:p>
            <a:pPr rtl="0" algn="l">
              <a:spcAft>
                <a:spcPts val="300"/>
              </a:spcAft>
            </a:pPr>
            <a:r>
              <a:rPr sz="1700" b="0" i="0" lang="en-US">
                <a:solidFill>
                  <a:srgbClr val="1C2333"/>
                </a:solidFill>
                <a:latin typeface="Segoe UI"/>
              </a:rPr>
              <a:t>4) Give the past simple of: leave</a:t>
            </a:r>
          </a:p>
          <a:p>
            <a:pPr lvl="1" rtl="0" algn="l">
              <a:spcAft>
                <a:spcPts val="700"/>
              </a:spcAft>
            </a:pPr>
            <a:r>
              <a:rPr sz="1600" b="1" i="0" lang="en-US">
                <a:solidFill>
                  <a:srgbClr val="0F7A3D"/>
                </a:solidFill>
                <a:latin typeface="Segoe UI"/>
              </a:rPr>
              <a:t>✔ left</a:t>
            </a:r>
          </a:p>
          <a:p>
            <a:pPr rtl="0" algn="l">
              <a:spcAft>
                <a:spcPts val="300"/>
              </a:spcAft>
            </a:pPr>
            <a:r>
              <a:rPr sz="1700" b="0" i="0" lang="en-US">
                <a:solidFill>
                  <a:srgbClr val="1C2333"/>
                </a:solidFill>
                <a:latin typeface="Segoe UI"/>
              </a:rPr>
              <a:t>5) Give the past simple of: speak</a:t>
            </a:r>
          </a:p>
          <a:p>
            <a:pPr lvl="1" rtl="0" algn="l">
              <a:spcAft>
                <a:spcPts val="700"/>
              </a:spcAft>
            </a:pPr>
            <a:r>
              <a:rPr sz="1600" b="1" i="0" lang="en-US">
                <a:solidFill>
                  <a:srgbClr val="0F7A3D"/>
                </a:solidFill>
                <a:latin typeface="Segoe UI"/>
              </a:rPr>
              <a:t>✔ spoke</a:t>
            </a:r>
          </a:p>
          <a:p>
            <a:pPr rtl="0" algn="l">
              <a:spcAft>
                <a:spcPts val="300"/>
              </a:spcAft>
            </a:pPr>
            <a:r>
              <a:rPr sz="1700" b="0" i="0" lang="en-US">
                <a:solidFill>
                  <a:srgbClr val="1C2333"/>
                </a:solidFill>
                <a:latin typeface="Segoe UI"/>
              </a:rPr>
              <a:t>6) Give the past simple of: give</a:t>
            </a:r>
          </a:p>
          <a:p>
            <a:pPr lvl="1" rtl="0" algn="l">
              <a:spcAft>
                <a:spcPts val="700"/>
              </a:spcAft>
            </a:pPr>
            <a:r>
              <a:rPr sz="1600" b="1" i="0" lang="en-US">
                <a:solidFill>
                  <a:srgbClr val="0F7A3D"/>
                </a:solidFill>
                <a:latin typeface="Segoe UI"/>
              </a:rPr>
              <a:t>✔ gave</a:t>
            </a:r>
          </a:p>
          <a:p>
            <a:pPr rtl="0" algn="l">
              <a:spcAft>
                <a:spcPts val="300"/>
              </a:spcAft>
            </a:pPr>
            <a:r>
              <a:rPr sz="1700" b="0" i="0" lang="en-US">
                <a:solidFill>
                  <a:srgbClr val="1C2333"/>
                </a:solidFill>
                <a:latin typeface="Segoe UI"/>
              </a:rPr>
              <a:t>7) Give the past simple of: read</a:t>
            </a:r>
          </a:p>
          <a:p>
            <a:pPr lvl="1" rtl="0" algn="l">
              <a:spcAft>
                <a:spcPts val="700"/>
              </a:spcAft>
            </a:pPr>
            <a:r>
              <a:rPr sz="1600" b="1" i="0" lang="en-US">
                <a:solidFill>
                  <a:srgbClr val="0F7A3D"/>
                </a:solidFill>
                <a:latin typeface="Segoe UI"/>
              </a:rPr>
              <a:t>✔ read</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8) Give the past simple of: ride</a:t>
            </a:r>
          </a:p>
          <a:p>
            <a:pPr rtl="0" algn="l">
              <a:spcAft>
                <a:spcPts val="800"/>
              </a:spcAft>
            </a:pPr>
            <a:r>
              <a:rPr sz="1800" b="0" i="0" lang="en-US">
                <a:solidFill>
                  <a:srgbClr val="1C2333"/>
                </a:solidFill>
                <a:latin typeface="Segoe UI"/>
              </a:rPr>
              <a:t>9) Give the past simple of: see</a:t>
            </a:r>
          </a:p>
          <a:p>
            <a:pPr rtl="0" algn="l">
              <a:spcAft>
                <a:spcPts val="800"/>
              </a:spcAft>
            </a:pPr>
            <a:r>
              <a:rPr sz="1800" b="0" i="0" lang="en-US">
                <a:solidFill>
                  <a:srgbClr val="1C2333"/>
                </a:solidFill>
                <a:latin typeface="Segoe UI"/>
              </a:rPr>
              <a:t>10) Give the past simple of: fly</a:t>
            </a:r>
          </a:p>
          <a:p>
            <a:pPr rtl="0" algn="l">
              <a:spcAft>
                <a:spcPts val="800"/>
              </a:spcAft>
            </a:pPr>
            <a:r>
              <a:rPr sz="1800" b="0" i="0" lang="en-US">
                <a:solidFill>
                  <a:srgbClr val="1C2333"/>
                </a:solidFill>
                <a:latin typeface="Segoe UI"/>
              </a:rPr>
              <a:t>11) Give the past simple of: send</a:t>
            </a:r>
          </a:p>
          <a:p>
            <a:pPr rtl="0" algn="l">
              <a:spcAft>
                <a:spcPts val="800"/>
              </a:spcAft>
            </a:pPr>
            <a:r>
              <a:rPr sz="1800" b="0" i="0" lang="en-US">
                <a:solidFill>
                  <a:srgbClr val="1C2333"/>
                </a:solidFill>
                <a:latin typeface="Segoe UI"/>
              </a:rPr>
              <a:t>12) Give the past simple of: bring</a:t>
            </a:r>
          </a:p>
          <a:p>
            <a:pPr rtl="0" algn="l">
              <a:spcAft>
                <a:spcPts val="800"/>
              </a:spcAft>
            </a:pPr>
            <a:r>
              <a:rPr sz="1800" b="0" i="0" lang="en-US">
                <a:solidFill>
                  <a:srgbClr val="1C2333"/>
                </a:solidFill>
                <a:latin typeface="Segoe UI"/>
              </a:rPr>
              <a:t>13) Give the past simple of: choose</a:t>
            </a:r>
          </a:p>
          <a:p>
            <a:pPr rtl="0" algn="l">
              <a:spcAft>
                <a:spcPts val="800"/>
              </a:spcAft>
            </a:pPr>
            <a:r>
              <a:rPr sz="1800" b="0" i="0" lang="en-US">
                <a:solidFill>
                  <a:srgbClr val="1C2333"/>
                </a:solidFill>
                <a:latin typeface="Segoe UI"/>
              </a:rPr>
              <a:t>14) Give the past simple of: sweep</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8) Give the past simple of: ride</a:t>
            </a:r>
          </a:p>
          <a:p>
            <a:pPr lvl="1" rtl="0" algn="l">
              <a:spcAft>
                <a:spcPts val="700"/>
              </a:spcAft>
            </a:pPr>
            <a:r>
              <a:rPr sz="1600" b="1" i="0" lang="en-US">
                <a:solidFill>
                  <a:srgbClr val="0F7A3D"/>
                </a:solidFill>
                <a:latin typeface="Segoe UI"/>
              </a:rPr>
              <a:t>✔ rode</a:t>
            </a:r>
          </a:p>
          <a:p>
            <a:pPr rtl="0" algn="l">
              <a:spcAft>
                <a:spcPts val="300"/>
              </a:spcAft>
            </a:pPr>
            <a:r>
              <a:rPr sz="1700" b="0" i="0" lang="en-US">
                <a:solidFill>
                  <a:srgbClr val="1C2333"/>
                </a:solidFill>
                <a:latin typeface="Segoe UI"/>
              </a:rPr>
              <a:t>9) Give the past simple of: see</a:t>
            </a:r>
          </a:p>
          <a:p>
            <a:pPr lvl="1" rtl="0" algn="l">
              <a:spcAft>
                <a:spcPts val="700"/>
              </a:spcAft>
            </a:pPr>
            <a:r>
              <a:rPr sz="1600" b="1" i="0" lang="en-US">
                <a:solidFill>
                  <a:srgbClr val="0F7A3D"/>
                </a:solidFill>
                <a:latin typeface="Segoe UI"/>
              </a:rPr>
              <a:t>✔ saw</a:t>
            </a:r>
          </a:p>
          <a:p>
            <a:pPr rtl="0" algn="l">
              <a:spcAft>
                <a:spcPts val="300"/>
              </a:spcAft>
            </a:pPr>
            <a:r>
              <a:rPr sz="1700" b="0" i="0" lang="en-US">
                <a:solidFill>
                  <a:srgbClr val="1C2333"/>
                </a:solidFill>
                <a:latin typeface="Segoe UI"/>
              </a:rPr>
              <a:t>10) Give the past simple of: fly</a:t>
            </a:r>
          </a:p>
          <a:p>
            <a:pPr lvl="1" rtl="0" algn="l">
              <a:spcAft>
                <a:spcPts val="700"/>
              </a:spcAft>
            </a:pPr>
            <a:r>
              <a:rPr sz="1600" b="1" i="0" lang="en-US">
                <a:solidFill>
                  <a:srgbClr val="0F7A3D"/>
                </a:solidFill>
                <a:latin typeface="Segoe UI"/>
              </a:rPr>
              <a:t>✔ flew</a:t>
            </a:r>
          </a:p>
          <a:p>
            <a:pPr rtl="0" algn="l">
              <a:spcAft>
                <a:spcPts val="300"/>
              </a:spcAft>
            </a:pPr>
            <a:r>
              <a:rPr sz="1700" b="0" i="0" lang="en-US">
                <a:solidFill>
                  <a:srgbClr val="1C2333"/>
                </a:solidFill>
                <a:latin typeface="Segoe UI"/>
              </a:rPr>
              <a:t>11) Give the past simple of: send</a:t>
            </a:r>
          </a:p>
          <a:p>
            <a:pPr lvl="1" rtl="0" algn="l">
              <a:spcAft>
                <a:spcPts val="700"/>
              </a:spcAft>
            </a:pPr>
            <a:r>
              <a:rPr sz="1600" b="1" i="0" lang="en-US">
                <a:solidFill>
                  <a:srgbClr val="0F7A3D"/>
                </a:solidFill>
                <a:latin typeface="Segoe UI"/>
              </a:rPr>
              <a:t>✔ sent</a:t>
            </a:r>
          </a:p>
          <a:p>
            <a:pPr rtl="0" algn="l">
              <a:spcAft>
                <a:spcPts val="300"/>
              </a:spcAft>
            </a:pPr>
            <a:r>
              <a:rPr sz="1700" b="0" i="0" lang="en-US">
                <a:solidFill>
                  <a:srgbClr val="1C2333"/>
                </a:solidFill>
                <a:latin typeface="Segoe UI"/>
              </a:rPr>
              <a:t>12) Give the past simple of: bring</a:t>
            </a:r>
          </a:p>
          <a:p>
            <a:pPr lvl="1" rtl="0" algn="l">
              <a:spcAft>
                <a:spcPts val="700"/>
              </a:spcAft>
            </a:pPr>
            <a:r>
              <a:rPr sz="1600" b="1" i="0" lang="en-US">
                <a:solidFill>
                  <a:srgbClr val="0F7A3D"/>
                </a:solidFill>
                <a:latin typeface="Segoe UI"/>
              </a:rPr>
              <a:t>✔ brought</a:t>
            </a:r>
          </a:p>
          <a:p>
            <a:pPr rtl="0" algn="l">
              <a:spcAft>
                <a:spcPts val="300"/>
              </a:spcAft>
            </a:pPr>
            <a:r>
              <a:rPr sz="1700" b="0" i="0" lang="en-US">
                <a:solidFill>
                  <a:srgbClr val="1C2333"/>
                </a:solidFill>
                <a:latin typeface="Segoe UI"/>
              </a:rPr>
              <a:t>13) Give the past simple of: choose</a:t>
            </a:r>
          </a:p>
          <a:p>
            <a:pPr lvl="1" rtl="0" algn="l">
              <a:spcAft>
                <a:spcPts val="700"/>
              </a:spcAft>
            </a:pPr>
            <a:r>
              <a:rPr sz="1600" b="1" i="0" lang="en-US">
                <a:solidFill>
                  <a:srgbClr val="0F7A3D"/>
                </a:solidFill>
                <a:latin typeface="Segoe UI"/>
              </a:rPr>
              <a:t>✔ chose</a:t>
            </a:r>
          </a:p>
          <a:p>
            <a:pPr rtl="0" algn="l">
              <a:spcAft>
                <a:spcPts val="300"/>
              </a:spcAft>
            </a:pPr>
            <a:r>
              <a:rPr sz="1700" b="0" i="0" lang="en-US">
                <a:solidFill>
                  <a:srgbClr val="1C2333"/>
                </a:solidFill>
                <a:latin typeface="Segoe UI"/>
              </a:rPr>
              <a:t>14) Give the past simple of: sweep</a:t>
            </a:r>
          </a:p>
          <a:p>
            <a:pPr lvl="1" rtl="0" algn="l">
              <a:spcAft>
                <a:spcPts val="700"/>
              </a:spcAft>
            </a:pPr>
            <a:r>
              <a:rPr sz="1600" b="1" i="0" lang="en-US">
                <a:solidFill>
                  <a:srgbClr val="0F7A3D"/>
                </a:solidFill>
                <a:latin typeface="Segoe UI"/>
              </a:rPr>
              <a:t>✔ swept</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15) Give the past simple of: learn</a:t>
            </a:r>
          </a:p>
          <a:p>
            <a:pPr rtl="0" algn="l">
              <a:spcAft>
                <a:spcPts val="800"/>
              </a:spcAft>
            </a:pPr>
            <a:r>
              <a:rPr sz="1800" b="0" i="0" lang="en-US">
                <a:solidFill>
                  <a:srgbClr val="1C2333"/>
                </a:solidFill>
                <a:latin typeface="Segoe UI"/>
              </a:rPr>
              <a:t>16) Give the past simple of: drive</a:t>
            </a:r>
          </a:p>
          <a:p>
            <a:pPr rtl="0" algn="l">
              <a:spcAft>
                <a:spcPts val="800"/>
              </a:spcAft>
            </a:pPr>
            <a:r>
              <a:rPr sz="1800" b="0" i="0" lang="en-US">
                <a:solidFill>
                  <a:srgbClr val="1C2333"/>
                </a:solidFill>
                <a:latin typeface="Segoe UI"/>
              </a:rPr>
              <a:t>17) Give the past simple of: play</a:t>
            </a:r>
          </a:p>
          <a:p>
            <a:pPr rtl="0" algn="l">
              <a:spcAft>
                <a:spcPts val="800"/>
              </a:spcAft>
            </a:pPr>
            <a:r>
              <a:rPr sz="1800" b="0" i="0" lang="en-US">
                <a:solidFill>
                  <a:srgbClr val="1C2333"/>
                </a:solidFill>
                <a:latin typeface="Segoe UI"/>
              </a:rPr>
              <a:t>18) Give the past simple of: wash</a:t>
            </a:r>
          </a:p>
          <a:p>
            <a:pPr rtl="0" algn="l">
              <a:spcAft>
                <a:spcPts val="800"/>
              </a:spcAft>
            </a:pPr>
            <a:r>
              <a:rPr sz="1800" b="0" i="0" lang="en-US">
                <a:solidFill>
                  <a:srgbClr val="1C2333"/>
                </a:solidFill>
                <a:latin typeface="Segoe UI"/>
              </a:rPr>
              <a:t>19) Give the past simple of: walk</a:t>
            </a:r>
          </a:p>
          <a:p>
            <a:pPr rtl="0" algn="l">
              <a:spcAft>
                <a:spcPts val="800"/>
              </a:spcAft>
            </a:pPr>
            <a:r>
              <a:rPr sz="1800" b="0" i="0" lang="en-US">
                <a:solidFill>
                  <a:srgbClr val="1C2333"/>
                </a:solidFill>
                <a:latin typeface="Segoe UI"/>
              </a:rPr>
              <a:t>20) Give the past simple of: help</a:t>
            </a:r>
          </a:p>
          <a:p>
            <a:pPr rtl="0" algn="l">
              <a:spcAft>
                <a:spcPts val="800"/>
              </a:spcAft>
            </a:pPr>
            <a:r>
              <a:rPr sz="1800" b="0" i="0" lang="en-US">
                <a:solidFill>
                  <a:srgbClr val="1C2333"/>
                </a:solidFill>
                <a:latin typeface="Segoe UI"/>
              </a:rPr>
              <a:t>21) Give the past simple of: visit</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15) Give the past simple of: learn</a:t>
            </a:r>
          </a:p>
          <a:p>
            <a:pPr lvl="1" rtl="0" algn="l">
              <a:spcAft>
                <a:spcPts val="700"/>
              </a:spcAft>
            </a:pPr>
            <a:r>
              <a:rPr sz="1600" b="1" i="0" lang="en-US">
                <a:solidFill>
                  <a:srgbClr val="0F7A3D"/>
                </a:solidFill>
                <a:latin typeface="Segoe UI"/>
              </a:rPr>
              <a:t>✔ learnt</a:t>
            </a:r>
          </a:p>
          <a:p>
            <a:pPr rtl="0" algn="l">
              <a:spcAft>
                <a:spcPts val="300"/>
              </a:spcAft>
            </a:pPr>
            <a:r>
              <a:rPr sz="1700" b="0" i="0" lang="en-US">
                <a:solidFill>
                  <a:srgbClr val="1C2333"/>
                </a:solidFill>
                <a:latin typeface="Segoe UI"/>
              </a:rPr>
              <a:t>16) Give the past simple of: drive</a:t>
            </a:r>
          </a:p>
          <a:p>
            <a:pPr lvl="1" rtl="0" algn="l">
              <a:spcAft>
                <a:spcPts val="700"/>
              </a:spcAft>
            </a:pPr>
            <a:r>
              <a:rPr sz="1600" b="1" i="0" lang="en-US">
                <a:solidFill>
                  <a:srgbClr val="0F7A3D"/>
                </a:solidFill>
                <a:latin typeface="Segoe UI"/>
              </a:rPr>
              <a:t>✔ drove</a:t>
            </a:r>
          </a:p>
          <a:p>
            <a:pPr rtl="0" algn="l">
              <a:spcAft>
                <a:spcPts val="300"/>
              </a:spcAft>
            </a:pPr>
            <a:r>
              <a:rPr sz="1700" b="0" i="0" lang="en-US">
                <a:solidFill>
                  <a:srgbClr val="1C2333"/>
                </a:solidFill>
                <a:latin typeface="Segoe UI"/>
              </a:rPr>
              <a:t>17) Give the past simple of: play</a:t>
            </a:r>
          </a:p>
          <a:p>
            <a:pPr lvl="1" rtl="0" algn="l">
              <a:spcAft>
                <a:spcPts val="700"/>
              </a:spcAft>
            </a:pPr>
            <a:r>
              <a:rPr sz="1600" b="1" i="0" lang="en-US">
                <a:solidFill>
                  <a:srgbClr val="0F7A3D"/>
                </a:solidFill>
                <a:latin typeface="Segoe UI"/>
              </a:rPr>
              <a:t>✔ played</a:t>
            </a:r>
          </a:p>
          <a:p>
            <a:pPr rtl="0" algn="l">
              <a:spcAft>
                <a:spcPts val="300"/>
              </a:spcAft>
            </a:pPr>
            <a:r>
              <a:rPr sz="1700" b="0" i="0" lang="en-US">
                <a:solidFill>
                  <a:srgbClr val="1C2333"/>
                </a:solidFill>
                <a:latin typeface="Segoe UI"/>
              </a:rPr>
              <a:t>18) Give the past simple of: wash</a:t>
            </a:r>
          </a:p>
          <a:p>
            <a:pPr lvl="1" rtl="0" algn="l">
              <a:spcAft>
                <a:spcPts val="700"/>
              </a:spcAft>
            </a:pPr>
            <a:r>
              <a:rPr sz="1600" b="1" i="0" lang="en-US">
                <a:solidFill>
                  <a:srgbClr val="0F7A3D"/>
                </a:solidFill>
                <a:latin typeface="Segoe UI"/>
              </a:rPr>
              <a:t>✔ washed</a:t>
            </a:r>
          </a:p>
          <a:p>
            <a:pPr rtl="0" algn="l">
              <a:spcAft>
                <a:spcPts val="300"/>
              </a:spcAft>
            </a:pPr>
            <a:r>
              <a:rPr sz="1700" b="0" i="0" lang="en-US">
                <a:solidFill>
                  <a:srgbClr val="1C2333"/>
                </a:solidFill>
                <a:latin typeface="Segoe UI"/>
              </a:rPr>
              <a:t>19) Give the past simple of: walk</a:t>
            </a:r>
          </a:p>
          <a:p>
            <a:pPr lvl="1" rtl="0" algn="l">
              <a:spcAft>
                <a:spcPts val="700"/>
              </a:spcAft>
            </a:pPr>
            <a:r>
              <a:rPr sz="1600" b="1" i="0" lang="en-US">
                <a:solidFill>
                  <a:srgbClr val="0F7A3D"/>
                </a:solidFill>
                <a:latin typeface="Segoe UI"/>
              </a:rPr>
              <a:t>✔ walked</a:t>
            </a:r>
          </a:p>
          <a:p>
            <a:pPr rtl="0" algn="l">
              <a:spcAft>
                <a:spcPts val="300"/>
              </a:spcAft>
            </a:pPr>
            <a:r>
              <a:rPr sz="1700" b="0" i="0" lang="en-US">
                <a:solidFill>
                  <a:srgbClr val="1C2333"/>
                </a:solidFill>
                <a:latin typeface="Segoe UI"/>
              </a:rPr>
              <a:t>20) Give the past simple of: help</a:t>
            </a:r>
          </a:p>
          <a:p>
            <a:pPr lvl="1" rtl="0" algn="l">
              <a:spcAft>
                <a:spcPts val="700"/>
              </a:spcAft>
            </a:pPr>
            <a:r>
              <a:rPr sz="1600" b="1" i="0" lang="en-US">
                <a:solidFill>
                  <a:srgbClr val="0F7A3D"/>
                </a:solidFill>
                <a:latin typeface="Segoe UI"/>
              </a:rPr>
              <a:t>✔ helped</a:t>
            </a:r>
          </a:p>
          <a:p>
            <a:pPr rtl="0" algn="l">
              <a:spcAft>
                <a:spcPts val="300"/>
              </a:spcAft>
            </a:pPr>
            <a:r>
              <a:rPr sz="1700" b="0" i="0" lang="en-US">
                <a:solidFill>
                  <a:srgbClr val="1C2333"/>
                </a:solidFill>
                <a:latin typeface="Segoe UI"/>
              </a:rPr>
              <a:t>21) Give the past simple of: visit</a:t>
            </a:r>
          </a:p>
          <a:p>
            <a:pPr lvl="1" rtl="0" algn="l">
              <a:spcAft>
                <a:spcPts val="700"/>
              </a:spcAft>
            </a:pPr>
            <a:r>
              <a:rPr sz="1600" b="1" i="0" lang="en-US">
                <a:solidFill>
                  <a:srgbClr val="0F7A3D"/>
                </a:solidFill>
                <a:latin typeface="Segoe UI"/>
              </a:rPr>
              <a:t>✔ visited</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22) Give the past simple of: listen</a:t>
            </a:r>
          </a:p>
          <a:p>
            <a:pPr rtl="0" algn="l">
              <a:spcAft>
                <a:spcPts val="800"/>
              </a:spcAft>
            </a:pPr>
            <a:r>
              <a:rPr sz="1800" b="0" i="0" lang="en-US">
                <a:solidFill>
                  <a:srgbClr val="1C2333"/>
                </a:solidFill>
                <a:latin typeface="Segoe UI"/>
              </a:rPr>
              <a:t>23) Give the past simple of: like</a:t>
            </a:r>
          </a:p>
          <a:p>
            <a:pPr rtl="0" algn="l">
              <a:spcAft>
                <a:spcPts val="800"/>
              </a:spcAft>
            </a:pPr>
            <a:r>
              <a:rPr sz="1800" b="0" i="0" lang="en-US">
                <a:solidFill>
                  <a:srgbClr val="1C2333"/>
                </a:solidFill>
                <a:latin typeface="Segoe UI"/>
              </a:rPr>
              <a:t>24) Give the past simple of: work</a:t>
            </a:r>
          </a:p>
          <a:p>
            <a:pPr rtl="0" algn="l">
              <a:spcAft>
                <a:spcPts val="800"/>
              </a:spcAft>
            </a:pPr>
            <a:r>
              <a:rPr sz="1800" b="0" i="0" lang="en-US">
                <a:solidFill>
                  <a:srgbClr val="1C2333"/>
                </a:solidFill>
                <a:latin typeface="Segoe UI"/>
              </a:rPr>
              <a:t>25) Give the past simple of: study</a:t>
            </a:r>
          </a:p>
          <a:p>
            <a:pPr rtl="0" algn="l">
              <a:spcAft>
                <a:spcPts val="800"/>
              </a:spcAft>
            </a:pPr>
            <a:r>
              <a:rPr sz="1800" b="0" i="0" lang="en-US">
                <a:solidFill>
                  <a:srgbClr val="1C2333"/>
                </a:solidFill>
                <a:latin typeface="Segoe UI"/>
              </a:rPr>
              <a:t>26) Give the past simple of: clean</a:t>
            </a:r>
          </a:p>
          <a:p>
            <a:pPr rtl="0" algn="l">
              <a:spcAft>
                <a:spcPts val="800"/>
              </a:spcAft>
            </a:pPr>
            <a:r>
              <a:rPr sz="1800" b="0" i="0" lang="en-US">
                <a:solidFill>
                  <a:srgbClr val="1C2333"/>
                </a:solidFill>
                <a:latin typeface="Segoe UI"/>
              </a:rPr>
              <a:t>27) Give the past simple of: watch</a:t>
            </a:r>
          </a:p>
          <a:p>
            <a:pPr rtl="0" algn="l">
              <a:spcAft>
                <a:spcPts val="800"/>
              </a:spcAft>
            </a:pPr>
            <a:r>
              <a:rPr sz="1800" b="0" i="0" lang="en-US">
                <a:solidFill>
                  <a:srgbClr val="1C2333"/>
                </a:solidFill>
                <a:latin typeface="Segoe UI"/>
              </a:rPr>
              <a:t>28) Give the past simple of: cook</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5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5222"/>
                </a:solidFill>
                <a:latin typeface="Segoe UI"/>
              </a:rPr>
              <a:t>20</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20 — Irregular Verbs</a:t>
            </a:r>
          </a:p>
          <a:p>
            <a:pPr rtl="0" algn="l"/>
            <a:r>
              <a:rPr sz="1400" b="0" i="0" lang="en-US">
                <a:solidFill>
                  <a:srgbClr val="DDE6F3"/>
                </a:solidFill>
                <a:latin typeface="Segoe UI"/>
              </a:rPr>
              <a:t>B) Give the past simple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22) Give the past simple of: listen</a:t>
            </a:r>
          </a:p>
          <a:p>
            <a:pPr lvl="1" rtl="0" algn="l">
              <a:spcAft>
                <a:spcPts val="700"/>
              </a:spcAft>
            </a:pPr>
            <a:r>
              <a:rPr sz="1600" b="1" i="0" lang="en-US">
                <a:solidFill>
                  <a:srgbClr val="0F7A3D"/>
                </a:solidFill>
                <a:latin typeface="Segoe UI"/>
              </a:rPr>
              <a:t>✔ listened</a:t>
            </a:r>
          </a:p>
          <a:p>
            <a:pPr rtl="0" algn="l">
              <a:spcAft>
                <a:spcPts val="300"/>
              </a:spcAft>
            </a:pPr>
            <a:r>
              <a:rPr sz="1700" b="0" i="0" lang="en-US">
                <a:solidFill>
                  <a:srgbClr val="1C2333"/>
                </a:solidFill>
                <a:latin typeface="Segoe UI"/>
              </a:rPr>
              <a:t>23) Give the past simple of: like</a:t>
            </a:r>
          </a:p>
          <a:p>
            <a:pPr lvl="1" rtl="0" algn="l">
              <a:spcAft>
                <a:spcPts val="700"/>
              </a:spcAft>
            </a:pPr>
            <a:r>
              <a:rPr sz="1600" b="1" i="0" lang="en-US">
                <a:solidFill>
                  <a:srgbClr val="0F7A3D"/>
                </a:solidFill>
                <a:latin typeface="Segoe UI"/>
              </a:rPr>
              <a:t>✔ liked</a:t>
            </a:r>
          </a:p>
          <a:p>
            <a:pPr rtl="0" algn="l">
              <a:spcAft>
                <a:spcPts val="300"/>
              </a:spcAft>
            </a:pPr>
            <a:r>
              <a:rPr sz="1700" b="0" i="0" lang="en-US">
                <a:solidFill>
                  <a:srgbClr val="1C2333"/>
                </a:solidFill>
                <a:latin typeface="Segoe UI"/>
              </a:rPr>
              <a:t>24) Give the past simple of: work</a:t>
            </a:r>
          </a:p>
          <a:p>
            <a:pPr lvl="1" rtl="0" algn="l">
              <a:spcAft>
                <a:spcPts val="700"/>
              </a:spcAft>
            </a:pPr>
            <a:r>
              <a:rPr sz="1600" b="1" i="0" lang="en-US">
                <a:solidFill>
                  <a:srgbClr val="0F7A3D"/>
                </a:solidFill>
                <a:latin typeface="Segoe UI"/>
              </a:rPr>
              <a:t>✔ worked</a:t>
            </a:r>
          </a:p>
          <a:p>
            <a:pPr rtl="0" algn="l">
              <a:spcAft>
                <a:spcPts val="300"/>
              </a:spcAft>
            </a:pPr>
            <a:r>
              <a:rPr sz="1700" b="0" i="0" lang="en-US">
                <a:solidFill>
                  <a:srgbClr val="1C2333"/>
                </a:solidFill>
                <a:latin typeface="Segoe UI"/>
              </a:rPr>
              <a:t>25) Give the past simple of: study</a:t>
            </a:r>
          </a:p>
          <a:p>
            <a:pPr lvl="1" rtl="0" algn="l">
              <a:spcAft>
                <a:spcPts val="700"/>
              </a:spcAft>
            </a:pPr>
            <a:r>
              <a:rPr sz="1600" b="1" i="0" lang="en-US">
                <a:solidFill>
                  <a:srgbClr val="0F7A3D"/>
                </a:solidFill>
                <a:latin typeface="Segoe UI"/>
              </a:rPr>
              <a:t>✔ studied</a:t>
            </a:r>
          </a:p>
          <a:p>
            <a:pPr rtl="0" algn="l">
              <a:spcAft>
                <a:spcPts val="300"/>
              </a:spcAft>
            </a:pPr>
            <a:r>
              <a:rPr sz="1700" b="0" i="0" lang="en-US">
                <a:solidFill>
                  <a:srgbClr val="1C2333"/>
                </a:solidFill>
                <a:latin typeface="Segoe UI"/>
              </a:rPr>
              <a:t>26) Give the past simple of: clean</a:t>
            </a:r>
          </a:p>
          <a:p>
            <a:pPr lvl="1" rtl="0" algn="l">
              <a:spcAft>
                <a:spcPts val="700"/>
              </a:spcAft>
            </a:pPr>
            <a:r>
              <a:rPr sz="1600" b="1" i="0" lang="en-US">
                <a:solidFill>
                  <a:srgbClr val="0F7A3D"/>
                </a:solidFill>
                <a:latin typeface="Segoe UI"/>
              </a:rPr>
              <a:t>✔ cleaned</a:t>
            </a:r>
          </a:p>
          <a:p>
            <a:pPr rtl="0" algn="l">
              <a:spcAft>
                <a:spcPts val="300"/>
              </a:spcAft>
            </a:pPr>
            <a:r>
              <a:rPr sz="1700" b="0" i="0" lang="en-US">
                <a:solidFill>
                  <a:srgbClr val="1C2333"/>
                </a:solidFill>
                <a:latin typeface="Segoe UI"/>
              </a:rPr>
              <a:t>27) Give the past simple of: watch</a:t>
            </a:r>
          </a:p>
          <a:p>
            <a:pPr lvl="1" rtl="0" algn="l">
              <a:spcAft>
                <a:spcPts val="700"/>
              </a:spcAft>
            </a:pPr>
            <a:r>
              <a:rPr sz="1600" b="1" i="0" lang="en-US">
                <a:solidFill>
                  <a:srgbClr val="0F7A3D"/>
                </a:solidFill>
                <a:latin typeface="Segoe UI"/>
              </a:rPr>
              <a:t>✔ watched</a:t>
            </a:r>
          </a:p>
          <a:p>
            <a:pPr rtl="0" algn="l">
              <a:spcAft>
                <a:spcPts val="300"/>
              </a:spcAft>
            </a:pPr>
            <a:r>
              <a:rPr sz="1700" b="0" i="0" lang="en-US">
                <a:solidFill>
                  <a:srgbClr val="1C2333"/>
                </a:solidFill>
                <a:latin typeface="Segoe UI"/>
              </a:rPr>
              <a:t>28) Give the past simple of: cook</a:t>
            </a:r>
          </a:p>
          <a:p>
            <a:pPr lvl="1" rtl="0" algn="l">
              <a:spcAft>
                <a:spcPts val="700"/>
              </a:spcAft>
            </a:pPr>
            <a:r>
              <a:rPr sz="1600" b="1" i="0" lang="en-US">
                <a:solidFill>
                  <a:srgbClr val="0F7A3D"/>
                </a:solidFill>
                <a:latin typeface="Segoe UI"/>
              </a:rPr>
              <a:t>✔ cooked</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21</a:t>
            </a:r>
          </a:p>
          <a:p>
            <a:pPr algn="ctr" rtl="0"/>
            <a:r>
              <a:rPr sz="4600" b="1" i="0" lang="en-US">
                <a:solidFill>
                  <a:srgbClr val="FFFFFF"/>
                </a:solidFill>
                <a:latin typeface="Segoe UI"/>
              </a:rPr>
              <a:t>The Past Simple Tense</a:t>
            </a:r>
          </a:p>
          <a:p>
            <a:pPr algn="ctr" rtl="1"/>
            <a:r>
              <a:rPr sz="2900" b="0" i="0" lang="ar-EG" altLang="en-US">
                <a:solidFill>
                  <a:srgbClr val="FFFFFF"/>
                </a:solidFill>
                <a:latin typeface="Traditional Arabic"/>
              </a:rPr>
              <a:t>زمن الماضي البسيط</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التصريف الثاني للفعل + باقي الجملة .</a:t>
            </a:r>
          </a:p>
          <a:p>
            <a:pPr rtl="1" algn="r">
              <a:spcAft>
                <a:spcPts val="600"/>
              </a:spcAft>
            </a:pPr>
            <a:r>
              <a:rPr sz="2100" b="0" i="0" lang="ar-EG" altLang="en-US">
                <a:solidFill>
                  <a:srgbClr val="1C2333"/>
                </a:solidFill>
                <a:latin typeface="Traditional Arabic"/>
              </a:rPr>
              <a:t>يُستخدم للتعبير عن شيء حدث في الماضي وانتهى.</a:t>
            </a:r>
          </a:p>
          <a:p>
            <a:pPr rtl="1" algn="r">
              <a:spcAft>
                <a:spcPts val="600"/>
              </a:spcAft>
            </a:pPr>
            <a:r>
              <a:rPr sz="2100" b="0" i="0" lang="ar-EG" altLang="en-US">
                <a:solidFill>
                  <a:srgbClr val="1C2333"/>
                </a:solidFill>
                <a:latin typeface="Traditional Arabic"/>
              </a:rPr>
              <a:t>• live → live d — يضاف للفعل d إذا كان آخره e.</a:t>
            </a:r>
          </a:p>
          <a:p>
            <a:pPr rtl="1" algn="r">
              <a:spcAft>
                <a:spcPts val="600"/>
              </a:spcAft>
            </a:pPr>
            <a:r>
              <a:rPr sz="2100" b="0" i="0" lang="ar-EG" altLang="en-US">
                <a:solidFill>
                  <a:srgbClr val="1C2333"/>
                </a:solidFill>
                <a:latin typeface="Traditional Arabic"/>
              </a:rPr>
              <a:t>• study → stud ied — إذا انتهى الفعل بـ y وقبلها ساكن نحذفها ونضيف ied.</a:t>
            </a:r>
          </a:p>
          <a:p>
            <a:pPr rtl="1" algn="r">
              <a:spcAft>
                <a:spcPts val="600"/>
              </a:spcAft>
            </a:pPr>
            <a:r>
              <a:rPr sz="2100" b="0" i="0" lang="ar-EG" altLang="en-US">
                <a:solidFill>
                  <a:srgbClr val="1C2333"/>
                </a:solidFill>
                <a:latin typeface="Traditional Arabic"/>
              </a:rPr>
              <a:t>• play → play ed — إذا انتهى الفعل بـ y وقبلها متحرك نضيف ed.</a:t>
            </a:r>
          </a:p>
          <a:p>
            <a:pPr rtl="1" algn="r">
              <a:spcAft>
                <a:spcPts val="600"/>
              </a:spcAft>
            </a:pPr>
            <a:r>
              <a:rPr sz="2100" b="0" i="0" lang="ar-EG" altLang="en-US">
                <a:solidFill>
                  <a:srgbClr val="1C2333"/>
                </a:solidFill>
                <a:latin typeface="Traditional Arabic"/>
              </a:rPr>
              <a:t>• watch → watch ed — باقي الأفعال المنتظمة يضاف لها ed.</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1" algn="r"/>
            <a:r>
              <a:rPr sz="1700" b="0" i="0" lang="ar-EG" altLang="en-US">
                <a:solidFill>
                  <a:srgbClr val="DDE6F3"/>
                </a:solidFill>
                <a:latin typeface="Traditional Arabic"/>
              </a:rPr>
              <a:t>Keywords — الكلمات الدالة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100" b="0" i="0" lang="ar-EG" altLang="en-US">
                <a:solidFill>
                  <a:srgbClr val="1C2333"/>
                </a:solidFill>
                <a:latin typeface="Traditional Arabic"/>
              </a:rPr>
              <a:t>Keyword | المعنى | ملاحظة</a:t>
            </a:r>
          </a:p>
          <a:p>
            <a:pPr rtl="1" algn="r">
              <a:spcAft>
                <a:spcPts val="600"/>
              </a:spcAft>
            </a:pPr>
            <a:r>
              <a:rPr sz="2100" b="0" i="0" lang="ar-EG" altLang="en-US">
                <a:solidFill>
                  <a:srgbClr val="1C2333"/>
                </a:solidFill>
                <a:latin typeface="Traditional Arabic"/>
              </a:rPr>
              <a:t>yesterday | أمس | تأتي في آخر الكلام</a:t>
            </a:r>
          </a:p>
          <a:p>
            <a:pPr rtl="1" algn="r">
              <a:spcAft>
                <a:spcPts val="600"/>
              </a:spcAft>
            </a:pPr>
            <a:r>
              <a:rPr sz="2100" b="0" i="0" lang="ar-EG" altLang="en-US">
                <a:solidFill>
                  <a:srgbClr val="1C2333"/>
                </a:solidFill>
                <a:latin typeface="Traditional Arabic"/>
              </a:rPr>
              <a:t>ago | منذ | يأتي قبلها مدة زمنية</a:t>
            </a:r>
          </a:p>
          <a:p>
            <a:pPr rtl="1" algn="r">
              <a:spcAft>
                <a:spcPts val="600"/>
              </a:spcAft>
            </a:pPr>
            <a:r>
              <a:rPr sz="2100" b="0" i="0" lang="ar-EG" altLang="en-US">
                <a:solidFill>
                  <a:srgbClr val="1C2333"/>
                </a:solidFill>
                <a:latin typeface="Traditional Arabic"/>
              </a:rPr>
              <a:t>last … | الماضي | يأتي بعدها فترة زمنية: last night / last week</a:t>
            </a:r>
          </a:p>
          <a:p>
            <a:pPr rtl="1" algn="r">
              <a:spcAft>
                <a:spcPts val="600"/>
              </a:spcAft>
            </a:pPr>
            <a:r>
              <a:rPr sz="2100" b="0" i="0" lang="ar-EG" altLang="en-US">
                <a:solidFill>
                  <a:srgbClr val="1C2333"/>
                </a:solidFill>
                <a:latin typeface="Traditional Arabic"/>
              </a:rPr>
              <a:t>in + سنة | في عام | يأتي بعدها سنة: in 2005</a:t>
            </a:r>
          </a:p>
          <a:p>
            <a:pPr rtl="1" algn="r">
              <a:spcAft>
                <a:spcPts val="600"/>
              </a:spcAft>
            </a:pPr>
            <a:r>
              <a:rPr sz="2100" b="0" i="0" lang="ar-EG" altLang="en-US">
                <a:solidFill>
                  <a:srgbClr val="1C2333"/>
                </a:solidFill>
                <a:latin typeface="Traditional Arabic"/>
              </a:rPr>
              <a:t>once / one day | ذات مرة / يوم ما | </a:t>
            </a:r>
          </a:p>
          <a:p>
            <a:pPr rtl="0" algn="l">
              <a:spcAft>
                <a:spcPts val="600"/>
              </a:spcAft>
            </a:pPr>
            <a:r>
              <a:rPr sz="1800" b="0" i="0" lang="en-US">
                <a:solidFill>
                  <a:srgbClr val="1C2333"/>
                </a:solidFill>
                <a:latin typeface="Segoe UI"/>
              </a:rPr>
              <a:t>in the past | في الماضي | </a:t>
            </a:r>
          </a:p>
          <a:p>
            <a:pPr rtl="0" algn="l">
              <a:spcAft>
                <a:spcPts val="600"/>
              </a:spcAft>
            </a:pPr>
            <a:r>
              <a:rPr sz="1800" b="0" i="0" lang="en-US">
                <a:solidFill>
                  <a:srgbClr val="1C2333"/>
                </a:solidFill>
                <a:latin typeface="Segoe UI"/>
              </a:rPr>
              <a:t>When I was … | عندما كنت | </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Negation &amp; Question — النفي والسؤال</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94222C"/>
                </a:solidFill>
                <a:latin typeface="Traditional Arabic"/>
              </a:rPr>
              <a:t>▶ فاعل + didn't + مصدر + باقي الجملة .</a:t>
            </a:r>
          </a:p>
          <a:p>
            <a:pPr rtl="1" algn="r">
              <a:spcAft>
                <a:spcPts val="600"/>
              </a:spcAft>
            </a:pPr>
            <a:r>
              <a:rPr sz="2100" b="0" i="0" lang="ar-EG" altLang="en-US">
                <a:solidFill>
                  <a:srgbClr val="1C2333"/>
                </a:solidFill>
                <a:latin typeface="Traditional Arabic"/>
              </a:rPr>
              <a:t>النفي مع جميع الضمائر، ويعود الفعل للمصدر.</a:t>
            </a:r>
          </a:p>
          <a:p>
            <a:pPr rtl="1" algn="r">
              <a:spcAft>
                <a:spcPts val="600"/>
              </a:spcAft>
            </a:pPr>
            <a:r>
              <a:rPr sz="2300" b="1" i="0" lang="ar-EG" altLang="en-US">
                <a:solidFill>
                  <a:srgbClr val="94222C"/>
                </a:solidFill>
                <a:latin typeface="Traditional Arabic"/>
              </a:rPr>
              <a:t>▶ Did + فاعل + مصدر + باقي الجملة ?</a:t>
            </a:r>
          </a:p>
          <a:p>
            <a:pPr rtl="1" algn="r">
              <a:spcAft>
                <a:spcPts val="600"/>
              </a:spcAft>
            </a:pPr>
            <a:r>
              <a:rPr sz="2100" b="0" i="0" lang="ar-EG" altLang="en-US">
                <a:solidFill>
                  <a:srgbClr val="1C2333"/>
                </a:solidFill>
                <a:latin typeface="Traditional Arabic"/>
              </a:rPr>
              <a:t>    السؤال بـ Did ويعود الفعل للمصدر.</a:t>
            </a:r>
          </a:p>
          <a:p>
            <a:pPr rtl="1" algn="r">
              <a:spcAft>
                <a:spcPts val="600"/>
              </a:spcAft>
            </a:pPr>
            <a:r>
              <a:rPr sz="2300" b="1" i="0" lang="ar-EG" altLang="en-US">
                <a:solidFill>
                  <a:srgbClr val="94222C"/>
                </a:solidFill>
                <a:latin typeface="Traditional Arabic"/>
              </a:rPr>
              <a:t>▶ أداة استفهام + did + فاعل + مصدر … ?</a:t>
            </a:r>
          </a:p>
          <a:p>
            <a:pPr rtl="1" algn="r">
              <a:spcAft>
                <a:spcPts val="600"/>
              </a:spcAft>
            </a:pPr>
            <a:r>
              <a:rPr sz="2100" b="0" i="0" lang="ar-EG" altLang="en-US">
                <a:solidFill>
                  <a:srgbClr val="1C2333"/>
                </a:solidFill>
                <a:latin typeface="Traditional Arabic"/>
              </a:rPr>
              <a:t>السؤال بأداة استفهام.</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A) Translate into Arabic · In-class Practice</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played football yesterday.</a:t>
            </a:r>
          </a:p>
          <a:p>
            <a:pPr rtl="0" algn="l">
              <a:spcAft>
                <a:spcPts val="800"/>
              </a:spcAft>
            </a:pPr>
            <a:r>
              <a:rPr sz="1800" b="0" i="0" lang="en-US">
                <a:solidFill>
                  <a:srgbClr val="1C2333"/>
                </a:solidFill>
                <a:latin typeface="Segoe UI"/>
              </a:rPr>
              <a:t>2) He visited Cairo last week.</a:t>
            </a:r>
          </a:p>
          <a:p>
            <a:pPr rtl="0" algn="l">
              <a:spcAft>
                <a:spcPts val="800"/>
              </a:spcAft>
            </a:pPr>
            <a:r>
              <a:rPr sz="1800" b="0" i="0" lang="en-US">
                <a:solidFill>
                  <a:srgbClr val="1C2333"/>
                </a:solidFill>
                <a:latin typeface="Segoe UI"/>
              </a:rPr>
              <a:t>3) We studied English three days ago.</a:t>
            </a:r>
          </a:p>
          <a:p>
            <a:pPr rtl="0" algn="l">
              <a:spcAft>
                <a:spcPts val="800"/>
              </a:spcAft>
            </a:pPr>
            <a:r>
              <a:rPr sz="1800" b="0" i="0" lang="en-US">
                <a:solidFill>
                  <a:srgbClr val="1C2333"/>
                </a:solidFill>
                <a:latin typeface="Segoe UI"/>
              </a:rPr>
              <a:t>4) I swam in the Red Sea yesterday.</a:t>
            </a:r>
          </a:p>
          <a:p>
            <a:pPr rtl="0" algn="l">
              <a:spcAft>
                <a:spcPts val="800"/>
              </a:spcAft>
            </a:pPr>
            <a:r>
              <a:rPr sz="1800" b="0" i="0" lang="en-US">
                <a:solidFill>
                  <a:srgbClr val="1C2333"/>
                </a:solidFill>
                <a:latin typeface="Segoe UI"/>
              </a:rPr>
              <a:t>5) My mum baked a cake last night.</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A) Translate into Arabic · In-class Practice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played football yesterday.</a:t>
            </a:r>
          </a:p>
          <a:p>
            <a:pPr lvl="1" rtl="1" algn="r">
              <a:spcAft>
                <a:spcPts val="700"/>
              </a:spcAft>
            </a:pPr>
            <a:r>
              <a:rPr sz="1900" b="1" i="0" lang="ar-EG" altLang="en-US">
                <a:solidFill>
                  <a:srgbClr val="0F7A3D"/>
                </a:solidFill>
                <a:latin typeface="Traditional Arabic"/>
              </a:rPr>
              <a:t>✔ لعبت كرة القدم أمس.</a:t>
            </a:r>
          </a:p>
          <a:p>
            <a:pPr rtl="0" algn="l">
              <a:spcAft>
                <a:spcPts val="300"/>
              </a:spcAft>
            </a:pPr>
            <a:r>
              <a:rPr sz="1700" b="0" i="0" lang="en-US">
                <a:solidFill>
                  <a:srgbClr val="1C2333"/>
                </a:solidFill>
                <a:latin typeface="Segoe UI"/>
              </a:rPr>
              <a:t>2) He visited Cairo last week.</a:t>
            </a:r>
          </a:p>
          <a:p>
            <a:pPr lvl="1" rtl="1" algn="r">
              <a:spcAft>
                <a:spcPts val="700"/>
              </a:spcAft>
            </a:pPr>
            <a:r>
              <a:rPr sz="1900" b="1" i="0" lang="ar-EG" altLang="en-US">
                <a:solidFill>
                  <a:srgbClr val="0F7A3D"/>
                </a:solidFill>
                <a:latin typeface="Traditional Arabic"/>
              </a:rPr>
              <a:t>✔ زار القاهرة الأسبوع الماضي.</a:t>
            </a:r>
          </a:p>
          <a:p>
            <a:pPr rtl="0" algn="l">
              <a:spcAft>
                <a:spcPts val="300"/>
              </a:spcAft>
            </a:pPr>
            <a:r>
              <a:rPr sz="1700" b="0" i="0" lang="en-US">
                <a:solidFill>
                  <a:srgbClr val="1C2333"/>
                </a:solidFill>
                <a:latin typeface="Segoe UI"/>
              </a:rPr>
              <a:t>3) We studied English three days ago.</a:t>
            </a:r>
          </a:p>
          <a:p>
            <a:pPr lvl="1" rtl="1" algn="r">
              <a:spcAft>
                <a:spcPts val="700"/>
              </a:spcAft>
            </a:pPr>
            <a:r>
              <a:rPr sz="1900" b="1" i="0" lang="ar-EG" altLang="en-US">
                <a:solidFill>
                  <a:srgbClr val="0F7A3D"/>
                </a:solidFill>
                <a:latin typeface="Traditional Arabic"/>
              </a:rPr>
              <a:t>✔ ذاكرنا الإنجليزية منذ ثلاثة أيام.</a:t>
            </a:r>
          </a:p>
          <a:p>
            <a:pPr rtl="0" algn="l">
              <a:spcAft>
                <a:spcPts val="300"/>
              </a:spcAft>
            </a:pPr>
            <a:r>
              <a:rPr sz="1700" b="0" i="0" lang="en-US">
                <a:solidFill>
                  <a:srgbClr val="1C2333"/>
                </a:solidFill>
                <a:latin typeface="Segoe UI"/>
              </a:rPr>
              <a:t>4) I swam in the Red Sea yesterday.</a:t>
            </a:r>
          </a:p>
          <a:p>
            <a:pPr lvl="1" rtl="1" algn="r">
              <a:spcAft>
                <a:spcPts val="700"/>
              </a:spcAft>
            </a:pPr>
            <a:r>
              <a:rPr sz="1900" b="1" i="0" lang="ar-EG" altLang="en-US">
                <a:solidFill>
                  <a:srgbClr val="0F7A3D"/>
                </a:solidFill>
                <a:latin typeface="Traditional Arabic"/>
              </a:rPr>
              <a:t>✔ سبحت في البحر الأحمر أمس.</a:t>
            </a:r>
          </a:p>
          <a:p>
            <a:pPr rtl="0" algn="l">
              <a:spcAft>
                <a:spcPts val="300"/>
              </a:spcAft>
            </a:pPr>
            <a:r>
              <a:rPr sz="1700" b="0" i="0" lang="en-US">
                <a:solidFill>
                  <a:srgbClr val="1C2333"/>
                </a:solidFill>
                <a:latin typeface="Segoe UI"/>
              </a:rPr>
              <a:t>5) My mum baked a cake last night.</a:t>
            </a:r>
          </a:p>
          <a:p>
            <a:pPr lvl="1" rtl="1" algn="r">
              <a:spcAft>
                <a:spcPts val="700"/>
              </a:spcAft>
            </a:pPr>
            <a:r>
              <a:rPr sz="1900" b="1" i="0" lang="ar-EG" altLang="en-US">
                <a:solidFill>
                  <a:srgbClr val="0F7A3D"/>
                </a:solidFill>
                <a:latin typeface="Traditional Arabic"/>
              </a:rPr>
              <a:t>✔ خبزت أمي كعكة الليلة الماضية.</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walked to school yesterday.</a:t>
            </a:r>
          </a:p>
          <a:p>
            <a:pPr rtl="0" algn="l">
              <a:spcAft>
                <a:spcPts val="800"/>
              </a:spcAft>
            </a:pPr>
            <a:r>
              <a:rPr sz="1800" b="0" i="0" lang="en-US">
                <a:solidFill>
                  <a:srgbClr val="1C2333"/>
                </a:solidFill>
                <a:latin typeface="Segoe UI"/>
              </a:rPr>
              <a:t>2) She visited Cairo last year.</a:t>
            </a:r>
          </a:p>
          <a:p>
            <a:pPr rtl="0" algn="l">
              <a:spcAft>
                <a:spcPts val="800"/>
              </a:spcAft>
            </a:pPr>
            <a:r>
              <a:rPr sz="1800" b="0" i="0" lang="en-US">
                <a:solidFill>
                  <a:srgbClr val="1C2333"/>
                </a:solidFill>
                <a:latin typeface="Segoe UI"/>
              </a:rPr>
              <a:t>3) He studied English last night.</a:t>
            </a:r>
          </a:p>
          <a:p>
            <a:pPr rtl="0" algn="l">
              <a:spcAft>
                <a:spcPts val="800"/>
              </a:spcAft>
            </a:pPr>
            <a:r>
              <a:rPr sz="1800" b="0" i="0" lang="en-US">
                <a:solidFill>
                  <a:srgbClr val="1C2333"/>
                </a:solidFill>
                <a:latin typeface="Segoe UI"/>
              </a:rPr>
              <a:t>4) My mum baked a cake last night.</a:t>
            </a:r>
          </a:p>
          <a:p>
            <a:pPr rtl="0" algn="l">
              <a:spcAft>
                <a:spcPts val="800"/>
              </a:spcAft>
            </a:pPr>
            <a:r>
              <a:rPr sz="1800" b="0" i="0" lang="en-US">
                <a:solidFill>
                  <a:srgbClr val="1C2333"/>
                </a:solidFill>
                <a:latin typeface="Segoe UI"/>
              </a:rPr>
              <a:t>5) We washed our car yesterday.</a:t>
            </a:r>
          </a:p>
          <a:p>
            <a:pPr rtl="0" algn="l">
              <a:spcAft>
                <a:spcPts val="800"/>
              </a:spcAft>
            </a:pPr>
            <a:r>
              <a:rPr sz="1800" b="0" i="0" lang="en-US">
                <a:solidFill>
                  <a:srgbClr val="1C2333"/>
                </a:solidFill>
                <a:latin typeface="Segoe UI"/>
              </a:rPr>
              <a:t>6) He played football yesterday.</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walked to school yesterday.</a:t>
            </a:r>
          </a:p>
          <a:p>
            <a:pPr lvl="1" rtl="0" algn="l">
              <a:spcAft>
                <a:spcPts val="700"/>
              </a:spcAft>
            </a:pPr>
            <a:r>
              <a:rPr sz="1600" b="1" i="0" lang="en-US">
                <a:solidFill>
                  <a:srgbClr val="0F7A3D"/>
                </a:solidFill>
                <a:latin typeface="Segoe UI"/>
              </a:rPr>
              <a:t>✔ I didn't walk to school yesterday.</a:t>
            </a:r>
          </a:p>
          <a:p>
            <a:pPr rtl="0" algn="l">
              <a:spcAft>
                <a:spcPts val="300"/>
              </a:spcAft>
            </a:pPr>
            <a:r>
              <a:rPr sz="1700" b="0" i="0" lang="en-US">
                <a:solidFill>
                  <a:srgbClr val="1C2333"/>
                </a:solidFill>
                <a:latin typeface="Segoe UI"/>
              </a:rPr>
              <a:t>2) She visited Cairo last year.</a:t>
            </a:r>
          </a:p>
          <a:p>
            <a:pPr lvl="1" rtl="0" algn="l">
              <a:spcAft>
                <a:spcPts val="700"/>
              </a:spcAft>
            </a:pPr>
            <a:r>
              <a:rPr sz="1600" b="1" i="0" lang="en-US">
                <a:solidFill>
                  <a:srgbClr val="0F7A3D"/>
                </a:solidFill>
                <a:latin typeface="Segoe UI"/>
              </a:rPr>
              <a:t>✔ She didn't visit Cairo last year.</a:t>
            </a:r>
          </a:p>
          <a:p>
            <a:pPr rtl="0" algn="l">
              <a:spcAft>
                <a:spcPts val="300"/>
              </a:spcAft>
            </a:pPr>
            <a:r>
              <a:rPr sz="1700" b="0" i="0" lang="en-US">
                <a:solidFill>
                  <a:srgbClr val="1C2333"/>
                </a:solidFill>
                <a:latin typeface="Segoe UI"/>
              </a:rPr>
              <a:t>3) He studied English last night.</a:t>
            </a:r>
          </a:p>
          <a:p>
            <a:pPr lvl="1" rtl="0" algn="l">
              <a:spcAft>
                <a:spcPts val="700"/>
              </a:spcAft>
            </a:pPr>
            <a:r>
              <a:rPr sz="1600" b="1" i="0" lang="en-US">
                <a:solidFill>
                  <a:srgbClr val="0F7A3D"/>
                </a:solidFill>
                <a:latin typeface="Segoe UI"/>
              </a:rPr>
              <a:t>✔ He didn't study English last night.</a:t>
            </a:r>
          </a:p>
          <a:p>
            <a:pPr rtl="0" algn="l">
              <a:spcAft>
                <a:spcPts val="300"/>
              </a:spcAft>
            </a:pPr>
            <a:r>
              <a:rPr sz="1700" b="0" i="0" lang="en-US">
                <a:solidFill>
                  <a:srgbClr val="1C2333"/>
                </a:solidFill>
                <a:latin typeface="Segoe UI"/>
              </a:rPr>
              <a:t>4) My mum baked a cake last night.</a:t>
            </a:r>
          </a:p>
          <a:p>
            <a:pPr lvl="1" rtl="0" algn="l">
              <a:spcAft>
                <a:spcPts val="700"/>
              </a:spcAft>
            </a:pPr>
            <a:r>
              <a:rPr sz="1600" b="1" i="0" lang="en-US">
                <a:solidFill>
                  <a:srgbClr val="0F7A3D"/>
                </a:solidFill>
                <a:latin typeface="Segoe UI"/>
              </a:rPr>
              <a:t>✔ My mum didn't bake a cake last night.</a:t>
            </a:r>
          </a:p>
          <a:p>
            <a:pPr rtl="0" algn="l">
              <a:spcAft>
                <a:spcPts val="300"/>
              </a:spcAft>
            </a:pPr>
            <a:r>
              <a:rPr sz="1700" b="0" i="0" lang="en-US">
                <a:solidFill>
                  <a:srgbClr val="1C2333"/>
                </a:solidFill>
                <a:latin typeface="Segoe UI"/>
              </a:rPr>
              <a:t>5) We washed our car yesterday.</a:t>
            </a:r>
          </a:p>
          <a:p>
            <a:pPr lvl="1" rtl="0" algn="l">
              <a:spcAft>
                <a:spcPts val="700"/>
              </a:spcAft>
            </a:pPr>
            <a:r>
              <a:rPr sz="1600" b="1" i="0" lang="en-US">
                <a:solidFill>
                  <a:srgbClr val="0F7A3D"/>
                </a:solidFill>
                <a:latin typeface="Segoe UI"/>
              </a:rPr>
              <a:t>✔ We didn't wash our car yesterday.</a:t>
            </a:r>
          </a:p>
          <a:p>
            <a:pPr rtl="0" algn="l">
              <a:spcAft>
                <a:spcPts val="300"/>
              </a:spcAft>
            </a:pPr>
            <a:r>
              <a:rPr sz="1700" b="0" i="0" lang="en-US">
                <a:solidFill>
                  <a:srgbClr val="1C2333"/>
                </a:solidFill>
                <a:latin typeface="Segoe UI"/>
              </a:rPr>
              <a:t>6) He played football yesterday.</a:t>
            </a:r>
          </a:p>
          <a:p>
            <a:pPr lvl="1" rtl="0" algn="l">
              <a:spcAft>
                <a:spcPts val="700"/>
              </a:spcAft>
            </a:pPr>
            <a:r>
              <a:rPr sz="1600" b="1" i="0" lang="en-US">
                <a:solidFill>
                  <a:srgbClr val="0F7A3D"/>
                </a:solidFill>
                <a:latin typeface="Segoe UI"/>
              </a:rPr>
              <a:t>✔ He didn't play football yesterday.</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They went to Alexandria last week.</a:t>
            </a:r>
          </a:p>
          <a:p>
            <a:pPr rtl="0" algn="l">
              <a:spcAft>
                <a:spcPts val="800"/>
              </a:spcAft>
            </a:pPr>
            <a:r>
              <a:rPr sz="1800" b="0" i="0" lang="en-US">
                <a:solidFill>
                  <a:srgbClr val="1C2333"/>
                </a:solidFill>
                <a:latin typeface="Segoe UI"/>
              </a:rPr>
              <a:t>8) My sister watched TV last night.</a:t>
            </a:r>
          </a:p>
          <a:p>
            <a:pPr rtl="0" algn="l">
              <a:spcAft>
                <a:spcPts val="800"/>
              </a:spcAft>
            </a:pPr>
            <a:r>
              <a:rPr sz="1800" b="0" i="0" lang="en-US">
                <a:solidFill>
                  <a:srgbClr val="1C2333"/>
                </a:solidFill>
                <a:latin typeface="Segoe UI"/>
              </a:rPr>
              <a:t>9) It rained a lot yesterday.</a:t>
            </a:r>
          </a:p>
          <a:p>
            <a:pPr rtl="0" algn="l">
              <a:spcAft>
                <a:spcPts val="800"/>
              </a:spcAft>
            </a:pPr>
            <a:r>
              <a:rPr sz="1800" b="0" i="0" lang="en-US">
                <a:solidFill>
                  <a:srgbClr val="1C2333"/>
                </a:solidFill>
                <a:latin typeface="Segoe UI"/>
              </a:rPr>
              <a:t>10) I went to the club with my friends yesterday.</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B) Negation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They went to Alexandria last week.</a:t>
            </a:r>
          </a:p>
          <a:p>
            <a:pPr lvl="1" rtl="0" algn="l">
              <a:spcAft>
                <a:spcPts val="700"/>
              </a:spcAft>
            </a:pPr>
            <a:r>
              <a:rPr sz="1600" b="1" i="0" lang="en-US">
                <a:solidFill>
                  <a:srgbClr val="0F7A3D"/>
                </a:solidFill>
                <a:latin typeface="Segoe UI"/>
              </a:rPr>
              <a:t>✔ They didn't go to Alexandria last week.</a:t>
            </a:r>
          </a:p>
          <a:p>
            <a:pPr rtl="0" algn="l">
              <a:spcAft>
                <a:spcPts val="300"/>
              </a:spcAft>
            </a:pPr>
            <a:r>
              <a:rPr sz="1700" b="0" i="0" lang="en-US">
                <a:solidFill>
                  <a:srgbClr val="1C2333"/>
                </a:solidFill>
                <a:latin typeface="Segoe UI"/>
              </a:rPr>
              <a:t>8) My sister watched TV last night.</a:t>
            </a:r>
          </a:p>
          <a:p>
            <a:pPr lvl="1" rtl="0" algn="l">
              <a:spcAft>
                <a:spcPts val="700"/>
              </a:spcAft>
            </a:pPr>
            <a:r>
              <a:rPr sz="1600" b="1" i="0" lang="en-US">
                <a:solidFill>
                  <a:srgbClr val="0F7A3D"/>
                </a:solidFill>
                <a:latin typeface="Segoe UI"/>
              </a:rPr>
              <a:t>✔ My sister didn't watch TV last night.</a:t>
            </a:r>
          </a:p>
          <a:p>
            <a:pPr rtl="0" algn="l">
              <a:spcAft>
                <a:spcPts val="300"/>
              </a:spcAft>
            </a:pPr>
            <a:r>
              <a:rPr sz="1700" b="0" i="0" lang="en-US">
                <a:solidFill>
                  <a:srgbClr val="1C2333"/>
                </a:solidFill>
                <a:latin typeface="Segoe UI"/>
              </a:rPr>
              <a:t>9) It rained a lot yesterday.</a:t>
            </a:r>
          </a:p>
          <a:p>
            <a:pPr lvl="1" rtl="0" algn="l">
              <a:spcAft>
                <a:spcPts val="700"/>
              </a:spcAft>
            </a:pPr>
            <a:r>
              <a:rPr sz="1600" b="1" i="0" lang="en-US">
                <a:solidFill>
                  <a:srgbClr val="0F7A3D"/>
                </a:solidFill>
                <a:latin typeface="Segoe UI"/>
              </a:rPr>
              <a:t>✔ It didn't rain a lot yesterday.</a:t>
            </a:r>
          </a:p>
          <a:p>
            <a:pPr rtl="0" algn="l">
              <a:spcAft>
                <a:spcPts val="300"/>
              </a:spcAft>
            </a:pPr>
            <a:r>
              <a:rPr sz="1700" b="0" i="0" lang="en-US">
                <a:solidFill>
                  <a:srgbClr val="1C2333"/>
                </a:solidFill>
                <a:latin typeface="Segoe UI"/>
              </a:rPr>
              <a:t>10) I went to the club with my friends yesterday.</a:t>
            </a:r>
          </a:p>
          <a:p>
            <a:pPr lvl="1" rtl="0" algn="l">
              <a:spcAft>
                <a:spcPts val="700"/>
              </a:spcAft>
            </a:pPr>
            <a:r>
              <a:rPr sz="1600" b="1" i="0" lang="en-US">
                <a:solidFill>
                  <a:srgbClr val="0F7A3D"/>
                </a:solidFill>
                <a:latin typeface="Segoe UI"/>
              </a:rPr>
              <a:t>✔ I didn't go to the club with my friends yesterday.</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met my friend last week.</a:t>
            </a:r>
          </a:p>
          <a:p>
            <a:pPr rtl="0" algn="l">
              <a:spcAft>
                <a:spcPts val="800"/>
              </a:spcAft>
            </a:pPr>
            <a:r>
              <a:rPr sz="1800" b="0" i="0" lang="en-US">
                <a:solidFill>
                  <a:srgbClr val="1C2333"/>
                </a:solidFill>
                <a:latin typeface="Segoe UI"/>
              </a:rPr>
              <a:t>2) My sister played tennis yesterday.</a:t>
            </a:r>
          </a:p>
          <a:p>
            <a:pPr rtl="0" algn="l">
              <a:spcAft>
                <a:spcPts val="800"/>
              </a:spcAft>
            </a:pPr>
            <a:r>
              <a:rPr sz="1800" b="0" i="0" lang="en-US">
                <a:solidFill>
                  <a:srgbClr val="1C2333"/>
                </a:solidFill>
                <a:latin typeface="Segoe UI"/>
              </a:rPr>
              <a:t>3) He studied Arabic last night.</a:t>
            </a:r>
          </a:p>
          <a:p>
            <a:pPr rtl="0" algn="l">
              <a:spcAft>
                <a:spcPts val="800"/>
              </a:spcAft>
            </a:pPr>
            <a:r>
              <a:rPr sz="1800" b="0" i="0" lang="en-US">
                <a:solidFill>
                  <a:srgbClr val="1C2333"/>
                </a:solidFill>
                <a:latin typeface="Segoe UI"/>
              </a:rPr>
              <a:t>4) They cleaned the house three hours ago.</a:t>
            </a:r>
          </a:p>
          <a:p>
            <a:pPr rtl="0" algn="l">
              <a:spcAft>
                <a:spcPts val="800"/>
              </a:spcAft>
            </a:pPr>
            <a:r>
              <a:rPr sz="1800" b="0" i="0" lang="en-US">
                <a:solidFill>
                  <a:srgbClr val="1C2333"/>
                </a:solidFill>
                <a:latin typeface="Segoe UI"/>
              </a:rPr>
              <a:t>5) She went to the museum last weekend.</a:t>
            </a:r>
          </a:p>
          <a:p>
            <a:pPr rtl="0" algn="l">
              <a:spcAft>
                <a:spcPts val="800"/>
              </a:spcAft>
            </a:pPr>
            <a:r>
              <a:rPr sz="1800" b="0" i="0" lang="en-US">
                <a:solidFill>
                  <a:srgbClr val="1C2333"/>
                </a:solidFill>
                <a:latin typeface="Segoe UI"/>
              </a:rPr>
              <a:t>6) Omar met his friend last year.</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met my friend last week.</a:t>
            </a:r>
          </a:p>
          <a:p>
            <a:pPr lvl="1" rtl="0" algn="l">
              <a:spcAft>
                <a:spcPts val="700"/>
              </a:spcAft>
            </a:pPr>
            <a:r>
              <a:rPr sz="1600" b="1" i="0" lang="en-US">
                <a:solidFill>
                  <a:srgbClr val="0F7A3D"/>
                </a:solidFill>
                <a:latin typeface="Segoe UI"/>
              </a:rPr>
              <a:t>✔ Did you meet your friend last week?</a:t>
            </a:r>
          </a:p>
          <a:p>
            <a:pPr rtl="0" algn="l">
              <a:spcAft>
                <a:spcPts val="300"/>
              </a:spcAft>
            </a:pPr>
            <a:r>
              <a:rPr sz="1700" b="0" i="0" lang="en-US">
                <a:solidFill>
                  <a:srgbClr val="1C2333"/>
                </a:solidFill>
                <a:latin typeface="Segoe UI"/>
              </a:rPr>
              <a:t>2) My sister played tennis yesterday.</a:t>
            </a:r>
          </a:p>
          <a:p>
            <a:pPr lvl="1" rtl="0" algn="l">
              <a:spcAft>
                <a:spcPts val="700"/>
              </a:spcAft>
            </a:pPr>
            <a:r>
              <a:rPr sz="1600" b="1" i="0" lang="en-US">
                <a:solidFill>
                  <a:srgbClr val="0F7A3D"/>
                </a:solidFill>
                <a:latin typeface="Segoe UI"/>
              </a:rPr>
              <a:t>✔ Did your sister play tennis yesterday?</a:t>
            </a:r>
          </a:p>
          <a:p>
            <a:pPr rtl="0" algn="l">
              <a:spcAft>
                <a:spcPts val="300"/>
              </a:spcAft>
            </a:pPr>
            <a:r>
              <a:rPr sz="1700" b="0" i="0" lang="en-US">
                <a:solidFill>
                  <a:srgbClr val="1C2333"/>
                </a:solidFill>
                <a:latin typeface="Segoe UI"/>
              </a:rPr>
              <a:t>3) He studied Arabic last night.</a:t>
            </a:r>
          </a:p>
          <a:p>
            <a:pPr lvl="1" rtl="0" algn="l">
              <a:spcAft>
                <a:spcPts val="700"/>
              </a:spcAft>
            </a:pPr>
            <a:r>
              <a:rPr sz="1600" b="1" i="0" lang="en-US">
                <a:solidFill>
                  <a:srgbClr val="0F7A3D"/>
                </a:solidFill>
                <a:latin typeface="Segoe UI"/>
              </a:rPr>
              <a:t>✔ Did he study Arabic last night?</a:t>
            </a:r>
          </a:p>
          <a:p>
            <a:pPr rtl="0" algn="l">
              <a:spcAft>
                <a:spcPts val="300"/>
              </a:spcAft>
            </a:pPr>
            <a:r>
              <a:rPr sz="1700" b="0" i="0" lang="en-US">
                <a:solidFill>
                  <a:srgbClr val="1C2333"/>
                </a:solidFill>
                <a:latin typeface="Segoe UI"/>
              </a:rPr>
              <a:t>4) They cleaned the house three hours ago.</a:t>
            </a:r>
          </a:p>
          <a:p>
            <a:pPr lvl="1" rtl="0" algn="l">
              <a:spcAft>
                <a:spcPts val="700"/>
              </a:spcAft>
            </a:pPr>
            <a:r>
              <a:rPr sz="1600" b="1" i="0" lang="en-US">
                <a:solidFill>
                  <a:srgbClr val="0F7A3D"/>
                </a:solidFill>
                <a:latin typeface="Segoe UI"/>
              </a:rPr>
              <a:t>✔ Did they clean the house three hours ago?</a:t>
            </a:r>
          </a:p>
          <a:p>
            <a:pPr rtl="0" algn="l">
              <a:spcAft>
                <a:spcPts val="300"/>
              </a:spcAft>
            </a:pPr>
            <a:r>
              <a:rPr sz="1700" b="0" i="0" lang="en-US">
                <a:solidFill>
                  <a:srgbClr val="1C2333"/>
                </a:solidFill>
                <a:latin typeface="Segoe UI"/>
              </a:rPr>
              <a:t>5) She went to the museum last weekend.</a:t>
            </a:r>
          </a:p>
          <a:p>
            <a:pPr lvl="1" rtl="0" algn="l">
              <a:spcAft>
                <a:spcPts val="700"/>
              </a:spcAft>
            </a:pPr>
            <a:r>
              <a:rPr sz="1600" b="1" i="0" lang="en-US">
                <a:solidFill>
                  <a:srgbClr val="0F7A3D"/>
                </a:solidFill>
                <a:latin typeface="Segoe UI"/>
              </a:rPr>
              <a:t>✔ Did she go to the museum last weekend?</a:t>
            </a:r>
          </a:p>
          <a:p>
            <a:pPr rtl="0" algn="l">
              <a:spcAft>
                <a:spcPts val="300"/>
              </a:spcAft>
            </a:pPr>
            <a:r>
              <a:rPr sz="1700" b="0" i="0" lang="en-US">
                <a:solidFill>
                  <a:srgbClr val="1C2333"/>
                </a:solidFill>
                <a:latin typeface="Segoe UI"/>
              </a:rPr>
              <a:t>6) Omar met his friend last year.</a:t>
            </a:r>
          </a:p>
          <a:p>
            <a:pPr lvl="1" rtl="0" algn="l">
              <a:spcAft>
                <a:spcPts val="700"/>
              </a:spcAft>
            </a:pPr>
            <a:r>
              <a:rPr sz="1600" b="1" i="0" lang="en-US">
                <a:solidFill>
                  <a:srgbClr val="0F7A3D"/>
                </a:solidFill>
                <a:latin typeface="Segoe UI"/>
              </a:rPr>
              <a:t>✔ Did Omar meet his friend last year?</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We visited London in 2015.</a:t>
            </a:r>
          </a:p>
          <a:p>
            <a:pPr rtl="0" algn="l">
              <a:spcAft>
                <a:spcPts val="800"/>
              </a:spcAft>
            </a:pPr>
            <a:r>
              <a:rPr sz="1800" b="0" i="0" lang="en-US">
                <a:solidFill>
                  <a:srgbClr val="1C2333"/>
                </a:solidFill>
                <a:latin typeface="Segoe UI"/>
              </a:rPr>
              <a:t>8) My parents had a nice weekend last week.</a:t>
            </a:r>
          </a:p>
          <a:p>
            <a:pPr rtl="0" algn="l">
              <a:spcAft>
                <a:spcPts val="800"/>
              </a:spcAft>
            </a:pPr>
            <a:r>
              <a:rPr sz="1800" b="0" i="0" lang="en-US">
                <a:solidFill>
                  <a:srgbClr val="1C2333"/>
                </a:solidFill>
                <a:latin typeface="Segoe UI"/>
              </a:rPr>
              <a:t>9) I climbed the mountain yesterday.</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C)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We visited London in 2015.</a:t>
            </a:r>
          </a:p>
          <a:p>
            <a:pPr lvl="1" rtl="0" algn="l">
              <a:spcAft>
                <a:spcPts val="700"/>
              </a:spcAft>
            </a:pPr>
            <a:r>
              <a:rPr sz="1600" b="1" i="0" lang="en-US">
                <a:solidFill>
                  <a:srgbClr val="0F7A3D"/>
                </a:solidFill>
                <a:latin typeface="Segoe UI"/>
              </a:rPr>
              <a:t>✔ Did you visit London in 2015?</a:t>
            </a:r>
          </a:p>
          <a:p>
            <a:pPr rtl="0" algn="l">
              <a:spcAft>
                <a:spcPts val="300"/>
              </a:spcAft>
            </a:pPr>
            <a:r>
              <a:rPr sz="1700" b="0" i="0" lang="en-US">
                <a:solidFill>
                  <a:srgbClr val="1C2333"/>
                </a:solidFill>
                <a:latin typeface="Segoe UI"/>
              </a:rPr>
              <a:t>8) My parents had a nice weekend last week.</a:t>
            </a:r>
          </a:p>
          <a:p>
            <a:pPr lvl="1" rtl="0" algn="l">
              <a:spcAft>
                <a:spcPts val="700"/>
              </a:spcAft>
            </a:pPr>
            <a:r>
              <a:rPr sz="1600" b="1" i="0" lang="en-US">
                <a:solidFill>
                  <a:srgbClr val="0F7A3D"/>
                </a:solidFill>
                <a:latin typeface="Segoe UI"/>
              </a:rPr>
              <a:t>✔ Did your parents have a nice weekend last week?</a:t>
            </a:r>
          </a:p>
          <a:p>
            <a:pPr rtl="0" algn="l">
              <a:spcAft>
                <a:spcPts val="300"/>
              </a:spcAft>
            </a:pPr>
            <a:r>
              <a:rPr sz="1700" b="0" i="0" lang="en-US">
                <a:solidFill>
                  <a:srgbClr val="1C2333"/>
                </a:solidFill>
                <a:latin typeface="Segoe UI"/>
              </a:rPr>
              <a:t>9) I climbed the mountain yesterday.</a:t>
            </a:r>
          </a:p>
          <a:p>
            <a:pPr lvl="1" rtl="0" algn="l">
              <a:spcAft>
                <a:spcPts val="700"/>
              </a:spcAft>
            </a:pPr>
            <a:r>
              <a:rPr sz="1600" b="1" i="0" lang="en-US">
                <a:solidFill>
                  <a:srgbClr val="0F7A3D"/>
                </a:solidFill>
                <a:latin typeface="Segoe UI"/>
              </a:rPr>
              <a:t>✔ Did you climb the mountain yesterday?</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Did you watch TV yesterday?</a:t>
            </a:r>
          </a:p>
          <a:p>
            <a:pPr rtl="0" algn="l">
              <a:spcAft>
                <a:spcPts val="800"/>
              </a:spcAft>
            </a:pPr>
            <a:r>
              <a:rPr sz="1800" b="0" i="0" lang="en-US">
                <a:solidFill>
                  <a:srgbClr val="1C2333"/>
                </a:solidFill>
                <a:latin typeface="Segoe UI"/>
              </a:rPr>
              <a:t>2) Did she listen to music last night?</a:t>
            </a:r>
          </a:p>
          <a:p>
            <a:pPr rtl="0" algn="l">
              <a:spcAft>
                <a:spcPts val="800"/>
              </a:spcAft>
            </a:pPr>
            <a:r>
              <a:rPr sz="1800" b="0" i="0" lang="en-US">
                <a:solidFill>
                  <a:srgbClr val="1C2333"/>
                </a:solidFill>
                <a:latin typeface="Segoe UI"/>
              </a:rPr>
              <a:t>3) Did they play football yesterday?</a:t>
            </a:r>
          </a:p>
          <a:p>
            <a:pPr rtl="0" algn="l">
              <a:spcAft>
                <a:spcPts val="800"/>
              </a:spcAft>
            </a:pPr>
            <a:r>
              <a:rPr sz="1800" b="0" i="0" lang="en-US">
                <a:solidFill>
                  <a:srgbClr val="1C2333"/>
                </a:solidFill>
                <a:latin typeface="Segoe UI"/>
              </a:rPr>
              <a:t>4) Did he visit the zoo last week?</a:t>
            </a:r>
          </a:p>
          <a:p>
            <a:pPr rtl="0" algn="l">
              <a:spcAft>
                <a:spcPts val="800"/>
              </a:spcAft>
            </a:pPr>
            <a:r>
              <a:rPr sz="1800" b="0" i="0" lang="en-US">
                <a:solidFill>
                  <a:srgbClr val="1C2333"/>
                </a:solidFill>
                <a:latin typeface="Segoe UI"/>
              </a:rPr>
              <a:t>5) Did Rody study English yesterday?</a:t>
            </a:r>
          </a:p>
          <a:p>
            <a:pPr rtl="0" algn="l">
              <a:spcAft>
                <a:spcPts val="800"/>
              </a:spcAft>
            </a:pPr>
            <a:r>
              <a:rPr sz="1800" b="0" i="0" lang="en-US">
                <a:solidFill>
                  <a:srgbClr val="1C2333"/>
                </a:solidFill>
                <a:latin typeface="Segoe UI"/>
              </a:rPr>
              <a:t>6) Did your parents travel to Cairo last week?</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Did you watch TV yesterday?</a:t>
            </a:r>
          </a:p>
          <a:p>
            <a:pPr lvl="1" rtl="0" algn="l">
              <a:spcAft>
                <a:spcPts val="700"/>
              </a:spcAft>
            </a:pPr>
            <a:r>
              <a:rPr sz="1600" b="1" i="0" lang="en-US">
                <a:solidFill>
                  <a:srgbClr val="0F7A3D"/>
                </a:solidFill>
                <a:latin typeface="Segoe UI"/>
              </a:rPr>
              <a:t>✔ Yes, I did. / No, I didn't.</a:t>
            </a:r>
          </a:p>
          <a:p>
            <a:pPr rtl="0" algn="l">
              <a:spcAft>
                <a:spcPts val="300"/>
              </a:spcAft>
            </a:pPr>
            <a:r>
              <a:rPr sz="1700" b="0" i="0" lang="en-US">
                <a:solidFill>
                  <a:srgbClr val="1C2333"/>
                </a:solidFill>
                <a:latin typeface="Segoe UI"/>
              </a:rPr>
              <a:t>2) Did she listen to music last night?</a:t>
            </a:r>
          </a:p>
          <a:p>
            <a:pPr lvl="1" rtl="0" algn="l">
              <a:spcAft>
                <a:spcPts val="700"/>
              </a:spcAft>
            </a:pPr>
            <a:r>
              <a:rPr sz="1600" b="1" i="0" lang="en-US">
                <a:solidFill>
                  <a:srgbClr val="0F7A3D"/>
                </a:solidFill>
                <a:latin typeface="Segoe UI"/>
              </a:rPr>
              <a:t>✔ Yes, she did. / No, she didn't.</a:t>
            </a:r>
          </a:p>
          <a:p>
            <a:pPr rtl="0" algn="l">
              <a:spcAft>
                <a:spcPts val="300"/>
              </a:spcAft>
            </a:pPr>
            <a:r>
              <a:rPr sz="1700" b="0" i="0" lang="en-US">
                <a:solidFill>
                  <a:srgbClr val="1C2333"/>
                </a:solidFill>
                <a:latin typeface="Segoe UI"/>
              </a:rPr>
              <a:t>3) Did they play football yesterday?</a:t>
            </a:r>
          </a:p>
          <a:p>
            <a:pPr lvl="1" rtl="0" algn="l">
              <a:spcAft>
                <a:spcPts val="700"/>
              </a:spcAft>
            </a:pPr>
            <a:r>
              <a:rPr sz="1600" b="1" i="0" lang="en-US">
                <a:solidFill>
                  <a:srgbClr val="0F7A3D"/>
                </a:solidFill>
                <a:latin typeface="Segoe UI"/>
              </a:rPr>
              <a:t>✔ Yes, they did. / No, they didn't.</a:t>
            </a:r>
          </a:p>
          <a:p>
            <a:pPr rtl="0" algn="l">
              <a:spcAft>
                <a:spcPts val="300"/>
              </a:spcAft>
            </a:pPr>
            <a:r>
              <a:rPr sz="1700" b="0" i="0" lang="en-US">
                <a:solidFill>
                  <a:srgbClr val="1C2333"/>
                </a:solidFill>
                <a:latin typeface="Segoe UI"/>
              </a:rPr>
              <a:t>4) Did he visit the zoo last week?</a:t>
            </a:r>
          </a:p>
          <a:p>
            <a:pPr lvl="1" rtl="0" algn="l">
              <a:spcAft>
                <a:spcPts val="700"/>
              </a:spcAft>
            </a:pPr>
            <a:r>
              <a:rPr sz="1600" b="1" i="0" lang="en-US">
                <a:solidFill>
                  <a:srgbClr val="0F7A3D"/>
                </a:solidFill>
                <a:latin typeface="Segoe UI"/>
              </a:rPr>
              <a:t>✔ Yes, he did. / No, he didn't.</a:t>
            </a:r>
          </a:p>
          <a:p>
            <a:pPr rtl="0" algn="l">
              <a:spcAft>
                <a:spcPts val="300"/>
              </a:spcAft>
            </a:pPr>
            <a:r>
              <a:rPr sz="1700" b="0" i="0" lang="en-US">
                <a:solidFill>
                  <a:srgbClr val="1C2333"/>
                </a:solidFill>
                <a:latin typeface="Segoe UI"/>
              </a:rPr>
              <a:t>5) Did Rody study English yesterday?</a:t>
            </a:r>
          </a:p>
          <a:p>
            <a:pPr lvl="1" rtl="0" algn="l">
              <a:spcAft>
                <a:spcPts val="700"/>
              </a:spcAft>
            </a:pPr>
            <a:r>
              <a:rPr sz="1600" b="1" i="0" lang="en-US">
                <a:solidFill>
                  <a:srgbClr val="0F7A3D"/>
                </a:solidFill>
                <a:latin typeface="Segoe UI"/>
              </a:rPr>
              <a:t>✔ Yes, she did. / No, she didn't.</a:t>
            </a:r>
          </a:p>
          <a:p>
            <a:pPr rtl="0" algn="l">
              <a:spcAft>
                <a:spcPts val="300"/>
              </a:spcAft>
            </a:pPr>
            <a:r>
              <a:rPr sz="1700" b="0" i="0" lang="en-US">
                <a:solidFill>
                  <a:srgbClr val="1C2333"/>
                </a:solidFill>
                <a:latin typeface="Segoe UI"/>
              </a:rPr>
              <a:t>6) Did your parents travel to Cairo last week?</a:t>
            </a:r>
          </a:p>
          <a:p>
            <a:pPr lvl="1" rtl="0" algn="l">
              <a:spcAft>
                <a:spcPts val="700"/>
              </a:spcAft>
            </a:pPr>
            <a:r>
              <a:rPr sz="1600" b="1" i="0" lang="en-US">
                <a:solidFill>
                  <a:srgbClr val="0F7A3D"/>
                </a:solidFill>
                <a:latin typeface="Segoe UI"/>
              </a:rPr>
              <a:t>✔ Yes, they did. / No, they didn't.</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Did he plant a tree yesterday?</a:t>
            </a:r>
          </a:p>
          <a:p>
            <a:pPr rtl="0" algn="l">
              <a:spcAft>
                <a:spcPts val="800"/>
              </a:spcAft>
            </a:pPr>
            <a:r>
              <a:rPr sz="1800" b="0" i="0" lang="en-US">
                <a:solidFill>
                  <a:srgbClr val="1C2333"/>
                </a:solidFill>
                <a:latin typeface="Segoe UI"/>
              </a:rPr>
              <a:t>8) Did your mother bake a cake yesterday?</a:t>
            </a:r>
          </a:p>
          <a:p>
            <a:pPr rtl="0" algn="l">
              <a:spcAft>
                <a:spcPts val="800"/>
              </a:spcAft>
            </a:pPr>
            <a:r>
              <a:rPr sz="1800" b="0" i="0" lang="en-US">
                <a:solidFill>
                  <a:srgbClr val="1C2333"/>
                </a:solidFill>
                <a:latin typeface="Segoe UI"/>
              </a:rPr>
              <a:t>9) Did you walk to school yesterday?</a:t>
            </a:r>
          </a:p>
          <a:p>
            <a:pPr rtl="0" algn="l">
              <a:spcAft>
                <a:spcPts val="800"/>
              </a:spcAft>
            </a:pPr>
            <a:r>
              <a:rPr sz="1800" b="0" i="0" lang="en-US">
                <a:solidFill>
                  <a:srgbClr val="1C2333"/>
                </a:solidFill>
                <a:latin typeface="Segoe UI"/>
              </a:rPr>
              <a:t>10) Did it rain a lot last night?</a:t>
            </a:r>
          </a:p>
          <a:p>
            <a:pPr rtl="0" algn="l">
              <a:spcAft>
                <a:spcPts val="800"/>
              </a:spcAft>
            </a:pPr>
            <a:r>
              <a:rPr sz="1800" b="0" i="0" lang="en-US">
                <a:solidFill>
                  <a:srgbClr val="1C2333"/>
                </a:solidFill>
                <a:latin typeface="Segoe UI"/>
              </a:rPr>
              <a:t>11) Did they listen to music yesterday?</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D) Answer with Yes or No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Did he plant a tree yesterday?</a:t>
            </a:r>
          </a:p>
          <a:p>
            <a:pPr lvl="1" rtl="0" algn="l">
              <a:spcAft>
                <a:spcPts val="700"/>
              </a:spcAft>
            </a:pPr>
            <a:r>
              <a:rPr sz="1600" b="1" i="0" lang="en-US">
                <a:solidFill>
                  <a:srgbClr val="0F7A3D"/>
                </a:solidFill>
                <a:latin typeface="Segoe UI"/>
              </a:rPr>
              <a:t>✔ Yes, he did. / No, he didn't.</a:t>
            </a:r>
          </a:p>
          <a:p>
            <a:pPr rtl="0" algn="l">
              <a:spcAft>
                <a:spcPts val="300"/>
              </a:spcAft>
            </a:pPr>
            <a:r>
              <a:rPr sz="1700" b="0" i="0" lang="en-US">
                <a:solidFill>
                  <a:srgbClr val="1C2333"/>
                </a:solidFill>
                <a:latin typeface="Segoe UI"/>
              </a:rPr>
              <a:t>8) Did your mother bake a cake yesterday?</a:t>
            </a:r>
          </a:p>
          <a:p>
            <a:pPr lvl="1" rtl="0" algn="l">
              <a:spcAft>
                <a:spcPts val="700"/>
              </a:spcAft>
            </a:pPr>
            <a:r>
              <a:rPr sz="1600" b="1" i="0" lang="en-US">
                <a:solidFill>
                  <a:srgbClr val="0F7A3D"/>
                </a:solidFill>
                <a:latin typeface="Segoe UI"/>
              </a:rPr>
              <a:t>✔ Yes, she did. / No, she didn't.</a:t>
            </a:r>
          </a:p>
          <a:p>
            <a:pPr rtl="0" algn="l">
              <a:spcAft>
                <a:spcPts val="300"/>
              </a:spcAft>
            </a:pPr>
            <a:r>
              <a:rPr sz="1700" b="0" i="0" lang="en-US">
                <a:solidFill>
                  <a:srgbClr val="1C2333"/>
                </a:solidFill>
                <a:latin typeface="Segoe UI"/>
              </a:rPr>
              <a:t>9) Did you walk to school yesterday?</a:t>
            </a:r>
          </a:p>
          <a:p>
            <a:pPr lvl="1" rtl="0" algn="l">
              <a:spcAft>
                <a:spcPts val="700"/>
              </a:spcAft>
            </a:pPr>
            <a:r>
              <a:rPr sz="1600" b="1" i="0" lang="en-US">
                <a:solidFill>
                  <a:srgbClr val="0F7A3D"/>
                </a:solidFill>
                <a:latin typeface="Segoe UI"/>
              </a:rPr>
              <a:t>✔ Yes, I did. / No, I didn't.</a:t>
            </a:r>
          </a:p>
          <a:p>
            <a:pPr rtl="0" algn="l">
              <a:spcAft>
                <a:spcPts val="300"/>
              </a:spcAft>
            </a:pPr>
            <a:r>
              <a:rPr sz="1700" b="0" i="0" lang="en-US">
                <a:solidFill>
                  <a:srgbClr val="1C2333"/>
                </a:solidFill>
                <a:latin typeface="Segoe UI"/>
              </a:rPr>
              <a:t>10) Did it rain a lot last night?</a:t>
            </a:r>
          </a:p>
          <a:p>
            <a:pPr lvl="1" rtl="0" algn="l">
              <a:spcAft>
                <a:spcPts val="700"/>
              </a:spcAft>
            </a:pPr>
            <a:r>
              <a:rPr sz="1600" b="1" i="0" lang="en-US">
                <a:solidFill>
                  <a:srgbClr val="0F7A3D"/>
                </a:solidFill>
                <a:latin typeface="Segoe UI"/>
              </a:rPr>
              <a:t>✔ Yes, it did. / No, it didn't.</a:t>
            </a:r>
          </a:p>
          <a:p>
            <a:pPr rtl="0" algn="l">
              <a:spcAft>
                <a:spcPts val="300"/>
              </a:spcAft>
            </a:pPr>
            <a:r>
              <a:rPr sz="1700" b="0" i="0" lang="en-US">
                <a:solidFill>
                  <a:srgbClr val="1C2333"/>
                </a:solidFill>
                <a:latin typeface="Segoe UI"/>
              </a:rPr>
              <a:t>11) Did they listen to music yesterday?</a:t>
            </a:r>
          </a:p>
          <a:p>
            <a:pPr lvl="1" rtl="0" algn="l">
              <a:spcAft>
                <a:spcPts val="700"/>
              </a:spcAft>
            </a:pPr>
            <a:r>
              <a:rPr sz="1600" b="1" i="0" lang="en-US">
                <a:solidFill>
                  <a:srgbClr val="0F7A3D"/>
                </a:solidFill>
                <a:latin typeface="Segoe UI"/>
              </a:rPr>
              <a:t>✔ Yes, they did. / No, they didn't.</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No, she didn't like milk yesterday.</a:t>
            </a:r>
          </a:p>
          <a:p>
            <a:pPr rtl="0" algn="l">
              <a:spcAft>
                <a:spcPts val="800"/>
              </a:spcAft>
            </a:pPr>
            <a:r>
              <a:rPr sz="1800" b="0" i="0" lang="en-US">
                <a:solidFill>
                  <a:srgbClr val="1C2333"/>
                </a:solidFill>
                <a:latin typeface="Segoe UI"/>
              </a:rPr>
              <a:t>2) Yes, I went to school last week.</a:t>
            </a:r>
          </a:p>
          <a:p>
            <a:pPr rtl="0" algn="l">
              <a:spcAft>
                <a:spcPts val="800"/>
              </a:spcAft>
            </a:pPr>
            <a:r>
              <a:rPr sz="1800" b="0" i="0" lang="en-US">
                <a:solidFill>
                  <a:srgbClr val="1C2333"/>
                </a:solidFill>
                <a:latin typeface="Segoe UI"/>
              </a:rPr>
              <a:t>3) No, he didn't visit Cairo last month.</a:t>
            </a:r>
          </a:p>
          <a:p>
            <a:pPr rtl="0" algn="l">
              <a:spcAft>
                <a:spcPts val="800"/>
              </a:spcAft>
            </a:pPr>
            <a:r>
              <a:rPr sz="1800" b="0" i="0" lang="en-US">
                <a:solidFill>
                  <a:srgbClr val="1C2333"/>
                </a:solidFill>
                <a:latin typeface="Segoe UI"/>
              </a:rPr>
              <a:t>4) Yes, I studied English last year.</a:t>
            </a:r>
          </a:p>
          <a:p>
            <a:pPr rtl="0" algn="l">
              <a:spcAft>
                <a:spcPts val="800"/>
              </a:spcAft>
            </a:pPr>
            <a:r>
              <a:rPr sz="1800" b="0" i="0" lang="en-US">
                <a:solidFill>
                  <a:srgbClr val="1C2333"/>
                </a:solidFill>
                <a:latin typeface="Segoe UI"/>
              </a:rPr>
              <a:t>5) Yes, they played football last night.</a:t>
            </a:r>
          </a:p>
          <a:p>
            <a:pPr rtl="0" algn="l">
              <a:spcAft>
                <a:spcPts val="800"/>
              </a:spcAft>
            </a:pPr>
            <a:r>
              <a:rPr sz="1800" b="0" i="0" lang="en-US">
                <a:solidFill>
                  <a:srgbClr val="1C2333"/>
                </a:solidFill>
                <a:latin typeface="Segoe UI"/>
              </a:rPr>
              <a:t>6) No, we didn't see the lion in the zoo.</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No, she didn't like milk yesterday.</a:t>
            </a:r>
          </a:p>
          <a:p>
            <a:pPr lvl="1" rtl="0" algn="l">
              <a:spcAft>
                <a:spcPts val="700"/>
              </a:spcAft>
            </a:pPr>
            <a:r>
              <a:rPr sz="1600" b="1" i="0" lang="en-US">
                <a:solidFill>
                  <a:srgbClr val="0F7A3D"/>
                </a:solidFill>
                <a:latin typeface="Segoe UI"/>
              </a:rPr>
              <a:t>✔ Did she like milk yesterday?</a:t>
            </a:r>
          </a:p>
          <a:p>
            <a:pPr rtl="0" algn="l">
              <a:spcAft>
                <a:spcPts val="300"/>
              </a:spcAft>
            </a:pPr>
            <a:r>
              <a:rPr sz="1700" b="0" i="0" lang="en-US">
                <a:solidFill>
                  <a:srgbClr val="1C2333"/>
                </a:solidFill>
                <a:latin typeface="Segoe UI"/>
              </a:rPr>
              <a:t>2) Yes, I went to school last week.</a:t>
            </a:r>
          </a:p>
          <a:p>
            <a:pPr lvl="1" rtl="0" algn="l">
              <a:spcAft>
                <a:spcPts val="700"/>
              </a:spcAft>
            </a:pPr>
            <a:r>
              <a:rPr sz="1600" b="1" i="0" lang="en-US">
                <a:solidFill>
                  <a:srgbClr val="0F7A3D"/>
                </a:solidFill>
                <a:latin typeface="Segoe UI"/>
              </a:rPr>
              <a:t>✔ Did you go to school last week?</a:t>
            </a:r>
          </a:p>
          <a:p>
            <a:pPr rtl="0" algn="l">
              <a:spcAft>
                <a:spcPts val="300"/>
              </a:spcAft>
            </a:pPr>
            <a:r>
              <a:rPr sz="1700" b="0" i="0" lang="en-US">
                <a:solidFill>
                  <a:srgbClr val="1C2333"/>
                </a:solidFill>
                <a:latin typeface="Segoe UI"/>
              </a:rPr>
              <a:t>3) No, he didn't visit Cairo last month.</a:t>
            </a:r>
          </a:p>
          <a:p>
            <a:pPr lvl="1" rtl="0" algn="l">
              <a:spcAft>
                <a:spcPts val="700"/>
              </a:spcAft>
            </a:pPr>
            <a:r>
              <a:rPr sz="1600" b="1" i="0" lang="en-US">
                <a:solidFill>
                  <a:srgbClr val="0F7A3D"/>
                </a:solidFill>
                <a:latin typeface="Segoe UI"/>
              </a:rPr>
              <a:t>✔ Did he visit Cairo last month?</a:t>
            </a:r>
          </a:p>
          <a:p>
            <a:pPr rtl="0" algn="l">
              <a:spcAft>
                <a:spcPts val="300"/>
              </a:spcAft>
            </a:pPr>
            <a:r>
              <a:rPr sz="1700" b="0" i="0" lang="en-US">
                <a:solidFill>
                  <a:srgbClr val="1C2333"/>
                </a:solidFill>
                <a:latin typeface="Segoe UI"/>
              </a:rPr>
              <a:t>4) Yes, I studied English last year.</a:t>
            </a:r>
          </a:p>
          <a:p>
            <a:pPr lvl="1" rtl="0" algn="l">
              <a:spcAft>
                <a:spcPts val="700"/>
              </a:spcAft>
            </a:pPr>
            <a:r>
              <a:rPr sz="1600" b="1" i="0" lang="en-US">
                <a:solidFill>
                  <a:srgbClr val="0F7A3D"/>
                </a:solidFill>
                <a:latin typeface="Segoe UI"/>
              </a:rPr>
              <a:t>✔ Did you study English last year?</a:t>
            </a:r>
          </a:p>
          <a:p>
            <a:pPr rtl="0" algn="l">
              <a:spcAft>
                <a:spcPts val="300"/>
              </a:spcAft>
            </a:pPr>
            <a:r>
              <a:rPr sz="1700" b="0" i="0" lang="en-US">
                <a:solidFill>
                  <a:srgbClr val="1C2333"/>
                </a:solidFill>
                <a:latin typeface="Segoe UI"/>
              </a:rPr>
              <a:t>5) Yes, they played football last night.</a:t>
            </a:r>
          </a:p>
          <a:p>
            <a:pPr lvl="1" rtl="0" algn="l">
              <a:spcAft>
                <a:spcPts val="700"/>
              </a:spcAft>
            </a:pPr>
            <a:r>
              <a:rPr sz="1600" b="1" i="0" lang="en-US">
                <a:solidFill>
                  <a:srgbClr val="0F7A3D"/>
                </a:solidFill>
                <a:latin typeface="Segoe UI"/>
              </a:rPr>
              <a:t>✔ Did they play football last night?</a:t>
            </a:r>
          </a:p>
          <a:p>
            <a:pPr rtl="0" algn="l">
              <a:spcAft>
                <a:spcPts val="300"/>
              </a:spcAft>
            </a:pPr>
            <a:r>
              <a:rPr sz="1700" b="0" i="0" lang="en-US">
                <a:solidFill>
                  <a:srgbClr val="1C2333"/>
                </a:solidFill>
                <a:latin typeface="Segoe UI"/>
              </a:rPr>
              <a:t>6) No, we didn't see the lion in the zoo.</a:t>
            </a:r>
          </a:p>
          <a:p>
            <a:pPr lvl="1" rtl="0" algn="l">
              <a:spcAft>
                <a:spcPts val="700"/>
              </a:spcAft>
            </a:pPr>
            <a:r>
              <a:rPr sz="1600" b="1" i="0" lang="en-US">
                <a:solidFill>
                  <a:srgbClr val="0F7A3D"/>
                </a:solidFill>
                <a:latin typeface="Segoe UI"/>
              </a:rPr>
              <a:t>✔ Did you see the lion in the zoo?</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Yes, my mum drove the car yesterday.</a:t>
            </a:r>
          </a:p>
          <a:p>
            <a:pPr rtl="0" algn="l">
              <a:spcAft>
                <a:spcPts val="800"/>
              </a:spcAft>
            </a:pPr>
            <a:r>
              <a:rPr sz="1800" b="0" i="0" lang="en-US">
                <a:solidFill>
                  <a:srgbClr val="1C2333"/>
                </a:solidFill>
                <a:latin typeface="Segoe UI"/>
              </a:rPr>
              <a:t>8) No, students didn't play football yesterday.</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E) Make a question for these answers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Yes, my mum drove the car yesterday.</a:t>
            </a:r>
          </a:p>
          <a:p>
            <a:pPr lvl="1" rtl="0" algn="l">
              <a:spcAft>
                <a:spcPts val="700"/>
              </a:spcAft>
            </a:pPr>
            <a:r>
              <a:rPr sz="1600" b="1" i="0" lang="en-US">
                <a:solidFill>
                  <a:srgbClr val="0F7A3D"/>
                </a:solidFill>
                <a:latin typeface="Segoe UI"/>
              </a:rPr>
              <a:t>✔ Did your mum drive the car yesterday?</a:t>
            </a:r>
          </a:p>
          <a:p>
            <a:pPr rtl="0" algn="l">
              <a:spcAft>
                <a:spcPts val="300"/>
              </a:spcAft>
            </a:pPr>
            <a:r>
              <a:rPr sz="1700" b="0" i="0" lang="en-US">
                <a:solidFill>
                  <a:srgbClr val="1C2333"/>
                </a:solidFill>
                <a:latin typeface="Segoe UI"/>
              </a:rPr>
              <a:t>8) No, students didn't play football yesterday.</a:t>
            </a:r>
          </a:p>
          <a:p>
            <a:pPr lvl="1" rtl="0" algn="l">
              <a:spcAft>
                <a:spcPts val="700"/>
              </a:spcAft>
            </a:pPr>
            <a:r>
              <a:rPr sz="1600" b="1" i="0" lang="en-US">
                <a:solidFill>
                  <a:srgbClr val="0F7A3D"/>
                </a:solidFill>
                <a:latin typeface="Segoe UI"/>
              </a:rPr>
              <a:t>✔ Did students play football yesterday?</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went to Alexandria yesterday. (When)</a:t>
            </a:r>
          </a:p>
          <a:p>
            <a:pPr rtl="0" algn="l">
              <a:spcAft>
                <a:spcPts val="800"/>
              </a:spcAft>
            </a:pPr>
            <a:r>
              <a:rPr sz="1800" b="0" i="0" lang="en-US">
                <a:solidFill>
                  <a:srgbClr val="1C2333"/>
                </a:solidFill>
                <a:latin typeface="Segoe UI"/>
              </a:rPr>
              <a:t>2) My father travelled to Paris by plane. (How)</a:t>
            </a:r>
          </a:p>
          <a:p>
            <a:pPr rtl="0" algn="l">
              <a:spcAft>
                <a:spcPts val="800"/>
              </a:spcAft>
            </a:pPr>
            <a:r>
              <a:rPr sz="1800" b="0" i="0" lang="en-US">
                <a:solidFill>
                  <a:srgbClr val="1C2333"/>
                </a:solidFill>
                <a:latin typeface="Segoe UI"/>
              </a:rPr>
              <a:t>3) They studied English last night. (What)</a:t>
            </a:r>
          </a:p>
          <a:p>
            <a:pPr rtl="0" algn="l">
              <a:spcAft>
                <a:spcPts val="800"/>
              </a:spcAft>
            </a:pPr>
            <a:r>
              <a:rPr sz="1800" b="0" i="0" lang="en-US">
                <a:solidFill>
                  <a:srgbClr val="1C2333"/>
                </a:solidFill>
                <a:latin typeface="Segoe UI"/>
              </a:rPr>
              <a:t>4) I went to school with my friend. (Who)</a:t>
            </a:r>
          </a:p>
          <a:p>
            <a:pPr rtl="0" algn="l">
              <a:spcAft>
                <a:spcPts val="800"/>
              </a:spcAft>
            </a:pPr>
            <a:r>
              <a:rPr sz="1800" b="0" i="0" lang="en-US">
                <a:solidFill>
                  <a:srgbClr val="1C2333"/>
                </a:solidFill>
                <a:latin typeface="Segoe UI"/>
              </a:rPr>
              <a:t>5) They had a new house last year. (What)</a:t>
            </a:r>
          </a:p>
          <a:p>
            <a:pPr rtl="0" algn="l">
              <a:spcAft>
                <a:spcPts val="800"/>
              </a:spcAft>
            </a:pPr>
            <a:r>
              <a:rPr sz="1800" b="0" i="0" lang="en-US">
                <a:solidFill>
                  <a:srgbClr val="1C2333"/>
                </a:solidFill>
                <a:latin typeface="Segoe UI"/>
              </a:rPr>
              <a:t>6) He played football in the club. (Where)</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went to Alexandria yesterday. (When)</a:t>
            </a:r>
          </a:p>
          <a:p>
            <a:pPr lvl="1" rtl="0" algn="l">
              <a:spcAft>
                <a:spcPts val="700"/>
              </a:spcAft>
            </a:pPr>
            <a:r>
              <a:rPr sz="1600" b="1" i="0" lang="en-US">
                <a:solidFill>
                  <a:srgbClr val="0F7A3D"/>
                </a:solidFill>
                <a:latin typeface="Segoe UI"/>
              </a:rPr>
              <a:t>✔ When did you go to Alexandria?</a:t>
            </a:r>
          </a:p>
          <a:p>
            <a:pPr rtl="0" algn="l">
              <a:spcAft>
                <a:spcPts val="300"/>
              </a:spcAft>
            </a:pPr>
            <a:r>
              <a:rPr sz="1700" b="0" i="0" lang="en-US">
                <a:solidFill>
                  <a:srgbClr val="1C2333"/>
                </a:solidFill>
                <a:latin typeface="Segoe UI"/>
              </a:rPr>
              <a:t>2) My father travelled to Paris by plane. (How)</a:t>
            </a:r>
          </a:p>
          <a:p>
            <a:pPr lvl="1" rtl="0" algn="l">
              <a:spcAft>
                <a:spcPts val="700"/>
              </a:spcAft>
            </a:pPr>
            <a:r>
              <a:rPr sz="1600" b="1" i="0" lang="en-US">
                <a:solidFill>
                  <a:srgbClr val="0F7A3D"/>
                </a:solidFill>
                <a:latin typeface="Segoe UI"/>
              </a:rPr>
              <a:t>✔ How did your father travel to Paris?</a:t>
            </a:r>
          </a:p>
          <a:p>
            <a:pPr rtl="0" algn="l">
              <a:spcAft>
                <a:spcPts val="300"/>
              </a:spcAft>
            </a:pPr>
            <a:r>
              <a:rPr sz="1700" b="0" i="0" lang="en-US">
                <a:solidFill>
                  <a:srgbClr val="1C2333"/>
                </a:solidFill>
                <a:latin typeface="Segoe UI"/>
              </a:rPr>
              <a:t>3) They studied English last night. (What)</a:t>
            </a:r>
          </a:p>
          <a:p>
            <a:pPr lvl="1" rtl="0" algn="l">
              <a:spcAft>
                <a:spcPts val="700"/>
              </a:spcAft>
            </a:pPr>
            <a:r>
              <a:rPr sz="1600" b="1" i="0" lang="en-US">
                <a:solidFill>
                  <a:srgbClr val="0F7A3D"/>
                </a:solidFill>
                <a:latin typeface="Segoe UI"/>
              </a:rPr>
              <a:t>✔ What did they study last night?</a:t>
            </a:r>
          </a:p>
          <a:p>
            <a:pPr rtl="0" algn="l">
              <a:spcAft>
                <a:spcPts val="300"/>
              </a:spcAft>
            </a:pPr>
            <a:r>
              <a:rPr sz="1700" b="0" i="0" lang="en-US">
                <a:solidFill>
                  <a:srgbClr val="1C2333"/>
                </a:solidFill>
                <a:latin typeface="Segoe UI"/>
              </a:rPr>
              <a:t>4) I went to school with my friend. (Who)</a:t>
            </a:r>
          </a:p>
          <a:p>
            <a:pPr lvl="1" rtl="0" algn="l">
              <a:spcAft>
                <a:spcPts val="700"/>
              </a:spcAft>
            </a:pPr>
            <a:r>
              <a:rPr sz="1600" b="1" i="0" lang="en-US">
                <a:solidFill>
                  <a:srgbClr val="0F7A3D"/>
                </a:solidFill>
                <a:latin typeface="Segoe UI"/>
              </a:rPr>
              <a:t>✔ Who did you go to school with?</a:t>
            </a:r>
          </a:p>
          <a:p>
            <a:pPr rtl="0" algn="l">
              <a:spcAft>
                <a:spcPts val="300"/>
              </a:spcAft>
            </a:pPr>
            <a:r>
              <a:rPr sz="1700" b="0" i="0" lang="en-US">
                <a:solidFill>
                  <a:srgbClr val="1C2333"/>
                </a:solidFill>
                <a:latin typeface="Segoe UI"/>
              </a:rPr>
              <a:t>5) They had a new house last year. (What)</a:t>
            </a:r>
          </a:p>
          <a:p>
            <a:pPr lvl="1" rtl="0" algn="l">
              <a:spcAft>
                <a:spcPts val="700"/>
              </a:spcAft>
            </a:pPr>
            <a:r>
              <a:rPr sz="1600" b="1" i="0" lang="en-US">
                <a:solidFill>
                  <a:srgbClr val="0F7A3D"/>
                </a:solidFill>
                <a:latin typeface="Segoe UI"/>
              </a:rPr>
              <a:t>✔ What did they have last year?</a:t>
            </a:r>
          </a:p>
          <a:p>
            <a:pPr rtl="0" algn="l">
              <a:spcAft>
                <a:spcPts val="300"/>
              </a:spcAft>
            </a:pPr>
            <a:r>
              <a:rPr sz="1700" b="0" i="0" lang="en-US">
                <a:solidFill>
                  <a:srgbClr val="1C2333"/>
                </a:solidFill>
                <a:latin typeface="Segoe UI"/>
              </a:rPr>
              <a:t>6) He played football in the club. (Where)</a:t>
            </a:r>
          </a:p>
          <a:p>
            <a:pPr lvl="1" rtl="0" algn="l">
              <a:spcAft>
                <a:spcPts val="700"/>
              </a:spcAft>
            </a:pPr>
            <a:r>
              <a:rPr sz="1600" b="1" i="0" lang="en-US">
                <a:solidFill>
                  <a:srgbClr val="0F7A3D"/>
                </a:solidFill>
                <a:latin typeface="Segoe UI"/>
              </a:rPr>
              <a:t>✔ Where did he play football?</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She didn't go to school because she was ill. (Why)</a:t>
            </a:r>
          </a:p>
          <a:p>
            <a:pPr rtl="0" algn="l">
              <a:spcAft>
                <a:spcPts val="800"/>
              </a:spcAft>
            </a:pPr>
            <a:r>
              <a:rPr sz="1800" b="0" i="0" lang="en-US">
                <a:solidFill>
                  <a:srgbClr val="1C2333"/>
                </a:solidFill>
                <a:latin typeface="Segoe UI"/>
              </a:rPr>
              <a:t>8) My parents went to Cairo by car. (How)</a:t>
            </a:r>
          </a:p>
          <a:p>
            <a:pPr rtl="0" algn="l">
              <a:spcAft>
                <a:spcPts val="800"/>
              </a:spcAft>
            </a:pPr>
            <a:r>
              <a:rPr sz="1800" b="0" i="0" lang="en-US">
                <a:solidFill>
                  <a:srgbClr val="1C2333"/>
                </a:solidFill>
                <a:latin typeface="Segoe UI"/>
              </a:rPr>
              <a:t>9) They went to school to learn. (Why)</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F) Make a question using the question word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She didn't go to school because she was ill. (Why)</a:t>
            </a:r>
          </a:p>
          <a:p>
            <a:pPr lvl="1" rtl="0" algn="l">
              <a:spcAft>
                <a:spcPts val="700"/>
              </a:spcAft>
            </a:pPr>
            <a:r>
              <a:rPr sz="1600" b="1" i="0" lang="en-US">
                <a:solidFill>
                  <a:srgbClr val="0F7A3D"/>
                </a:solidFill>
                <a:latin typeface="Segoe UI"/>
              </a:rPr>
              <a:t>✔ Why didn't she go to school?</a:t>
            </a:r>
          </a:p>
          <a:p>
            <a:pPr rtl="0" algn="l">
              <a:spcAft>
                <a:spcPts val="300"/>
              </a:spcAft>
            </a:pPr>
            <a:r>
              <a:rPr sz="1700" b="0" i="0" lang="en-US">
                <a:solidFill>
                  <a:srgbClr val="1C2333"/>
                </a:solidFill>
                <a:latin typeface="Segoe UI"/>
              </a:rPr>
              <a:t>8) My parents went to Cairo by car. (How)</a:t>
            </a:r>
          </a:p>
          <a:p>
            <a:pPr lvl="1" rtl="0" algn="l">
              <a:spcAft>
                <a:spcPts val="700"/>
              </a:spcAft>
            </a:pPr>
            <a:r>
              <a:rPr sz="1600" b="1" i="0" lang="en-US">
                <a:solidFill>
                  <a:srgbClr val="0F7A3D"/>
                </a:solidFill>
                <a:latin typeface="Segoe UI"/>
              </a:rPr>
              <a:t>✔ How did your parents go to Cairo?</a:t>
            </a:r>
          </a:p>
          <a:p>
            <a:pPr rtl="0" algn="l">
              <a:spcAft>
                <a:spcPts val="300"/>
              </a:spcAft>
            </a:pPr>
            <a:r>
              <a:rPr sz="1700" b="0" i="0" lang="en-US">
                <a:solidFill>
                  <a:srgbClr val="1C2333"/>
                </a:solidFill>
                <a:latin typeface="Segoe UI"/>
              </a:rPr>
              <a:t>9) They went to school to learn. (Why)</a:t>
            </a:r>
          </a:p>
          <a:p>
            <a:pPr lvl="1" rtl="0" algn="l">
              <a:spcAft>
                <a:spcPts val="700"/>
              </a:spcAft>
            </a:pPr>
            <a:r>
              <a:rPr sz="1600" b="1" i="0" lang="en-US">
                <a:solidFill>
                  <a:srgbClr val="0F7A3D"/>
                </a:solidFill>
                <a:latin typeface="Segoe UI"/>
              </a:rPr>
              <a:t>✔ Why did they go to school?</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I visited London last year.</a:t>
            </a:r>
          </a:p>
          <a:p>
            <a:pPr rtl="0" algn="l">
              <a:spcAft>
                <a:spcPts val="800"/>
              </a:spcAft>
            </a:pPr>
            <a:r>
              <a:rPr sz="1800" b="0" i="0" lang="en-US">
                <a:solidFill>
                  <a:srgbClr val="1C2333"/>
                </a:solidFill>
                <a:latin typeface="Segoe UI"/>
              </a:rPr>
              <a:t>2) Where did you play tennis?</a:t>
            </a:r>
          </a:p>
          <a:p>
            <a:pPr rtl="0" algn="l">
              <a:spcAft>
                <a:spcPts val="800"/>
              </a:spcAft>
            </a:pPr>
            <a:r>
              <a:rPr sz="1800" b="0" i="0" lang="en-US">
                <a:solidFill>
                  <a:srgbClr val="1C2333"/>
                </a:solidFill>
                <a:latin typeface="Segoe UI"/>
              </a:rPr>
              <a:t>3) Did they visit the pyramids?</a:t>
            </a:r>
          </a:p>
          <a:p>
            <a:pPr rtl="0" algn="l">
              <a:spcAft>
                <a:spcPts val="800"/>
              </a:spcAft>
            </a:pPr>
            <a:r>
              <a:rPr sz="1800" b="0" i="0" lang="en-US">
                <a:solidFill>
                  <a:srgbClr val="1C2333"/>
                </a:solidFill>
                <a:latin typeface="Segoe UI"/>
              </a:rPr>
              <a:t>4) What did your mum bake?</a:t>
            </a:r>
          </a:p>
          <a:p>
            <a:pPr rtl="0" algn="l">
              <a:spcAft>
                <a:spcPts val="800"/>
              </a:spcAft>
            </a:pPr>
            <a:r>
              <a:rPr sz="1800" b="0" i="0" lang="en-US">
                <a:solidFill>
                  <a:srgbClr val="1C2333"/>
                </a:solidFill>
                <a:latin typeface="Segoe UI"/>
              </a:rPr>
              <a:t>5) I met my friend last year.</a:t>
            </a:r>
          </a:p>
          <a:p>
            <a:pPr rtl="0" algn="l">
              <a:spcAft>
                <a:spcPts val="800"/>
              </a:spcAft>
            </a:pPr>
            <a:r>
              <a:rPr sz="1800" b="0" i="0" lang="en-US">
                <a:solidFill>
                  <a:srgbClr val="1C2333"/>
                </a:solidFill>
                <a:latin typeface="Segoe UI"/>
              </a:rPr>
              <a:t>6) We climbed a mountain.</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I visited London last year.</a:t>
            </a:r>
          </a:p>
          <a:p>
            <a:pPr lvl="1" rtl="0" algn="l">
              <a:spcAft>
                <a:spcPts val="700"/>
              </a:spcAft>
            </a:pPr>
            <a:r>
              <a:rPr sz="1600" b="1" i="0" lang="en-US">
                <a:solidFill>
                  <a:srgbClr val="0F7A3D"/>
                </a:solidFill>
                <a:latin typeface="Segoe UI"/>
              </a:rPr>
              <a:t>✔ Did you visit London last year? / Where did you visit last year?</a:t>
            </a:r>
          </a:p>
          <a:p>
            <a:pPr rtl="0" algn="l">
              <a:spcAft>
                <a:spcPts val="300"/>
              </a:spcAft>
            </a:pPr>
            <a:r>
              <a:rPr sz="1700" b="0" i="0" lang="en-US">
                <a:solidFill>
                  <a:srgbClr val="1C2333"/>
                </a:solidFill>
                <a:latin typeface="Segoe UI"/>
              </a:rPr>
              <a:t>2) Where did you play tennis?</a:t>
            </a:r>
          </a:p>
          <a:p>
            <a:pPr lvl="1" rtl="0" algn="l">
              <a:spcAft>
                <a:spcPts val="700"/>
              </a:spcAft>
            </a:pPr>
            <a:r>
              <a:rPr sz="1600" b="1" i="0" lang="en-US">
                <a:solidFill>
                  <a:srgbClr val="0F7A3D"/>
                </a:solidFill>
                <a:latin typeface="Segoe UI"/>
              </a:rPr>
              <a:t>✔ I played tennis in the club .</a:t>
            </a:r>
          </a:p>
          <a:p>
            <a:pPr rtl="0" algn="l">
              <a:spcAft>
                <a:spcPts val="300"/>
              </a:spcAft>
            </a:pPr>
            <a:r>
              <a:rPr sz="1700" b="0" i="0" lang="en-US">
                <a:solidFill>
                  <a:srgbClr val="1C2333"/>
                </a:solidFill>
                <a:latin typeface="Segoe UI"/>
              </a:rPr>
              <a:t>3) Did they visit the pyramids?</a:t>
            </a:r>
          </a:p>
          <a:p>
            <a:pPr lvl="1" rtl="0" algn="l">
              <a:spcAft>
                <a:spcPts val="700"/>
              </a:spcAft>
            </a:pPr>
            <a:r>
              <a:rPr sz="1600" b="1" i="0" lang="en-US">
                <a:solidFill>
                  <a:srgbClr val="0F7A3D"/>
                </a:solidFill>
                <a:latin typeface="Segoe UI"/>
              </a:rPr>
              <a:t>✔ Yes, they did. / No, they didn't.</a:t>
            </a:r>
          </a:p>
          <a:p>
            <a:pPr rtl="0" algn="l">
              <a:spcAft>
                <a:spcPts val="300"/>
              </a:spcAft>
            </a:pPr>
            <a:r>
              <a:rPr sz="1700" b="0" i="0" lang="en-US">
                <a:solidFill>
                  <a:srgbClr val="1C2333"/>
                </a:solidFill>
                <a:latin typeface="Segoe UI"/>
              </a:rPr>
              <a:t>4) What did your mum bake?</a:t>
            </a:r>
          </a:p>
          <a:p>
            <a:pPr lvl="1" rtl="0" algn="l">
              <a:spcAft>
                <a:spcPts val="700"/>
              </a:spcAft>
            </a:pPr>
            <a:r>
              <a:rPr sz="1600" b="1" i="0" lang="en-US">
                <a:solidFill>
                  <a:srgbClr val="0F7A3D"/>
                </a:solidFill>
                <a:latin typeface="Segoe UI"/>
              </a:rPr>
              <a:t>✔ She baked a cake .</a:t>
            </a:r>
          </a:p>
          <a:p>
            <a:pPr rtl="0" algn="l">
              <a:spcAft>
                <a:spcPts val="300"/>
              </a:spcAft>
            </a:pPr>
            <a:r>
              <a:rPr sz="1700" b="0" i="0" lang="en-US">
                <a:solidFill>
                  <a:srgbClr val="1C2333"/>
                </a:solidFill>
                <a:latin typeface="Segoe UI"/>
              </a:rPr>
              <a:t>5) I met my friend last year.</a:t>
            </a:r>
          </a:p>
          <a:p>
            <a:pPr lvl="1" rtl="0" algn="l">
              <a:spcAft>
                <a:spcPts val="700"/>
              </a:spcAft>
            </a:pPr>
            <a:r>
              <a:rPr sz="1600" b="1" i="0" lang="en-US">
                <a:solidFill>
                  <a:srgbClr val="0F7A3D"/>
                </a:solidFill>
                <a:latin typeface="Segoe UI"/>
              </a:rPr>
              <a:t>✔ When did you meet your friend?</a:t>
            </a:r>
          </a:p>
          <a:p>
            <a:pPr rtl="0" algn="l">
              <a:spcAft>
                <a:spcPts val="300"/>
              </a:spcAft>
            </a:pPr>
            <a:r>
              <a:rPr sz="1700" b="0" i="0" lang="en-US">
                <a:solidFill>
                  <a:srgbClr val="1C2333"/>
                </a:solidFill>
                <a:latin typeface="Segoe UI"/>
              </a:rPr>
              <a:t>6) We climbed a mountain.</a:t>
            </a:r>
          </a:p>
          <a:p>
            <a:pPr lvl="1" rtl="0" algn="l">
              <a:spcAft>
                <a:spcPts val="700"/>
              </a:spcAft>
            </a:pPr>
            <a:r>
              <a:rPr sz="1600" b="1" i="0" lang="en-US">
                <a:solidFill>
                  <a:srgbClr val="0F7A3D"/>
                </a:solidFill>
                <a:latin typeface="Segoe UI"/>
              </a:rPr>
              <a:t>✔ What did you climb?</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father bought a new car.</a:t>
            </a:r>
          </a:p>
          <a:p>
            <a:pPr rtl="0" algn="l">
              <a:spcAft>
                <a:spcPts val="800"/>
              </a:spcAft>
            </a:pPr>
            <a:r>
              <a:rPr sz="1800" b="0" i="0" lang="en-US">
                <a:solidFill>
                  <a:srgbClr val="1C2333"/>
                </a:solidFill>
                <a:latin typeface="Segoe UI"/>
              </a:rPr>
              <a:t>8) He built a new house.</a:t>
            </a:r>
          </a:p>
          <a:p>
            <a:pPr rtl="0" algn="l">
              <a:spcAft>
                <a:spcPts val="800"/>
              </a:spcAft>
            </a:pPr>
            <a:r>
              <a:rPr sz="1800" b="0" i="0" lang="en-US">
                <a:solidFill>
                  <a:srgbClr val="1C2333"/>
                </a:solidFill>
                <a:latin typeface="Segoe UI"/>
              </a:rPr>
              <a:t>9) Did you saw the pyramids? (correct)</a:t>
            </a:r>
          </a:p>
          <a:p>
            <a:pPr rtl="0" algn="l">
              <a:spcAft>
                <a:spcPts val="800"/>
              </a:spcAft>
            </a:pPr>
            <a:r>
              <a:rPr sz="1800" b="0" i="0" lang="en-US">
                <a:solidFill>
                  <a:srgbClr val="1C2333"/>
                </a:solidFill>
                <a:latin typeface="Segoe UI"/>
              </a:rPr>
              <a:t>10) We didn't go to school late.</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G) Ask or answer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father bought a new car.</a:t>
            </a:r>
          </a:p>
          <a:p>
            <a:pPr lvl="1" rtl="0" algn="l">
              <a:spcAft>
                <a:spcPts val="700"/>
              </a:spcAft>
            </a:pPr>
            <a:r>
              <a:rPr sz="1600" b="1" i="0" lang="en-US">
                <a:solidFill>
                  <a:srgbClr val="0F7A3D"/>
                </a:solidFill>
                <a:latin typeface="Segoe UI"/>
              </a:rPr>
              <a:t>✔ What did your father buy?</a:t>
            </a:r>
          </a:p>
          <a:p>
            <a:pPr rtl="0" algn="l">
              <a:spcAft>
                <a:spcPts val="300"/>
              </a:spcAft>
            </a:pPr>
            <a:r>
              <a:rPr sz="1700" b="0" i="0" lang="en-US">
                <a:solidFill>
                  <a:srgbClr val="1C2333"/>
                </a:solidFill>
                <a:latin typeface="Segoe UI"/>
              </a:rPr>
              <a:t>8) He built a new house.</a:t>
            </a:r>
          </a:p>
          <a:p>
            <a:pPr lvl="1" rtl="0" algn="l">
              <a:spcAft>
                <a:spcPts val="700"/>
              </a:spcAft>
            </a:pPr>
            <a:r>
              <a:rPr sz="1600" b="1" i="0" lang="en-US">
                <a:solidFill>
                  <a:srgbClr val="0F7A3D"/>
                </a:solidFill>
                <a:latin typeface="Segoe UI"/>
              </a:rPr>
              <a:t>✔ What did he build?</a:t>
            </a:r>
          </a:p>
          <a:p>
            <a:pPr rtl="0" algn="l">
              <a:spcAft>
                <a:spcPts val="300"/>
              </a:spcAft>
            </a:pPr>
            <a:r>
              <a:rPr sz="1700" b="0" i="0" lang="en-US">
                <a:solidFill>
                  <a:srgbClr val="1C2333"/>
                </a:solidFill>
                <a:latin typeface="Segoe UI"/>
              </a:rPr>
              <a:t>9) Did you saw the pyramids? (correct)</a:t>
            </a:r>
          </a:p>
          <a:p>
            <a:pPr lvl="1" rtl="0" algn="l">
              <a:spcAft>
                <a:spcPts val="700"/>
              </a:spcAft>
            </a:pPr>
            <a:r>
              <a:rPr sz="1600" b="1" i="0" lang="en-US">
                <a:solidFill>
                  <a:srgbClr val="0F7A3D"/>
                </a:solidFill>
                <a:latin typeface="Segoe UI"/>
              </a:rPr>
              <a:t>✔ Did you see the pyramids?</a:t>
            </a:r>
          </a:p>
          <a:p>
            <a:pPr rtl="0" algn="l">
              <a:spcAft>
                <a:spcPts val="300"/>
              </a:spcAft>
            </a:pPr>
            <a:r>
              <a:rPr sz="1700" b="0" i="0" lang="en-US">
                <a:solidFill>
                  <a:srgbClr val="1C2333"/>
                </a:solidFill>
                <a:latin typeface="Segoe UI"/>
              </a:rPr>
              <a:t>10) We didn't go to school late.</a:t>
            </a:r>
          </a:p>
          <a:p>
            <a:pPr lvl="1" rtl="0" algn="l">
              <a:spcAft>
                <a:spcPts val="700"/>
              </a:spcAft>
            </a:pPr>
            <a:r>
              <a:rPr sz="1600" b="1" i="0" lang="en-US">
                <a:solidFill>
                  <a:srgbClr val="0F7A3D"/>
                </a:solidFill>
                <a:latin typeface="Segoe UI"/>
              </a:rPr>
              <a:t>✔ Did you go to school late?</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How did you go to school yesterday?</a:t>
            </a:r>
          </a:p>
          <a:p>
            <a:pPr rtl="0" algn="l">
              <a:spcAft>
                <a:spcPts val="800"/>
              </a:spcAft>
            </a:pPr>
            <a:r>
              <a:rPr sz="1800" b="0" i="0" lang="en-US">
                <a:solidFill>
                  <a:srgbClr val="1C2333"/>
                </a:solidFill>
                <a:latin typeface="Segoe UI"/>
              </a:rPr>
              <a:t>2) What did you study last night?</a:t>
            </a:r>
          </a:p>
          <a:p>
            <a:pPr rtl="0" algn="l">
              <a:spcAft>
                <a:spcPts val="800"/>
              </a:spcAft>
            </a:pPr>
            <a:r>
              <a:rPr sz="1800" b="0" i="0" lang="en-US">
                <a:solidFill>
                  <a:srgbClr val="1C2333"/>
                </a:solidFill>
                <a:latin typeface="Segoe UI"/>
              </a:rPr>
              <a:t>3) Where did they play football yesterday?</a:t>
            </a:r>
          </a:p>
          <a:p>
            <a:pPr rtl="0" algn="l">
              <a:spcAft>
                <a:spcPts val="800"/>
              </a:spcAft>
            </a:pPr>
            <a:r>
              <a:rPr sz="1800" b="0" i="0" lang="en-US">
                <a:solidFill>
                  <a:srgbClr val="1C2333"/>
                </a:solidFill>
                <a:latin typeface="Segoe UI"/>
              </a:rPr>
              <a:t>4) Who did you watch TV with last night?</a:t>
            </a:r>
          </a:p>
          <a:p>
            <a:pPr rtl="0" algn="l">
              <a:spcAft>
                <a:spcPts val="800"/>
              </a:spcAft>
            </a:pPr>
            <a:r>
              <a:rPr sz="1800" b="0" i="0" lang="en-US">
                <a:solidFill>
                  <a:srgbClr val="1C2333"/>
                </a:solidFill>
                <a:latin typeface="Segoe UI"/>
              </a:rPr>
              <a:t>5) What did they buy yesterday?</a:t>
            </a:r>
          </a:p>
          <a:p>
            <a:pPr rtl="0" algn="l">
              <a:spcAft>
                <a:spcPts val="800"/>
              </a:spcAft>
            </a:pPr>
            <a:r>
              <a:rPr sz="1800" b="0" i="0" lang="en-US">
                <a:solidFill>
                  <a:srgbClr val="1C2333"/>
                </a:solidFill>
                <a:latin typeface="Segoe UI"/>
              </a:rPr>
              <a:t>6) How did she travel to Paris?</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How did you go to school yesterday?</a:t>
            </a:r>
          </a:p>
          <a:p>
            <a:pPr lvl="1" rtl="0" algn="l">
              <a:spcAft>
                <a:spcPts val="700"/>
              </a:spcAft>
            </a:pPr>
            <a:r>
              <a:rPr sz="1600" b="1" i="0" lang="en-US">
                <a:solidFill>
                  <a:srgbClr val="0F7A3D"/>
                </a:solidFill>
                <a:latin typeface="Segoe UI"/>
              </a:rPr>
              <a:t>✔ I went to school by bus .</a:t>
            </a:r>
          </a:p>
          <a:p>
            <a:pPr rtl="0" algn="l">
              <a:spcAft>
                <a:spcPts val="300"/>
              </a:spcAft>
            </a:pPr>
            <a:r>
              <a:rPr sz="1700" b="0" i="0" lang="en-US">
                <a:solidFill>
                  <a:srgbClr val="1C2333"/>
                </a:solidFill>
                <a:latin typeface="Segoe UI"/>
              </a:rPr>
              <a:t>2) What did you study last night?</a:t>
            </a:r>
          </a:p>
          <a:p>
            <a:pPr lvl="1" rtl="0" algn="l">
              <a:spcAft>
                <a:spcPts val="700"/>
              </a:spcAft>
            </a:pPr>
            <a:r>
              <a:rPr sz="1600" b="1" i="0" lang="en-US">
                <a:solidFill>
                  <a:srgbClr val="0F7A3D"/>
                </a:solidFill>
                <a:latin typeface="Segoe UI"/>
              </a:rPr>
              <a:t>✔ I studied English .</a:t>
            </a:r>
          </a:p>
          <a:p>
            <a:pPr rtl="0" algn="l">
              <a:spcAft>
                <a:spcPts val="300"/>
              </a:spcAft>
            </a:pPr>
            <a:r>
              <a:rPr sz="1700" b="0" i="0" lang="en-US">
                <a:solidFill>
                  <a:srgbClr val="1C2333"/>
                </a:solidFill>
                <a:latin typeface="Segoe UI"/>
              </a:rPr>
              <a:t>3) Where did they play football yesterday?</a:t>
            </a:r>
          </a:p>
          <a:p>
            <a:pPr lvl="1" rtl="0" algn="l">
              <a:spcAft>
                <a:spcPts val="700"/>
              </a:spcAft>
            </a:pPr>
            <a:r>
              <a:rPr sz="1600" b="1" i="0" lang="en-US">
                <a:solidFill>
                  <a:srgbClr val="0F7A3D"/>
                </a:solidFill>
                <a:latin typeface="Segoe UI"/>
              </a:rPr>
              <a:t>✔ They played football in the club .</a:t>
            </a:r>
          </a:p>
          <a:p>
            <a:pPr rtl="0" algn="l">
              <a:spcAft>
                <a:spcPts val="300"/>
              </a:spcAft>
            </a:pPr>
            <a:r>
              <a:rPr sz="1700" b="0" i="0" lang="en-US">
                <a:solidFill>
                  <a:srgbClr val="1C2333"/>
                </a:solidFill>
                <a:latin typeface="Segoe UI"/>
              </a:rPr>
              <a:t>4) Who did you watch TV with last night?</a:t>
            </a:r>
          </a:p>
          <a:p>
            <a:pPr lvl="1" rtl="0" algn="l">
              <a:spcAft>
                <a:spcPts val="700"/>
              </a:spcAft>
            </a:pPr>
            <a:r>
              <a:rPr sz="1600" b="1" i="0" lang="en-US">
                <a:solidFill>
                  <a:srgbClr val="0F7A3D"/>
                </a:solidFill>
                <a:latin typeface="Segoe UI"/>
              </a:rPr>
              <a:t>✔ I watched TV with my family .</a:t>
            </a:r>
          </a:p>
          <a:p>
            <a:pPr rtl="0" algn="l">
              <a:spcAft>
                <a:spcPts val="300"/>
              </a:spcAft>
            </a:pPr>
            <a:r>
              <a:rPr sz="1700" b="0" i="0" lang="en-US">
                <a:solidFill>
                  <a:srgbClr val="1C2333"/>
                </a:solidFill>
                <a:latin typeface="Segoe UI"/>
              </a:rPr>
              <a:t>5) What did they buy yesterday?</a:t>
            </a:r>
          </a:p>
          <a:p>
            <a:pPr lvl="1" rtl="0" algn="l">
              <a:spcAft>
                <a:spcPts val="700"/>
              </a:spcAft>
            </a:pPr>
            <a:r>
              <a:rPr sz="1600" b="1" i="0" lang="en-US">
                <a:solidFill>
                  <a:srgbClr val="0F7A3D"/>
                </a:solidFill>
                <a:latin typeface="Segoe UI"/>
              </a:rPr>
              <a:t>✔ They bought a new car .</a:t>
            </a:r>
          </a:p>
          <a:p>
            <a:pPr rtl="0" algn="l">
              <a:spcAft>
                <a:spcPts val="300"/>
              </a:spcAft>
            </a:pPr>
            <a:r>
              <a:rPr sz="1700" b="0" i="0" lang="en-US">
                <a:solidFill>
                  <a:srgbClr val="1C2333"/>
                </a:solidFill>
                <a:latin typeface="Segoe UI"/>
              </a:rPr>
              <a:t>6) How did she travel to Paris?</a:t>
            </a:r>
          </a:p>
          <a:p>
            <a:pPr lvl="1" rtl="0" algn="l">
              <a:spcAft>
                <a:spcPts val="700"/>
              </a:spcAft>
            </a:pPr>
            <a:r>
              <a:rPr sz="1600" b="1" i="0" lang="en-US">
                <a:solidFill>
                  <a:srgbClr val="0F7A3D"/>
                </a:solidFill>
                <a:latin typeface="Segoe UI"/>
              </a:rPr>
              <a:t>✔ She travelled by plane .</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Who did he play tennis with?</a:t>
            </a:r>
          </a:p>
          <a:p>
            <a:pPr rtl="0" algn="l">
              <a:spcAft>
                <a:spcPts val="800"/>
              </a:spcAft>
            </a:pPr>
            <a:r>
              <a:rPr sz="1800" b="0" i="0" lang="en-US">
                <a:solidFill>
                  <a:srgbClr val="1C2333"/>
                </a:solidFill>
                <a:latin typeface="Segoe UI"/>
              </a:rPr>
              <a:t>8) When did they study Arabic?</a:t>
            </a:r>
          </a:p>
          <a:p>
            <a:pPr rtl="0" algn="l">
              <a:spcAft>
                <a:spcPts val="800"/>
              </a:spcAft>
            </a:pPr>
            <a:r>
              <a:rPr sz="1800" b="0" i="0" lang="en-US">
                <a:solidFill>
                  <a:srgbClr val="1C2333"/>
                </a:solidFill>
                <a:latin typeface="Segoe UI"/>
              </a:rPr>
              <a:t>9) Where did your father travel last week?</a:t>
            </a:r>
          </a:p>
          <a:p>
            <a:pPr rtl="0" algn="l">
              <a:spcAft>
                <a:spcPts val="800"/>
              </a:spcAft>
            </a:pPr>
            <a:r>
              <a:rPr sz="1800" b="0" i="0" lang="en-US">
                <a:solidFill>
                  <a:srgbClr val="1C2333"/>
                </a:solidFill>
                <a:latin typeface="Segoe UI"/>
              </a:rPr>
              <a:t>10) What did your mother bake yesterday?</a:t>
            </a:r>
          </a:p>
          <a:p>
            <a:pPr rtl="0" algn="l">
              <a:spcAft>
                <a:spcPts val="800"/>
              </a:spcAft>
            </a:pPr>
            <a:r>
              <a:rPr sz="1800" b="0" i="0" lang="en-US">
                <a:solidFill>
                  <a:srgbClr val="1C2333"/>
                </a:solidFill>
                <a:latin typeface="Segoe UI"/>
              </a:rPr>
              <a:t>11) Where did you go yesterday? (Cairo)</a:t>
            </a:r>
          </a:p>
          <a:p>
            <a:pPr rtl="0" algn="l">
              <a:spcAft>
                <a:spcPts val="800"/>
              </a:spcAft>
            </a:pPr>
            <a:r>
              <a:rPr sz="1800" b="0" i="0" lang="en-US">
                <a:solidFill>
                  <a:srgbClr val="1C2333"/>
                </a:solidFill>
                <a:latin typeface="Segoe UI"/>
              </a:rPr>
              <a:t>12) What did your friends play last night? (football)</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Who did he play tennis with?</a:t>
            </a:r>
          </a:p>
          <a:p>
            <a:pPr lvl="1" rtl="0" algn="l">
              <a:spcAft>
                <a:spcPts val="700"/>
              </a:spcAft>
            </a:pPr>
            <a:r>
              <a:rPr sz="1600" b="1" i="0" lang="en-US">
                <a:solidFill>
                  <a:srgbClr val="0F7A3D"/>
                </a:solidFill>
                <a:latin typeface="Segoe UI"/>
              </a:rPr>
              <a:t>✔ He played tennis with his brother .</a:t>
            </a:r>
          </a:p>
          <a:p>
            <a:pPr rtl="0" algn="l">
              <a:spcAft>
                <a:spcPts val="300"/>
              </a:spcAft>
            </a:pPr>
            <a:r>
              <a:rPr sz="1700" b="0" i="0" lang="en-US">
                <a:solidFill>
                  <a:srgbClr val="1C2333"/>
                </a:solidFill>
                <a:latin typeface="Segoe UI"/>
              </a:rPr>
              <a:t>8) When did they study Arabic?</a:t>
            </a:r>
          </a:p>
          <a:p>
            <a:pPr lvl="1" rtl="0" algn="l">
              <a:spcAft>
                <a:spcPts val="700"/>
              </a:spcAft>
            </a:pPr>
            <a:r>
              <a:rPr sz="1600" b="1" i="0" lang="en-US">
                <a:solidFill>
                  <a:srgbClr val="0F7A3D"/>
                </a:solidFill>
                <a:latin typeface="Segoe UI"/>
              </a:rPr>
              <a:t>✔ They studied Arabic last night .</a:t>
            </a:r>
          </a:p>
          <a:p>
            <a:pPr rtl="0" algn="l">
              <a:spcAft>
                <a:spcPts val="300"/>
              </a:spcAft>
            </a:pPr>
            <a:r>
              <a:rPr sz="1700" b="0" i="0" lang="en-US">
                <a:solidFill>
                  <a:srgbClr val="1C2333"/>
                </a:solidFill>
                <a:latin typeface="Segoe UI"/>
              </a:rPr>
              <a:t>9) Where did your father travel last week?</a:t>
            </a:r>
          </a:p>
          <a:p>
            <a:pPr lvl="1" rtl="0" algn="l">
              <a:spcAft>
                <a:spcPts val="700"/>
              </a:spcAft>
            </a:pPr>
            <a:r>
              <a:rPr sz="1600" b="1" i="0" lang="en-US">
                <a:solidFill>
                  <a:srgbClr val="0F7A3D"/>
                </a:solidFill>
                <a:latin typeface="Segoe UI"/>
              </a:rPr>
              <a:t>✔ He travelled to Alexandria .</a:t>
            </a:r>
          </a:p>
          <a:p>
            <a:pPr rtl="0" algn="l">
              <a:spcAft>
                <a:spcPts val="300"/>
              </a:spcAft>
            </a:pPr>
            <a:r>
              <a:rPr sz="1700" b="0" i="0" lang="en-US">
                <a:solidFill>
                  <a:srgbClr val="1C2333"/>
                </a:solidFill>
                <a:latin typeface="Segoe UI"/>
              </a:rPr>
              <a:t>10) What did your mother bake yesterday?</a:t>
            </a:r>
          </a:p>
          <a:p>
            <a:pPr lvl="1" rtl="0" algn="l">
              <a:spcAft>
                <a:spcPts val="700"/>
              </a:spcAft>
            </a:pPr>
            <a:r>
              <a:rPr sz="1600" b="1" i="0" lang="en-US">
                <a:solidFill>
                  <a:srgbClr val="0F7A3D"/>
                </a:solidFill>
                <a:latin typeface="Segoe UI"/>
              </a:rPr>
              <a:t>✔ She baked a cake .</a:t>
            </a:r>
          </a:p>
          <a:p>
            <a:pPr rtl="0" algn="l">
              <a:spcAft>
                <a:spcPts val="300"/>
              </a:spcAft>
            </a:pPr>
            <a:r>
              <a:rPr sz="1700" b="0" i="0" lang="en-US">
                <a:solidFill>
                  <a:srgbClr val="1C2333"/>
                </a:solidFill>
                <a:latin typeface="Segoe UI"/>
              </a:rPr>
              <a:t>11) Where did you go yesterday? (Cairo)</a:t>
            </a:r>
          </a:p>
          <a:p>
            <a:pPr lvl="1" rtl="0" algn="l">
              <a:spcAft>
                <a:spcPts val="700"/>
              </a:spcAft>
            </a:pPr>
            <a:r>
              <a:rPr sz="1600" b="1" i="0" lang="en-US">
                <a:solidFill>
                  <a:srgbClr val="0F7A3D"/>
                </a:solidFill>
                <a:latin typeface="Segoe UI"/>
              </a:rPr>
              <a:t>✔ I went to Cairo .</a:t>
            </a:r>
          </a:p>
          <a:p>
            <a:pPr rtl="0" algn="l">
              <a:spcAft>
                <a:spcPts val="300"/>
              </a:spcAft>
            </a:pPr>
            <a:r>
              <a:rPr sz="1700" b="0" i="0" lang="en-US">
                <a:solidFill>
                  <a:srgbClr val="1C2333"/>
                </a:solidFill>
                <a:latin typeface="Segoe UI"/>
              </a:rPr>
              <a:t>12) What did your friends play last night? (football)</a:t>
            </a:r>
          </a:p>
          <a:p>
            <a:pPr lvl="1" rtl="0" algn="l">
              <a:spcAft>
                <a:spcPts val="700"/>
              </a:spcAft>
            </a:pPr>
            <a:r>
              <a:rPr sz="1600" b="1" i="0" lang="en-US">
                <a:solidFill>
                  <a:srgbClr val="0F7A3D"/>
                </a:solidFill>
                <a:latin typeface="Segoe UI"/>
              </a:rPr>
              <a:t>✔ They played football .</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How did they go to work yesterday? (by bus)</a:t>
            </a:r>
          </a:p>
          <a:p>
            <a:pPr rtl="0" algn="l">
              <a:spcAft>
                <a:spcPts val="800"/>
              </a:spcAft>
            </a:pPr>
            <a:r>
              <a:rPr sz="1800" b="0" i="0" lang="en-US">
                <a:solidFill>
                  <a:srgbClr val="1C2333"/>
                </a:solidFill>
                <a:latin typeface="Segoe UI"/>
              </a:rPr>
              <a:t>14) Why didn't she go to school yesterday?</a:t>
            </a:r>
          </a:p>
          <a:p>
            <a:pPr rtl="0" algn="l">
              <a:spcAft>
                <a:spcPts val="800"/>
              </a:spcAft>
            </a:pPr>
            <a:r>
              <a:rPr sz="1800" b="0" i="0" lang="en-US">
                <a:solidFill>
                  <a:srgbClr val="1C2333"/>
                </a:solidFill>
                <a:latin typeface="Segoe UI"/>
              </a:rPr>
              <a:t>15) Who did you study English with last night?</a:t>
            </a:r>
          </a:p>
          <a:p>
            <a:pPr rtl="0" algn="l">
              <a:spcAft>
                <a:spcPts val="800"/>
              </a:spcAft>
            </a:pPr>
            <a:r>
              <a:rPr sz="1800" b="0" i="0" lang="en-US">
                <a:solidFill>
                  <a:srgbClr val="1C2333"/>
                </a:solidFill>
                <a:latin typeface="Segoe UI"/>
              </a:rPr>
              <a:t>16) When did you meet your friend?</a:t>
            </a:r>
          </a:p>
          <a:p>
            <a:pPr rtl="0" algn="l">
              <a:spcAft>
                <a:spcPts val="800"/>
              </a:spcAft>
            </a:pPr>
            <a:r>
              <a:rPr sz="1800" b="0" i="0" lang="en-US">
                <a:solidFill>
                  <a:srgbClr val="1C2333"/>
                </a:solidFill>
                <a:latin typeface="Segoe UI"/>
              </a:rPr>
              <a:t>17) Where did he travel last year?</a:t>
            </a:r>
          </a:p>
          <a:p>
            <a:pPr rtl="0" algn="l">
              <a:spcAft>
                <a:spcPts val="800"/>
              </a:spcAft>
            </a:pPr>
            <a:r>
              <a:rPr sz="1800" b="0" i="0" lang="en-US">
                <a:solidFill>
                  <a:srgbClr val="1C2333"/>
                </a:solidFill>
                <a:latin typeface="Segoe UI"/>
              </a:rPr>
              <a:t>18) What did she bake last night?</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How did they go to work yesterday? (by bus)</a:t>
            </a:r>
          </a:p>
          <a:p>
            <a:pPr lvl="1" rtl="0" algn="l">
              <a:spcAft>
                <a:spcPts val="700"/>
              </a:spcAft>
            </a:pPr>
            <a:r>
              <a:rPr sz="1600" b="1" i="0" lang="en-US">
                <a:solidFill>
                  <a:srgbClr val="0F7A3D"/>
                </a:solidFill>
                <a:latin typeface="Segoe UI"/>
              </a:rPr>
              <a:t>✔ They went to work by bus .</a:t>
            </a:r>
          </a:p>
          <a:p>
            <a:pPr rtl="0" algn="l">
              <a:spcAft>
                <a:spcPts val="300"/>
              </a:spcAft>
            </a:pPr>
            <a:r>
              <a:rPr sz="1700" b="0" i="0" lang="en-US">
                <a:solidFill>
                  <a:srgbClr val="1C2333"/>
                </a:solidFill>
                <a:latin typeface="Segoe UI"/>
              </a:rPr>
              <a:t>14) Why didn't she go to school yesterday?</a:t>
            </a:r>
          </a:p>
          <a:p>
            <a:pPr lvl="1" rtl="0" algn="l">
              <a:spcAft>
                <a:spcPts val="700"/>
              </a:spcAft>
            </a:pPr>
            <a:r>
              <a:rPr sz="1600" b="1" i="0" lang="en-US">
                <a:solidFill>
                  <a:srgbClr val="0F7A3D"/>
                </a:solidFill>
                <a:latin typeface="Segoe UI"/>
              </a:rPr>
              <a:t>✔ She didn't go to school because she was ill .</a:t>
            </a:r>
          </a:p>
          <a:p>
            <a:pPr rtl="0" algn="l">
              <a:spcAft>
                <a:spcPts val="300"/>
              </a:spcAft>
            </a:pPr>
            <a:r>
              <a:rPr sz="1700" b="0" i="0" lang="en-US">
                <a:solidFill>
                  <a:srgbClr val="1C2333"/>
                </a:solidFill>
                <a:latin typeface="Segoe UI"/>
              </a:rPr>
              <a:t>15) Who did you study English with last night?</a:t>
            </a:r>
          </a:p>
          <a:p>
            <a:pPr lvl="1" rtl="0" algn="l">
              <a:spcAft>
                <a:spcPts val="700"/>
              </a:spcAft>
            </a:pPr>
            <a:r>
              <a:rPr sz="1600" b="1" i="0" lang="en-US">
                <a:solidFill>
                  <a:srgbClr val="0F7A3D"/>
                </a:solidFill>
                <a:latin typeface="Segoe UI"/>
              </a:rPr>
              <a:t>✔ I studied English with my mum .</a:t>
            </a:r>
          </a:p>
          <a:p>
            <a:pPr rtl="0" algn="l">
              <a:spcAft>
                <a:spcPts val="300"/>
              </a:spcAft>
            </a:pPr>
            <a:r>
              <a:rPr sz="1700" b="0" i="0" lang="en-US">
                <a:solidFill>
                  <a:srgbClr val="1C2333"/>
                </a:solidFill>
                <a:latin typeface="Segoe UI"/>
              </a:rPr>
              <a:t>16) When did you meet your friend?</a:t>
            </a:r>
          </a:p>
          <a:p>
            <a:pPr lvl="1" rtl="0" algn="l">
              <a:spcAft>
                <a:spcPts val="700"/>
              </a:spcAft>
            </a:pPr>
            <a:r>
              <a:rPr sz="1600" b="1" i="0" lang="en-US">
                <a:solidFill>
                  <a:srgbClr val="0F7A3D"/>
                </a:solidFill>
                <a:latin typeface="Segoe UI"/>
              </a:rPr>
              <a:t>✔ I met my friend yesterday .</a:t>
            </a:r>
          </a:p>
          <a:p>
            <a:pPr rtl="0" algn="l">
              <a:spcAft>
                <a:spcPts val="300"/>
              </a:spcAft>
            </a:pPr>
            <a:r>
              <a:rPr sz="1700" b="0" i="0" lang="en-US">
                <a:solidFill>
                  <a:srgbClr val="1C2333"/>
                </a:solidFill>
                <a:latin typeface="Segoe UI"/>
              </a:rPr>
              <a:t>17) Where did he travel last year?</a:t>
            </a:r>
          </a:p>
          <a:p>
            <a:pPr lvl="1" rtl="0" algn="l">
              <a:spcAft>
                <a:spcPts val="700"/>
              </a:spcAft>
            </a:pPr>
            <a:r>
              <a:rPr sz="1600" b="1" i="0" lang="en-US">
                <a:solidFill>
                  <a:srgbClr val="0F7A3D"/>
                </a:solidFill>
                <a:latin typeface="Segoe UI"/>
              </a:rPr>
              <a:t>✔ He travelled to London .</a:t>
            </a:r>
          </a:p>
          <a:p>
            <a:pPr rtl="0" algn="l">
              <a:spcAft>
                <a:spcPts val="300"/>
              </a:spcAft>
            </a:pPr>
            <a:r>
              <a:rPr sz="1700" b="0" i="0" lang="en-US">
                <a:solidFill>
                  <a:srgbClr val="1C2333"/>
                </a:solidFill>
                <a:latin typeface="Segoe UI"/>
              </a:rPr>
              <a:t>18) What did she bake last night?</a:t>
            </a:r>
          </a:p>
          <a:p>
            <a:pPr lvl="1" rtl="0" algn="l">
              <a:spcAft>
                <a:spcPts val="700"/>
              </a:spcAft>
            </a:pPr>
            <a:r>
              <a:rPr sz="1600" b="1" i="0" lang="en-US">
                <a:solidFill>
                  <a:srgbClr val="0F7A3D"/>
                </a:solidFill>
                <a:latin typeface="Segoe UI"/>
              </a:rPr>
              <a:t>✔ She baked a pie .</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When did your father go to work?</a:t>
            </a:r>
          </a:p>
          <a:p>
            <a:pPr rtl="0" algn="l">
              <a:spcAft>
                <a:spcPts val="800"/>
              </a:spcAft>
            </a:pPr>
            <a:r>
              <a:rPr sz="1800" b="0" i="0" lang="en-US">
                <a:solidFill>
                  <a:srgbClr val="1C2333"/>
                </a:solidFill>
                <a:latin typeface="Segoe UI"/>
              </a:rPr>
              <a:t>20) How did your mother go to hospital?</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H) Answer the following questions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When did your father go to work?</a:t>
            </a:r>
          </a:p>
          <a:p>
            <a:pPr lvl="1" rtl="0" algn="l">
              <a:spcAft>
                <a:spcPts val="700"/>
              </a:spcAft>
            </a:pPr>
            <a:r>
              <a:rPr sz="1600" b="1" i="0" lang="en-US">
                <a:solidFill>
                  <a:srgbClr val="0F7A3D"/>
                </a:solidFill>
                <a:latin typeface="Segoe UI"/>
              </a:rPr>
              <a:t>✔ He went to work at 8 o'clock .</a:t>
            </a:r>
          </a:p>
          <a:p>
            <a:pPr rtl="0" algn="l">
              <a:spcAft>
                <a:spcPts val="300"/>
              </a:spcAft>
            </a:pPr>
            <a:r>
              <a:rPr sz="1700" b="0" i="0" lang="en-US">
                <a:solidFill>
                  <a:srgbClr val="1C2333"/>
                </a:solidFill>
                <a:latin typeface="Segoe UI"/>
              </a:rPr>
              <a:t>20) How did your mother go to hospital?</a:t>
            </a:r>
          </a:p>
          <a:p>
            <a:pPr lvl="1" rtl="0" algn="l">
              <a:spcAft>
                <a:spcPts val="700"/>
              </a:spcAft>
            </a:pPr>
            <a:r>
              <a:rPr sz="1600" b="1" i="0" lang="en-US">
                <a:solidFill>
                  <a:srgbClr val="0F7A3D"/>
                </a:solidFill>
                <a:latin typeface="Segoe UI"/>
              </a:rPr>
              <a:t>✔ She went to hospital by taxi .</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(1/4)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 TV at home last night.   (watch – watched – watching)</a:t>
            </a:r>
          </a:p>
          <a:p>
            <a:pPr rtl="0" algn="l">
              <a:spcAft>
                <a:spcPts val="800"/>
              </a:spcAft>
            </a:pPr>
            <a:r>
              <a:rPr sz="1800" b="0" i="0" lang="en-US">
                <a:solidFill>
                  <a:srgbClr val="1C2333"/>
                </a:solidFill>
                <a:latin typeface="Segoe UI"/>
              </a:rPr>
              <a:t>2) I …… visit Cairo last year.   (don't – doesn't – didn't)</a:t>
            </a:r>
          </a:p>
          <a:p>
            <a:pPr rtl="0" algn="l">
              <a:spcAft>
                <a:spcPts val="800"/>
              </a:spcAft>
            </a:pPr>
            <a:r>
              <a:rPr sz="1800" b="0" i="0" lang="en-US">
                <a:solidFill>
                  <a:srgbClr val="1C2333"/>
                </a:solidFill>
                <a:latin typeface="Segoe UI"/>
              </a:rPr>
              <a:t>3) …… you see the accident yesterday?   (Did – Do – Does)</a:t>
            </a:r>
          </a:p>
          <a:p>
            <a:pPr rtl="0" algn="l">
              <a:spcAft>
                <a:spcPts val="800"/>
              </a:spcAft>
            </a:pPr>
            <a:r>
              <a:rPr sz="1800" b="0" i="0" lang="en-US">
                <a:solidFill>
                  <a:srgbClr val="1C2333"/>
                </a:solidFill>
                <a:latin typeface="Segoe UI"/>
              </a:rPr>
              <a:t>4) He …… in the sea last week.   (swam – swim – swimming)</a:t>
            </a:r>
          </a:p>
          <a:p>
            <a:pPr rtl="0" algn="l">
              <a:spcAft>
                <a:spcPts val="800"/>
              </a:spcAft>
            </a:pPr>
            <a:r>
              <a:rPr sz="1800" b="0" i="0" lang="en-US">
                <a:solidFill>
                  <a:srgbClr val="1C2333"/>
                </a:solidFill>
                <a:latin typeface="Segoe UI"/>
              </a:rPr>
              <a:t>5) Where …… you go yesterday?   (does – did – do)</a:t>
            </a:r>
          </a:p>
          <a:p>
            <a:pPr rtl="0" algn="l">
              <a:spcAft>
                <a:spcPts val="800"/>
              </a:spcAft>
            </a:pPr>
            <a:r>
              <a:rPr sz="1800" b="0" i="0" lang="en-US">
                <a:solidFill>
                  <a:srgbClr val="1C2333"/>
                </a:solidFill>
                <a:latin typeface="Segoe UI"/>
              </a:rPr>
              <a:t>6) What did you …… last night?   (eat – ate – eating)</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(1/4)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 TV at home last night.   (watch – watched – watching)</a:t>
            </a:r>
          </a:p>
          <a:p>
            <a:pPr lvl="1" rtl="0" algn="l">
              <a:spcAft>
                <a:spcPts val="700"/>
              </a:spcAft>
            </a:pPr>
            <a:r>
              <a:rPr sz="1600" b="1" i="0" lang="en-US">
                <a:solidFill>
                  <a:srgbClr val="0F7A3D"/>
                </a:solidFill>
                <a:latin typeface="Segoe UI"/>
              </a:rPr>
              <a:t>✔ watched</a:t>
            </a:r>
          </a:p>
          <a:p>
            <a:pPr rtl="0" algn="l">
              <a:spcAft>
                <a:spcPts val="300"/>
              </a:spcAft>
            </a:pPr>
            <a:r>
              <a:rPr sz="1700" b="0" i="0" lang="en-US">
                <a:solidFill>
                  <a:srgbClr val="1C2333"/>
                </a:solidFill>
                <a:latin typeface="Segoe UI"/>
              </a:rPr>
              <a:t>2) I …… visit Cairo last year.   (don't – doesn't – didn't)</a:t>
            </a:r>
          </a:p>
          <a:p>
            <a:pPr lvl="1" rtl="0" algn="l">
              <a:spcAft>
                <a:spcPts val="700"/>
              </a:spcAft>
            </a:pPr>
            <a:r>
              <a:rPr sz="1600" b="1" i="0" lang="en-US">
                <a:solidFill>
                  <a:srgbClr val="0F7A3D"/>
                </a:solidFill>
                <a:latin typeface="Segoe UI"/>
              </a:rPr>
              <a:t>✔ didn't</a:t>
            </a:r>
          </a:p>
          <a:p>
            <a:pPr rtl="0" algn="l">
              <a:spcAft>
                <a:spcPts val="300"/>
              </a:spcAft>
            </a:pPr>
            <a:r>
              <a:rPr sz="1700" b="0" i="0" lang="en-US">
                <a:solidFill>
                  <a:srgbClr val="1C2333"/>
                </a:solidFill>
                <a:latin typeface="Segoe UI"/>
              </a:rPr>
              <a:t>3) …… you see the accident yesterday?   (Did – Do – Does)</a:t>
            </a:r>
          </a:p>
          <a:p>
            <a:pPr lvl="1" rtl="0" algn="l">
              <a:spcAft>
                <a:spcPts val="700"/>
              </a:spcAft>
            </a:pPr>
            <a:r>
              <a:rPr sz="1600" b="1" i="0" lang="en-US">
                <a:solidFill>
                  <a:srgbClr val="0F7A3D"/>
                </a:solidFill>
                <a:latin typeface="Segoe UI"/>
              </a:rPr>
              <a:t>✔ Did</a:t>
            </a:r>
          </a:p>
          <a:p>
            <a:pPr rtl="0" algn="l">
              <a:spcAft>
                <a:spcPts val="300"/>
              </a:spcAft>
            </a:pPr>
            <a:r>
              <a:rPr sz="1700" b="0" i="0" lang="en-US">
                <a:solidFill>
                  <a:srgbClr val="1C2333"/>
                </a:solidFill>
                <a:latin typeface="Segoe UI"/>
              </a:rPr>
              <a:t>4) He …… in the sea last week.   (swam – swim – swimming)</a:t>
            </a:r>
          </a:p>
          <a:p>
            <a:pPr lvl="1" rtl="0" algn="l">
              <a:spcAft>
                <a:spcPts val="700"/>
              </a:spcAft>
            </a:pPr>
            <a:r>
              <a:rPr sz="1600" b="1" i="0" lang="en-US">
                <a:solidFill>
                  <a:srgbClr val="0F7A3D"/>
                </a:solidFill>
                <a:latin typeface="Segoe UI"/>
              </a:rPr>
              <a:t>✔ swam</a:t>
            </a:r>
          </a:p>
          <a:p>
            <a:pPr rtl="0" algn="l">
              <a:spcAft>
                <a:spcPts val="300"/>
              </a:spcAft>
            </a:pPr>
            <a:r>
              <a:rPr sz="1700" b="0" i="0" lang="en-US">
                <a:solidFill>
                  <a:srgbClr val="1C2333"/>
                </a:solidFill>
                <a:latin typeface="Segoe UI"/>
              </a:rPr>
              <a:t>5) Where …… you go yesterday?   (does – did – do)</a:t>
            </a:r>
          </a:p>
          <a:p>
            <a:pPr lvl="1" rtl="0" algn="l">
              <a:spcAft>
                <a:spcPts val="700"/>
              </a:spcAft>
            </a:pPr>
            <a:r>
              <a:rPr sz="1600" b="1" i="0" lang="en-US">
                <a:solidFill>
                  <a:srgbClr val="0F7A3D"/>
                </a:solidFill>
                <a:latin typeface="Segoe UI"/>
              </a:rPr>
              <a:t>✔ did</a:t>
            </a:r>
          </a:p>
          <a:p>
            <a:pPr rtl="0" algn="l">
              <a:spcAft>
                <a:spcPts val="300"/>
              </a:spcAft>
            </a:pPr>
            <a:r>
              <a:rPr sz="1700" b="0" i="0" lang="en-US">
                <a:solidFill>
                  <a:srgbClr val="1C2333"/>
                </a:solidFill>
                <a:latin typeface="Segoe UI"/>
              </a:rPr>
              <a:t>6) What did you …… last night?   (eat – ate – eating)</a:t>
            </a:r>
          </a:p>
          <a:p>
            <a:pPr lvl="1" rtl="0" algn="l">
              <a:spcAft>
                <a:spcPts val="700"/>
              </a:spcAft>
            </a:pPr>
            <a:r>
              <a:rPr sz="1600" b="1" i="0" lang="en-US">
                <a:solidFill>
                  <a:srgbClr val="0F7A3D"/>
                </a:solidFill>
                <a:latin typeface="Segoe UI"/>
              </a:rPr>
              <a:t>✔ eat</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(2/4)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Last summer my family …… a nice holiday.   (has – had – have)</a:t>
            </a:r>
          </a:p>
          <a:p>
            <a:pPr rtl="0" algn="l">
              <a:spcAft>
                <a:spcPts val="800"/>
              </a:spcAft>
            </a:pPr>
            <a:r>
              <a:rPr sz="1800" b="0" i="0" lang="en-US">
                <a:solidFill>
                  <a:srgbClr val="1C2333"/>
                </a:solidFill>
                <a:latin typeface="Segoe UI"/>
              </a:rPr>
              <a:t>8) My father …… a new car last week.   (buys – bought – buy)</a:t>
            </a:r>
          </a:p>
          <a:p>
            <a:pPr rtl="0" algn="l">
              <a:spcAft>
                <a:spcPts val="800"/>
              </a:spcAft>
            </a:pPr>
            <a:r>
              <a:rPr sz="1800" b="0" i="0" lang="en-US">
                <a:solidFill>
                  <a:srgbClr val="1C2333"/>
                </a:solidFill>
                <a:latin typeface="Segoe UI"/>
              </a:rPr>
              <a:t>9) She …… to the market yesterday.   (go – went – goes)</a:t>
            </a:r>
          </a:p>
          <a:p>
            <a:pPr rtl="0" algn="l">
              <a:spcAft>
                <a:spcPts val="800"/>
              </a:spcAft>
            </a:pPr>
            <a:r>
              <a:rPr sz="1800" b="0" i="0" lang="en-US">
                <a:solidFill>
                  <a:srgbClr val="1C2333"/>
                </a:solidFill>
                <a:latin typeface="Segoe UI"/>
              </a:rPr>
              <a:t>10) I …… a great movie last night.   (saw – see – seen)</a:t>
            </a:r>
          </a:p>
          <a:p>
            <a:pPr rtl="0" algn="l">
              <a:spcAft>
                <a:spcPts val="800"/>
              </a:spcAft>
            </a:pPr>
            <a:r>
              <a:rPr sz="1800" b="0" i="0" lang="en-US">
                <a:solidFill>
                  <a:srgbClr val="1C2333"/>
                </a:solidFill>
                <a:latin typeface="Segoe UI"/>
              </a:rPr>
              <a:t>11) Where …… they play football after school yesterday?   (do – did – does)</a:t>
            </a:r>
          </a:p>
          <a:p>
            <a:pPr rtl="0" algn="l">
              <a:spcAft>
                <a:spcPts val="800"/>
              </a:spcAft>
            </a:pPr>
            <a:r>
              <a:rPr sz="1800" b="0" i="0" lang="en-US">
                <a:solidFill>
                  <a:srgbClr val="1C2333"/>
                </a:solidFill>
                <a:latin typeface="Segoe UI"/>
              </a:rPr>
              <a:t>12) We …… a big meal on Friday.   (has – had – having)</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(2/4)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Last summer my family …… a nice holiday.   (has – had – have)</a:t>
            </a:r>
          </a:p>
          <a:p>
            <a:pPr lvl="1" rtl="0" algn="l">
              <a:spcAft>
                <a:spcPts val="700"/>
              </a:spcAft>
            </a:pPr>
            <a:r>
              <a:rPr sz="1600" b="1" i="0" lang="en-US">
                <a:solidFill>
                  <a:srgbClr val="0F7A3D"/>
                </a:solidFill>
                <a:latin typeface="Segoe UI"/>
              </a:rPr>
              <a:t>✔ had</a:t>
            </a:r>
          </a:p>
          <a:p>
            <a:pPr rtl="0" algn="l">
              <a:spcAft>
                <a:spcPts val="300"/>
              </a:spcAft>
            </a:pPr>
            <a:r>
              <a:rPr sz="1700" b="0" i="0" lang="en-US">
                <a:solidFill>
                  <a:srgbClr val="1C2333"/>
                </a:solidFill>
                <a:latin typeface="Segoe UI"/>
              </a:rPr>
              <a:t>8) My father …… a new car last week.   (buys – bought – buy)</a:t>
            </a:r>
          </a:p>
          <a:p>
            <a:pPr lvl="1" rtl="0" algn="l">
              <a:spcAft>
                <a:spcPts val="700"/>
              </a:spcAft>
            </a:pPr>
            <a:r>
              <a:rPr sz="1600" b="1" i="0" lang="en-US">
                <a:solidFill>
                  <a:srgbClr val="0F7A3D"/>
                </a:solidFill>
                <a:latin typeface="Segoe UI"/>
              </a:rPr>
              <a:t>✔ bought</a:t>
            </a:r>
          </a:p>
          <a:p>
            <a:pPr rtl="0" algn="l">
              <a:spcAft>
                <a:spcPts val="300"/>
              </a:spcAft>
            </a:pPr>
            <a:r>
              <a:rPr sz="1700" b="0" i="0" lang="en-US">
                <a:solidFill>
                  <a:srgbClr val="1C2333"/>
                </a:solidFill>
                <a:latin typeface="Segoe UI"/>
              </a:rPr>
              <a:t>9) She …… to the market yesterday.   (go – went – goes)</a:t>
            </a:r>
          </a:p>
          <a:p>
            <a:pPr lvl="1" rtl="0" algn="l">
              <a:spcAft>
                <a:spcPts val="700"/>
              </a:spcAft>
            </a:pPr>
            <a:r>
              <a:rPr sz="1600" b="1" i="0" lang="en-US">
                <a:solidFill>
                  <a:srgbClr val="0F7A3D"/>
                </a:solidFill>
                <a:latin typeface="Segoe UI"/>
              </a:rPr>
              <a:t>✔ went</a:t>
            </a:r>
          </a:p>
          <a:p>
            <a:pPr rtl="0" algn="l">
              <a:spcAft>
                <a:spcPts val="300"/>
              </a:spcAft>
            </a:pPr>
            <a:r>
              <a:rPr sz="1700" b="0" i="0" lang="en-US">
                <a:solidFill>
                  <a:srgbClr val="1C2333"/>
                </a:solidFill>
                <a:latin typeface="Segoe UI"/>
              </a:rPr>
              <a:t>10) I …… a great movie last night.   (saw – see – seen)</a:t>
            </a:r>
          </a:p>
          <a:p>
            <a:pPr lvl="1" rtl="0" algn="l">
              <a:spcAft>
                <a:spcPts val="700"/>
              </a:spcAft>
            </a:pPr>
            <a:r>
              <a:rPr sz="1600" b="1" i="0" lang="en-US">
                <a:solidFill>
                  <a:srgbClr val="0F7A3D"/>
                </a:solidFill>
                <a:latin typeface="Segoe UI"/>
              </a:rPr>
              <a:t>✔ saw</a:t>
            </a:r>
          </a:p>
          <a:p>
            <a:pPr rtl="0" algn="l">
              <a:spcAft>
                <a:spcPts val="300"/>
              </a:spcAft>
            </a:pPr>
            <a:r>
              <a:rPr sz="1700" b="0" i="0" lang="en-US">
                <a:solidFill>
                  <a:srgbClr val="1C2333"/>
                </a:solidFill>
                <a:latin typeface="Segoe UI"/>
              </a:rPr>
              <a:t>11) Where …… they play football after school yesterday?   (do – did – does)</a:t>
            </a:r>
          </a:p>
          <a:p>
            <a:pPr lvl="1" rtl="0" algn="l">
              <a:spcAft>
                <a:spcPts val="700"/>
              </a:spcAft>
            </a:pPr>
            <a:r>
              <a:rPr sz="1600" b="1" i="0" lang="en-US">
                <a:solidFill>
                  <a:srgbClr val="0F7A3D"/>
                </a:solidFill>
                <a:latin typeface="Segoe UI"/>
              </a:rPr>
              <a:t>✔ did</a:t>
            </a:r>
          </a:p>
          <a:p>
            <a:pPr rtl="0" algn="l">
              <a:spcAft>
                <a:spcPts val="300"/>
              </a:spcAft>
            </a:pPr>
            <a:r>
              <a:rPr sz="1700" b="0" i="0" lang="en-US">
                <a:solidFill>
                  <a:srgbClr val="1C2333"/>
                </a:solidFill>
                <a:latin typeface="Segoe UI"/>
              </a:rPr>
              <a:t>12) We …… a big meal on Friday.   (has – had – having)</a:t>
            </a:r>
          </a:p>
          <a:p>
            <a:pPr lvl="1" rtl="0" algn="l">
              <a:spcAft>
                <a:spcPts val="700"/>
              </a:spcAft>
            </a:pPr>
            <a:r>
              <a:rPr sz="1600" b="1" i="0" lang="en-US">
                <a:solidFill>
                  <a:srgbClr val="0F7A3D"/>
                </a:solidFill>
                <a:latin typeface="Segoe UI"/>
              </a:rPr>
              <a:t>✔ had</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(3/4)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He …… to school late yesterday.   (came – come – comes)</a:t>
            </a:r>
          </a:p>
          <a:p>
            <a:pPr rtl="0" algn="l">
              <a:spcAft>
                <a:spcPts val="800"/>
              </a:spcAft>
            </a:pPr>
            <a:r>
              <a:rPr sz="1800" b="0" i="0" lang="en-US">
                <a:solidFill>
                  <a:srgbClr val="1C2333"/>
                </a:solidFill>
                <a:latin typeface="Segoe UI"/>
              </a:rPr>
              <a:t>14) My brother …… a new bike last week.   (buy – buys – bought)</a:t>
            </a:r>
          </a:p>
          <a:p>
            <a:pPr rtl="0" algn="l">
              <a:spcAft>
                <a:spcPts val="800"/>
              </a:spcAft>
            </a:pPr>
            <a:r>
              <a:rPr sz="1800" b="0" i="0" lang="en-US">
                <a:solidFill>
                  <a:srgbClr val="1C2333"/>
                </a:solidFill>
                <a:latin typeface="Segoe UI"/>
              </a:rPr>
              <a:t>15) They …… in Paris in 2010.   (live – lives – lived)</a:t>
            </a:r>
          </a:p>
          <a:p>
            <a:pPr rtl="0" algn="l">
              <a:spcAft>
                <a:spcPts val="800"/>
              </a:spcAft>
            </a:pPr>
            <a:r>
              <a:rPr sz="1800" b="0" i="0" lang="en-US">
                <a:solidFill>
                  <a:srgbClr val="1C2333"/>
                </a:solidFill>
                <a:latin typeface="Segoe UI"/>
              </a:rPr>
              <a:t>16) I …… in London two years ago.   (am – was – were)</a:t>
            </a:r>
          </a:p>
          <a:p>
            <a:pPr rtl="0" algn="l">
              <a:spcAft>
                <a:spcPts val="800"/>
              </a:spcAft>
            </a:pPr>
            <a:r>
              <a:rPr sz="1800" b="0" i="0" lang="en-US">
                <a:solidFill>
                  <a:srgbClr val="1C2333"/>
                </a:solidFill>
                <a:latin typeface="Segoe UI"/>
              </a:rPr>
              <a:t>17) She …… a cake for her birthday yesterday.   (make – made – making)</a:t>
            </a:r>
          </a:p>
          <a:p>
            <a:pPr rtl="0" algn="l">
              <a:spcAft>
                <a:spcPts val="800"/>
              </a:spcAft>
            </a:pPr>
            <a:r>
              <a:rPr sz="1800" b="0" i="0" lang="en-US">
                <a:solidFill>
                  <a:srgbClr val="1C2333"/>
                </a:solidFill>
                <a:latin typeface="Segoe UI"/>
              </a:rPr>
              <a:t>18) They …… to the museum yesterday.   (goes – go – went)</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(3/4)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He …… to school late yesterday.   (came – come – comes)</a:t>
            </a:r>
          </a:p>
          <a:p>
            <a:pPr lvl="1" rtl="0" algn="l">
              <a:spcAft>
                <a:spcPts val="700"/>
              </a:spcAft>
            </a:pPr>
            <a:r>
              <a:rPr sz="1600" b="1" i="0" lang="en-US">
                <a:solidFill>
                  <a:srgbClr val="0F7A3D"/>
                </a:solidFill>
                <a:latin typeface="Segoe UI"/>
              </a:rPr>
              <a:t>✔ came</a:t>
            </a:r>
          </a:p>
          <a:p>
            <a:pPr rtl="0" algn="l">
              <a:spcAft>
                <a:spcPts val="300"/>
              </a:spcAft>
            </a:pPr>
            <a:r>
              <a:rPr sz="1700" b="0" i="0" lang="en-US">
                <a:solidFill>
                  <a:srgbClr val="1C2333"/>
                </a:solidFill>
                <a:latin typeface="Segoe UI"/>
              </a:rPr>
              <a:t>14) My brother …… a new bike last week.   (buy – buys – bought)</a:t>
            </a:r>
          </a:p>
          <a:p>
            <a:pPr lvl="1" rtl="0" algn="l">
              <a:spcAft>
                <a:spcPts val="700"/>
              </a:spcAft>
            </a:pPr>
            <a:r>
              <a:rPr sz="1600" b="1" i="0" lang="en-US">
                <a:solidFill>
                  <a:srgbClr val="0F7A3D"/>
                </a:solidFill>
                <a:latin typeface="Segoe UI"/>
              </a:rPr>
              <a:t>✔ bought</a:t>
            </a:r>
          </a:p>
          <a:p>
            <a:pPr rtl="0" algn="l">
              <a:spcAft>
                <a:spcPts val="300"/>
              </a:spcAft>
            </a:pPr>
            <a:r>
              <a:rPr sz="1700" b="0" i="0" lang="en-US">
                <a:solidFill>
                  <a:srgbClr val="1C2333"/>
                </a:solidFill>
                <a:latin typeface="Segoe UI"/>
              </a:rPr>
              <a:t>15) They …… in Paris in 2010.   (live – lives – lived)</a:t>
            </a:r>
          </a:p>
          <a:p>
            <a:pPr lvl="1" rtl="0" algn="l">
              <a:spcAft>
                <a:spcPts val="700"/>
              </a:spcAft>
            </a:pPr>
            <a:r>
              <a:rPr sz="1600" b="1" i="0" lang="en-US">
                <a:solidFill>
                  <a:srgbClr val="0F7A3D"/>
                </a:solidFill>
                <a:latin typeface="Segoe UI"/>
              </a:rPr>
              <a:t>✔ lived</a:t>
            </a:r>
          </a:p>
          <a:p>
            <a:pPr rtl="0" algn="l">
              <a:spcAft>
                <a:spcPts val="300"/>
              </a:spcAft>
            </a:pPr>
            <a:r>
              <a:rPr sz="1700" b="0" i="0" lang="en-US">
                <a:solidFill>
                  <a:srgbClr val="1C2333"/>
                </a:solidFill>
                <a:latin typeface="Segoe UI"/>
              </a:rPr>
              <a:t>16) I …… in London two years ago.   (am – was – were)</a:t>
            </a:r>
          </a:p>
          <a:p>
            <a:pPr lvl="1" rtl="0" algn="l">
              <a:spcAft>
                <a:spcPts val="700"/>
              </a:spcAft>
            </a:pPr>
            <a:r>
              <a:rPr sz="1600" b="1" i="0" lang="en-US">
                <a:solidFill>
                  <a:srgbClr val="0F7A3D"/>
                </a:solidFill>
                <a:latin typeface="Segoe UI"/>
              </a:rPr>
              <a:t>✔ was</a:t>
            </a:r>
          </a:p>
          <a:p>
            <a:pPr rtl="0" algn="l">
              <a:spcAft>
                <a:spcPts val="300"/>
              </a:spcAft>
            </a:pPr>
            <a:r>
              <a:rPr sz="1700" b="0" i="0" lang="en-US">
                <a:solidFill>
                  <a:srgbClr val="1C2333"/>
                </a:solidFill>
                <a:latin typeface="Segoe UI"/>
              </a:rPr>
              <a:t>17) She …… a cake for her birthday yesterday.   (make – made – making)</a:t>
            </a:r>
          </a:p>
          <a:p>
            <a:pPr lvl="1" rtl="0" algn="l">
              <a:spcAft>
                <a:spcPts val="700"/>
              </a:spcAft>
            </a:pPr>
            <a:r>
              <a:rPr sz="1600" b="1" i="0" lang="en-US">
                <a:solidFill>
                  <a:srgbClr val="0F7A3D"/>
                </a:solidFill>
                <a:latin typeface="Segoe UI"/>
              </a:rPr>
              <a:t>✔ made</a:t>
            </a:r>
          </a:p>
          <a:p>
            <a:pPr rtl="0" algn="l">
              <a:spcAft>
                <a:spcPts val="300"/>
              </a:spcAft>
            </a:pPr>
            <a:r>
              <a:rPr sz="1700" b="0" i="0" lang="en-US">
                <a:solidFill>
                  <a:srgbClr val="1C2333"/>
                </a:solidFill>
                <a:latin typeface="Segoe UI"/>
              </a:rPr>
              <a:t>18) They …… to the museum yesterday.   (goes – go – went)</a:t>
            </a:r>
          </a:p>
          <a:p>
            <a:pPr lvl="1" rtl="0" algn="l">
              <a:spcAft>
                <a:spcPts val="700"/>
              </a:spcAft>
            </a:pPr>
            <a:r>
              <a:rPr sz="1600" b="1" i="0" lang="en-US">
                <a:solidFill>
                  <a:srgbClr val="0F7A3D"/>
                </a:solidFill>
                <a:latin typeface="Segoe UI"/>
              </a:rPr>
              <a:t>✔ went</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(4/4)</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19) …… he watch TV last night?   (Does – Did – Do)</a:t>
            </a:r>
          </a:p>
          <a:p>
            <a:pPr rtl="0" algn="l">
              <a:spcAft>
                <a:spcPts val="800"/>
              </a:spcAft>
            </a:pPr>
            <a:r>
              <a:rPr sz="1800" b="0" i="0" lang="en-US">
                <a:solidFill>
                  <a:srgbClr val="1C2333"/>
                </a:solidFill>
                <a:latin typeface="Segoe UI"/>
              </a:rPr>
              <a:t>20) It …… rain a lot last night.   (don't – doesn't – didn't)</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I) Choose the correct answer · Homework  (4/4)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19) …… he watch TV last night?   (Does – Did – Do)</a:t>
            </a:r>
          </a:p>
          <a:p>
            <a:pPr lvl="1" rtl="0" algn="l">
              <a:spcAft>
                <a:spcPts val="700"/>
              </a:spcAft>
            </a:pPr>
            <a:r>
              <a:rPr sz="1600" b="1" i="0" lang="en-US">
                <a:solidFill>
                  <a:srgbClr val="0F7A3D"/>
                </a:solidFill>
                <a:latin typeface="Segoe UI"/>
              </a:rPr>
              <a:t>✔ Did</a:t>
            </a:r>
          </a:p>
          <a:p>
            <a:pPr rtl="0" algn="l">
              <a:spcAft>
                <a:spcPts val="300"/>
              </a:spcAft>
            </a:pPr>
            <a:r>
              <a:rPr sz="1700" b="0" i="0" lang="en-US">
                <a:solidFill>
                  <a:srgbClr val="1C2333"/>
                </a:solidFill>
                <a:latin typeface="Segoe UI"/>
              </a:rPr>
              <a:t>20) It …… rain a lot last night.   (don't – doesn't – didn't)</a:t>
            </a:r>
          </a:p>
          <a:p>
            <a:pPr lvl="1" rtl="0" algn="l">
              <a:spcAft>
                <a:spcPts val="700"/>
              </a:spcAft>
            </a:pPr>
            <a:r>
              <a:rPr sz="1600" b="1" i="0" lang="en-US">
                <a:solidFill>
                  <a:srgbClr val="0F7A3D"/>
                </a:solidFill>
                <a:latin typeface="Segoe UI"/>
              </a:rPr>
              <a:t>✔ didn't</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yesterday – She – English – study – didn't.</a:t>
            </a:r>
          </a:p>
          <a:p>
            <a:pPr rtl="0" algn="l">
              <a:spcAft>
                <a:spcPts val="800"/>
              </a:spcAft>
            </a:pPr>
            <a:r>
              <a:rPr sz="1800" b="0" i="0" lang="en-US">
                <a:solidFill>
                  <a:srgbClr val="1C2333"/>
                </a:solidFill>
                <a:latin typeface="Segoe UI"/>
              </a:rPr>
              <a:t>2) do – you – What – week – did – last?</a:t>
            </a:r>
          </a:p>
          <a:p>
            <a:pPr rtl="0" algn="l">
              <a:spcAft>
                <a:spcPts val="800"/>
              </a:spcAft>
            </a:pPr>
            <a:r>
              <a:rPr sz="1800" b="0" i="0" lang="en-US">
                <a:solidFill>
                  <a:srgbClr val="1C2333"/>
                </a:solidFill>
                <a:latin typeface="Segoe UI"/>
              </a:rPr>
              <a:t>3) went – summer – family – to – Alexandria – last – My.</a:t>
            </a:r>
          </a:p>
          <a:p>
            <a:pPr rtl="0" algn="l">
              <a:spcAft>
                <a:spcPts val="800"/>
              </a:spcAft>
            </a:pPr>
            <a:r>
              <a:rPr sz="1800" b="0" i="0" lang="en-US">
                <a:solidFill>
                  <a:srgbClr val="1C2333"/>
                </a:solidFill>
                <a:latin typeface="Segoe UI"/>
              </a:rPr>
              <a:t>4) football – night – He – in – played – the club – last.</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yesterday – She – English – study – didn't.</a:t>
            </a:r>
          </a:p>
          <a:p>
            <a:pPr lvl="1" rtl="0" algn="l">
              <a:spcAft>
                <a:spcPts val="700"/>
              </a:spcAft>
            </a:pPr>
            <a:r>
              <a:rPr sz="1600" b="1" i="0" lang="en-US">
                <a:solidFill>
                  <a:srgbClr val="0F7A3D"/>
                </a:solidFill>
                <a:latin typeface="Segoe UI"/>
              </a:rPr>
              <a:t>✔ She didn't study English yesterday.</a:t>
            </a:r>
          </a:p>
          <a:p>
            <a:pPr rtl="0" algn="l">
              <a:spcAft>
                <a:spcPts val="300"/>
              </a:spcAft>
            </a:pPr>
            <a:r>
              <a:rPr sz="1700" b="0" i="0" lang="en-US">
                <a:solidFill>
                  <a:srgbClr val="1C2333"/>
                </a:solidFill>
                <a:latin typeface="Segoe UI"/>
              </a:rPr>
              <a:t>2) do – you – What – week – did – last?</a:t>
            </a:r>
          </a:p>
          <a:p>
            <a:pPr lvl="1" rtl="0" algn="l">
              <a:spcAft>
                <a:spcPts val="700"/>
              </a:spcAft>
            </a:pPr>
            <a:r>
              <a:rPr sz="1600" b="1" i="0" lang="en-US">
                <a:solidFill>
                  <a:srgbClr val="0F7A3D"/>
                </a:solidFill>
                <a:latin typeface="Segoe UI"/>
              </a:rPr>
              <a:t>✔ What did you do last week?</a:t>
            </a:r>
          </a:p>
          <a:p>
            <a:pPr rtl="0" algn="l">
              <a:spcAft>
                <a:spcPts val="300"/>
              </a:spcAft>
            </a:pPr>
            <a:r>
              <a:rPr sz="1700" b="0" i="0" lang="en-US">
                <a:solidFill>
                  <a:srgbClr val="1C2333"/>
                </a:solidFill>
                <a:latin typeface="Segoe UI"/>
              </a:rPr>
              <a:t>3) went – summer – family – to – Alexandria – last – My.</a:t>
            </a:r>
          </a:p>
          <a:p>
            <a:pPr lvl="1" rtl="0" algn="l">
              <a:spcAft>
                <a:spcPts val="700"/>
              </a:spcAft>
            </a:pPr>
            <a:r>
              <a:rPr sz="1600" b="1" i="0" lang="en-US">
                <a:solidFill>
                  <a:srgbClr val="0F7A3D"/>
                </a:solidFill>
                <a:latin typeface="Segoe UI"/>
              </a:rPr>
              <a:t>✔ My family went to Alexandria last summer.</a:t>
            </a:r>
          </a:p>
          <a:p>
            <a:pPr rtl="0" algn="l">
              <a:spcAft>
                <a:spcPts val="300"/>
              </a:spcAft>
            </a:pPr>
            <a:r>
              <a:rPr sz="1700" b="0" i="0" lang="en-US">
                <a:solidFill>
                  <a:srgbClr val="1C2333"/>
                </a:solidFill>
                <a:latin typeface="Segoe UI"/>
              </a:rPr>
              <a:t>4) football – night – He – in – played – the club – last.</a:t>
            </a:r>
          </a:p>
          <a:p>
            <a:pPr lvl="1" rtl="0" algn="l">
              <a:spcAft>
                <a:spcPts val="700"/>
              </a:spcAft>
            </a:pPr>
            <a:r>
              <a:rPr sz="1600" b="1" i="0" lang="en-US">
                <a:solidFill>
                  <a:srgbClr val="0F7A3D"/>
                </a:solidFill>
                <a:latin typeface="Segoe UI"/>
              </a:rPr>
              <a:t>✔ He played football in the club last night.</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5) didn't – school – you – Why – to – go – yesterday?</a:t>
            </a:r>
          </a:p>
          <a:p>
            <a:pPr rtl="0" algn="l">
              <a:spcAft>
                <a:spcPts val="800"/>
              </a:spcAft>
            </a:pPr>
            <a:r>
              <a:rPr sz="1800" b="0" i="0" lang="en-US">
                <a:solidFill>
                  <a:srgbClr val="1C2333"/>
                </a:solidFill>
                <a:latin typeface="Segoe UI"/>
              </a:rPr>
              <a:t>6) mum – baked – night – cake – last – a – My.</a:t>
            </a:r>
          </a:p>
          <a:p>
            <a:pPr rtl="0" algn="l">
              <a:spcAft>
                <a:spcPts val="800"/>
              </a:spcAft>
            </a:pPr>
            <a:r>
              <a:rPr sz="1800" b="0" i="0" lang="en-US">
                <a:solidFill>
                  <a:srgbClr val="1C2333"/>
                </a:solidFill>
                <a:latin typeface="Segoe UI"/>
              </a:rPr>
              <a:t>7) parents – did – to – How – travel – your – Cairo?</a:t>
            </a:r>
          </a:p>
          <a:p>
            <a:pPr rtl="0" algn="l">
              <a:spcAft>
                <a:spcPts val="800"/>
              </a:spcAft>
            </a:pPr>
            <a:r>
              <a:rPr sz="1800" b="0" i="0" lang="en-US">
                <a:solidFill>
                  <a:srgbClr val="1C2333"/>
                </a:solidFill>
                <a:latin typeface="Segoe UI"/>
              </a:rPr>
              <a:t>8) in – visited – I – Paris – 2010 – my family – and.</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5) didn't – school – you – Why – to – go – yesterday?</a:t>
            </a:r>
          </a:p>
          <a:p>
            <a:pPr lvl="1" rtl="0" algn="l">
              <a:spcAft>
                <a:spcPts val="700"/>
              </a:spcAft>
            </a:pPr>
            <a:r>
              <a:rPr sz="1600" b="1" i="0" lang="en-US">
                <a:solidFill>
                  <a:srgbClr val="0F7A3D"/>
                </a:solidFill>
                <a:latin typeface="Segoe UI"/>
              </a:rPr>
              <a:t>✔ Why didn't you go to school yesterday?</a:t>
            </a:r>
          </a:p>
          <a:p>
            <a:pPr rtl="0" algn="l">
              <a:spcAft>
                <a:spcPts val="300"/>
              </a:spcAft>
            </a:pPr>
            <a:r>
              <a:rPr sz="1700" b="0" i="0" lang="en-US">
                <a:solidFill>
                  <a:srgbClr val="1C2333"/>
                </a:solidFill>
                <a:latin typeface="Segoe UI"/>
              </a:rPr>
              <a:t>6) mum – baked – night – cake – last – a – My.</a:t>
            </a:r>
          </a:p>
          <a:p>
            <a:pPr lvl="1" rtl="0" algn="l">
              <a:spcAft>
                <a:spcPts val="700"/>
              </a:spcAft>
            </a:pPr>
            <a:r>
              <a:rPr sz="1600" b="1" i="0" lang="en-US">
                <a:solidFill>
                  <a:srgbClr val="0F7A3D"/>
                </a:solidFill>
                <a:latin typeface="Segoe UI"/>
              </a:rPr>
              <a:t>✔ My mum baked a cake last night.</a:t>
            </a:r>
          </a:p>
          <a:p>
            <a:pPr rtl="0" algn="l">
              <a:spcAft>
                <a:spcPts val="300"/>
              </a:spcAft>
            </a:pPr>
            <a:r>
              <a:rPr sz="1700" b="0" i="0" lang="en-US">
                <a:solidFill>
                  <a:srgbClr val="1C2333"/>
                </a:solidFill>
                <a:latin typeface="Segoe UI"/>
              </a:rPr>
              <a:t>7) parents – did – to – How – travel – your – Cairo?</a:t>
            </a:r>
          </a:p>
          <a:p>
            <a:pPr lvl="1" rtl="0" algn="l">
              <a:spcAft>
                <a:spcPts val="700"/>
              </a:spcAft>
            </a:pPr>
            <a:r>
              <a:rPr sz="1600" b="1" i="0" lang="en-US">
                <a:solidFill>
                  <a:srgbClr val="0F7A3D"/>
                </a:solidFill>
                <a:latin typeface="Segoe UI"/>
              </a:rPr>
              <a:t>✔ How did your parents travel to Cairo?</a:t>
            </a:r>
          </a:p>
          <a:p>
            <a:pPr rtl="0" algn="l">
              <a:spcAft>
                <a:spcPts val="300"/>
              </a:spcAft>
            </a:pPr>
            <a:r>
              <a:rPr sz="1700" b="0" i="0" lang="en-US">
                <a:solidFill>
                  <a:srgbClr val="1C2333"/>
                </a:solidFill>
                <a:latin typeface="Segoe UI"/>
              </a:rPr>
              <a:t>8) in – visited – I – Paris – 2010 – my family – and.</a:t>
            </a:r>
          </a:p>
          <a:p>
            <a:pPr lvl="1" rtl="0" algn="l">
              <a:spcAft>
                <a:spcPts val="700"/>
              </a:spcAft>
            </a:pPr>
            <a:r>
              <a:rPr sz="1600" b="1" i="0" lang="en-US">
                <a:solidFill>
                  <a:srgbClr val="0F7A3D"/>
                </a:solidFill>
                <a:latin typeface="Segoe UI"/>
              </a:rPr>
              <a:t>✔ My family and I visited Paris in 2010.</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9) month – We – last – visited – uncle – our.</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J) Rearrange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9) month – We – last – visited – uncle – our.</a:t>
            </a:r>
          </a:p>
          <a:p>
            <a:pPr lvl="1" rtl="0" algn="l">
              <a:spcAft>
                <a:spcPts val="700"/>
              </a:spcAft>
            </a:pPr>
            <a:r>
              <a:rPr sz="1600" b="1" i="0" lang="en-US">
                <a:solidFill>
                  <a:srgbClr val="0F7A3D"/>
                </a:solidFill>
                <a:latin typeface="Segoe UI"/>
              </a:rPr>
              <a:t>✔ We visited our uncle last month.</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Where do you go yesterday?</a:t>
            </a:r>
          </a:p>
          <a:p>
            <a:pPr rtl="0" algn="l">
              <a:spcAft>
                <a:spcPts val="800"/>
              </a:spcAft>
            </a:pPr>
            <a:r>
              <a:rPr sz="1800" b="0" i="0" lang="en-US">
                <a:solidFill>
                  <a:srgbClr val="1C2333"/>
                </a:solidFill>
                <a:latin typeface="Segoe UI"/>
              </a:rPr>
              <a:t>2) She didn't bought a new dress last night.</a:t>
            </a:r>
          </a:p>
          <a:p>
            <a:pPr rtl="0" algn="l">
              <a:spcAft>
                <a:spcPts val="800"/>
              </a:spcAft>
            </a:pPr>
            <a:r>
              <a:rPr sz="1800" b="0" i="0" lang="en-US">
                <a:solidFill>
                  <a:srgbClr val="1C2333"/>
                </a:solidFill>
                <a:latin typeface="Segoe UI"/>
              </a:rPr>
              <a:t>3) I meet my friend last week.</a:t>
            </a:r>
          </a:p>
          <a:p>
            <a:pPr rtl="0" algn="l">
              <a:spcAft>
                <a:spcPts val="800"/>
              </a:spcAft>
            </a:pPr>
            <a:r>
              <a:rPr sz="1800" b="0" i="0" lang="en-US">
                <a:solidFill>
                  <a:srgbClr val="1C2333"/>
                </a:solidFill>
                <a:latin typeface="Segoe UI"/>
              </a:rPr>
              <a:t>4) Do you go to the cinema yesterday?</a:t>
            </a:r>
          </a:p>
          <a:p>
            <a:pPr rtl="0" algn="l">
              <a:spcAft>
                <a:spcPts val="800"/>
              </a:spcAft>
            </a:pPr>
            <a:r>
              <a:rPr sz="1800" b="0" i="0" lang="en-US">
                <a:solidFill>
                  <a:srgbClr val="1C2333"/>
                </a:solidFill>
                <a:latin typeface="Segoe UI"/>
              </a:rPr>
              <a:t>5) How did your parents travelled to Cairo?</a:t>
            </a:r>
          </a:p>
          <a:p>
            <a:pPr rtl="0" algn="l">
              <a:spcAft>
                <a:spcPts val="800"/>
              </a:spcAft>
            </a:pPr>
            <a:r>
              <a:rPr sz="1800" b="0" i="0" lang="en-US">
                <a:solidFill>
                  <a:srgbClr val="1C2333"/>
                </a:solidFill>
                <a:latin typeface="Segoe UI"/>
              </a:rPr>
              <a:t>6) He didn't built a new house last year.</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Where do you go yesterday?</a:t>
            </a:r>
          </a:p>
          <a:p>
            <a:pPr lvl="1" rtl="0" algn="l">
              <a:spcAft>
                <a:spcPts val="700"/>
              </a:spcAft>
            </a:pPr>
            <a:r>
              <a:rPr sz="1600" b="1" i="0" lang="en-US">
                <a:solidFill>
                  <a:srgbClr val="0F7A3D"/>
                </a:solidFill>
                <a:latin typeface="Segoe UI"/>
              </a:rPr>
              <a:t>✔ Where did you go yesterday?</a:t>
            </a:r>
          </a:p>
          <a:p>
            <a:pPr rtl="0" algn="l">
              <a:spcAft>
                <a:spcPts val="300"/>
              </a:spcAft>
            </a:pPr>
            <a:r>
              <a:rPr sz="1700" b="0" i="0" lang="en-US">
                <a:solidFill>
                  <a:srgbClr val="1C2333"/>
                </a:solidFill>
                <a:latin typeface="Segoe UI"/>
              </a:rPr>
              <a:t>2) She didn't bought a new dress last night.</a:t>
            </a:r>
          </a:p>
          <a:p>
            <a:pPr lvl="1" rtl="0" algn="l">
              <a:spcAft>
                <a:spcPts val="700"/>
              </a:spcAft>
            </a:pPr>
            <a:r>
              <a:rPr sz="1600" b="1" i="0" lang="en-US">
                <a:solidFill>
                  <a:srgbClr val="0F7A3D"/>
                </a:solidFill>
                <a:latin typeface="Segoe UI"/>
              </a:rPr>
              <a:t>✔ She didn't buy a new dress last night.</a:t>
            </a:r>
          </a:p>
          <a:p>
            <a:pPr rtl="0" algn="l">
              <a:spcAft>
                <a:spcPts val="300"/>
              </a:spcAft>
            </a:pPr>
            <a:r>
              <a:rPr sz="1700" b="0" i="0" lang="en-US">
                <a:solidFill>
                  <a:srgbClr val="1C2333"/>
                </a:solidFill>
                <a:latin typeface="Segoe UI"/>
              </a:rPr>
              <a:t>3) I meet my friend last week.</a:t>
            </a:r>
          </a:p>
          <a:p>
            <a:pPr lvl="1" rtl="0" algn="l">
              <a:spcAft>
                <a:spcPts val="700"/>
              </a:spcAft>
            </a:pPr>
            <a:r>
              <a:rPr sz="1600" b="1" i="0" lang="en-US">
                <a:solidFill>
                  <a:srgbClr val="0F7A3D"/>
                </a:solidFill>
                <a:latin typeface="Segoe UI"/>
              </a:rPr>
              <a:t>✔ I met my friend last week.</a:t>
            </a:r>
          </a:p>
          <a:p>
            <a:pPr rtl="0" algn="l">
              <a:spcAft>
                <a:spcPts val="300"/>
              </a:spcAft>
            </a:pPr>
            <a:r>
              <a:rPr sz="1700" b="0" i="0" lang="en-US">
                <a:solidFill>
                  <a:srgbClr val="1C2333"/>
                </a:solidFill>
                <a:latin typeface="Segoe UI"/>
              </a:rPr>
              <a:t>4) Do you go to the cinema yesterday?</a:t>
            </a:r>
          </a:p>
          <a:p>
            <a:pPr lvl="1" rtl="0" algn="l">
              <a:spcAft>
                <a:spcPts val="700"/>
              </a:spcAft>
            </a:pPr>
            <a:r>
              <a:rPr sz="1600" b="1" i="0" lang="en-US">
                <a:solidFill>
                  <a:srgbClr val="0F7A3D"/>
                </a:solidFill>
                <a:latin typeface="Segoe UI"/>
              </a:rPr>
              <a:t>✔ Did you go to the cinema yesterday?</a:t>
            </a:r>
          </a:p>
          <a:p>
            <a:pPr rtl="0" algn="l">
              <a:spcAft>
                <a:spcPts val="300"/>
              </a:spcAft>
            </a:pPr>
            <a:r>
              <a:rPr sz="1700" b="0" i="0" lang="en-US">
                <a:solidFill>
                  <a:srgbClr val="1C2333"/>
                </a:solidFill>
                <a:latin typeface="Segoe UI"/>
              </a:rPr>
              <a:t>5) How did your parents travelled to Cairo?</a:t>
            </a:r>
          </a:p>
          <a:p>
            <a:pPr lvl="1" rtl="0" algn="l">
              <a:spcAft>
                <a:spcPts val="700"/>
              </a:spcAft>
            </a:pPr>
            <a:r>
              <a:rPr sz="1600" b="1" i="0" lang="en-US">
                <a:solidFill>
                  <a:srgbClr val="0F7A3D"/>
                </a:solidFill>
                <a:latin typeface="Segoe UI"/>
              </a:rPr>
              <a:t>✔ How did your parents travel to Cairo?</a:t>
            </a:r>
          </a:p>
          <a:p>
            <a:pPr rtl="0" algn="l">
              <a:spcAft>
                <a:spcPts val="300"/>
              </a:spcAft>
            </a:pPr>
            <a:r>
              <a:rPr sz="1700" b="0" i="0" lang="en-US">
                <a:solidFill>
                  <a:srgbClr val="1C2333"/>
                </a:solidFill>
                <a:latin typeface="Segoe UI"/>
              </a:rPr>
              <a:t>6) He didn't built a new house last year.</a:t>
            </a:r>
          </a:p>
          <a:p>
            <a:pPr lvl="1" rtl="0" algn="l">
              <a:spcAft>
                <a:spcPts val="700"/>
              </a:spcAft>
            </a:pPr>
            <a:r>
              <a:rPr sz="1600" b="1" i="0" lang="en-US">
                <a:solidFill>
                  <a:srgbClr val="0F7A3D"/>
                </a:solidFill>
                <a:latin typeface="Segoe UI"/>
              </a:rPr>
              <a:t>✔ He didn't build a new house last year.</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My brother has a new baby yesterday.</a:t>
            </a:r>
          </a:p>
          <a:p>
            <a:pPr rtl="0" algn="l">
              <a:spcAft>
                <a:spcPts val="800"/>
              </a:spcAft>
            </a:pPr>
            <a:r>
              <a:rPr sz="1800" b="0" i="0" lang="en-US">
                <a:solidFill>
                  <a:srgbClr val="1C2333"/>
                </a:solidFill>
                <a:latin typeface="Segoe UI"/>
              </a:rPr>
              <a:t>8) Where did you go to school? By bus.</a:t>
            </a:r>
          </a:p>
          <a:p>
            <a:pPr rtl="0" algn="l">
              <a:spcAft>
                <a:spcPts val="800"/>
              </a:spcAft>
            </a:pPr>
            <a:r>
              <a:rPr sz="1800" b="0" i="0" lang="en-US">
                <a:solidFill>
                  <a:srgbClr val="1C2333"/>
                </a:solidFill>
                <a:latin typeface="Segoe UI"/>
              </a:rPr>
              <a:t>9) Did you saw the pyramids yesterday?</a:t>
            </a:r>
          </a:p>
          <a:p>
            <a:pPr rtl="0" algn="l">
              <a:spcAft>
                <a:spcPts val="800"/>
              </a:spcAft>
            </a:pPr>
            <a:r>
              <a:rPr sz="1800" b="0" i="0" lang="en-US">
                <a:solidFill>
                  <a:srgbClr val="1C2333"/>
                </a:solidFill>
                <a:latin typeface="Segoe UI"/>
              </a:rPr>
              <a:t>10) Where did you get up? At 7 o'clock.</a:t>
            </a:r>
          </a:p>
          <a:p>
            <a:pPr rtl="0" algn="l">
              <a:spcAft>
                <a:spcPts val="800"/>
              </a:spcAft>
            </a:pPr>
            <a:r>
              <a:rPr sz="1800" b="0" i="0" lang="en-US">
                <a:solidFill>
                  <a:srgbClr val="1C2333"/>
                </a:solidFill>
                <a:latin typeface="Segoe UI"/>
              </a:rPr>
              <a:t>11) When did you live with? With my parents.</a:t>
            </a:r>
          </a:p>
          <a:p>
            <a:pPr rtl="0" algn="l">
              <a:spcAft>
                <a:spcPts val="800"/>
              </a:spcAft>
            </a:pPr>
            <a:r>
              <a:rPr sz="1800" b="0" i="0" lang="en-US">
                <a:solidFill>
                  <a:srgbClr val="1C2333"/>
                </a:solidFill>
                <a:latin typeface="Segoe UI"/>
              </a:rPr>
              <a:t>12) My friend come early last night.</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My brother has a new baby yesterday.</a:t>
            </a:r>
          </a:p>
          <a:p>
            <a:pPr lvl="1" rtl="0" algn="l">
              <a:spcAft>
                <a:spcPts val="700"/>
              </a:spcAft>
            </a:pPr>
            <a:r>
              <a:rPr sz="1600" b="1" i="0" lang="en-US">
                <a:solidFill>
                  <a:srgbClr val="0F7A3D"/>
                </a:solidFill>
                <a:latin typeface="Segoe UI"/>
              </a:rPr>
              <a:t>✔ My brother had a new baby yesterday.</a:t>
            </a:r>
          </a:p>
          <a:p>
            <a:pPr rtl="0" algn="l">
              <a:spcAft>
                <a:spcPts val="300"/>
              </a:spcAft>
            </a:pPr>
            <a:r>
              <a:rPr sz="1700" b="0" i="0" lang="en-US">
                <a:solidFill>
                  <a:srgbClr val="1C2333"/>
                </a:solidFill>
                <a:latin typeface="Segoe UI"/>
              </a:rPr>
              <a:t>8) Where did you go to school? By bus.</a:t>
            </a:r>
          </a:p>
          <a:p>
            <a:pPr lvl="1" rtl="0" algn="l">
              <a:spcAft>
                <a:spcPts val="700"/>
              </a:spcAft>
            </a:pPr>
            <a:r>
              <a:rPr sz="1600" b="1" i="0" lang="en-US">
                <a:solidFill>
                  <a:srgbClr val="0F7A3D"/>
                </a:solidFill>
                <a:latin typeface="Segoe UI"/>
              </a:rPr>
              <a:t>✔ How did you go to school? By bus.</a:t>
            </a:r>
          </a:p>
          <a:p>
            <a:pPr rtl="0" algn="l">
              <a:spcAft>
                <a:spcPts val="300"/>
              </a:spcAft>
            </a:pPr>
            <a:r>
              <a:rPr sz="1700" b="0" i="0" lang="en-US">
                <a:solidFill>
                  <a:srgbClr val="1C2333"/>
                </a:solidFill>
                <a:latin typeface="Segoe UI"/>
              </a:rPr>
              <a:t>9) Did you saw the pyramids yesterday?</a:t>
            </a:r>
          </a:p>
          <a:p>
            <a:pPr lvl="1" rtl="0" algn="l">
              <a:spcAft>
                <a:spcPts val="700"/>
              </a:spcAft>
            </a:pPr>
            <a:r>
              <a:rPr sz="1600" b="1" i="0" lang="en-US">
                <a:solidFill>
                  <a:srgbClr val="0F7A3D"/>
                </a:solidFill>
                <a:latin typeface="Segoe UI"/>
              </a:rPr>
              <a:t>✔ Did you see the pyramids yesterday?</a:t>
            </a:r>
          </a:p>
          <a:p>
            <a:pPr rtl="0" algn="l">
              <a:spcAft>
                <a:spcPts val="300"/>
              </a:spcAft>
            </a:pPr>
            <a:r>
              <a:rPr sz="1700" b="0" i="0" lang="en-US">
                <a:solidFill>
                  <a:srgbClr val="1C2333"/>
                </a:solidFill>
                <a:latin typeface="Segoe UI"/>
              </a:rPr>
              <a:t>10) Where did you get up? At 7 o'clock.</a:t>
            </a:r>
          </a:p>
          <a:p>
            <a:pPr lvl="1" rtl="0" algn="l">
              <a:spcAft>
                <a:spcPts val="700"/>
              </a:spcAft>
            </a:pPr>
            <a:r>
              <a:rPr sz="1600" b="1" i="0" lang="en-US">
                <a:solidFill>
                  <a:srgbClr val="0F7A3D"/>
                </a:solidFill>
                <a:latin typeface="Segoe UI"/>
              </a:rPr>
              <a:t>✔ When did you get up? At 7 o'clock.</a:t>
            </a:r>
          </a:p>
          <a:p>
            <a:pPr rtl="0" algn="l">
              <a:spcAft>
                <a:spcPts val="300"/>
              </a:spcAft>
            </a:pPr>
            <a:r>
              <a:rPr sz="1700" b="0" i="0" lang="en-US">
                <a:solidFill>
                  <a:srgbClr val="1C2333"/>
                </a:solidFill>
                <a:latin typeface="Segoe UI"/>
              </a:rPr>
              <a:t>11) When did you live with? With my parents.</a:t>
            </a:r>
          </a:p>
          <a:p>
            <a:pPr lvl="1" rtl="0" algn="l">
              <a:spcAft>
                <a:spcPts val="700"/>
              </a:spcAft>
            </a:pPr>
            <a:r>
              <a:rPr sz="1600" b="1" i="0" lang="en-US">
                <a:solidFill>
                  <a:srgbClr val="0F7A3D"/>
                </a:solidFill>
                <a:latin typeface="Segoe UI"/>
              </a:rPr>
              <a:t>✔ Who did you live with? With my parents.</a:t>
            </a:r>
          </a:p>
          <a:p>
            <a:pPr rtl="0" algn="l">
              <a:spcAft>
                <a:spcPts val="300"/>
              </a:spcAft>
            </a:pPr>
            <a:r>
              <a:rPr sz="1700" b="0" i="0" lang="en-US">
                <a:solidFill>
                  <a:srgbClr val="1C2333"/>
                </a:solidFill>
                <a:latin typeface="Segoe UI"/>
              </a:rPr>
              <a:t>12) My friend come early last night.</a:t>
            </a:r>
          </a:p>
          <a:p>
            <a:pPr lvl="1" rtl="0" algn="l">
              <a:spcAft>
                <a:spcPts val="700"/>
              </a:spcAft>
            </a:pPr>
            <a:r>
              <a:rPr sz="1600" b="1" i="0" lang="en-US">
                <a:solidFill>
                  <a:srgbClr val="0F7A3D"/>
                </a:solidFill>
                <a:latin typeface="Segoe UI"/>
              </a:rPr>
              <a:t>✔ My friend came early last night.</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She study English yesterday.</a:t>
            </a:r>
          </a:p>
          <a:p>
            <a:pPr rtl="0" algn="l">
              <a:spcAft>
                <a:spcPts val="800"/>
              </a:spcAft>
            </a:pPr>
            <a:r>
              <a:rPr sz="1800" b="0" i="0" lang="en-US">
                <a:solidFill>
                  <a:srgbClr val="1C2333"/>
                </a:solidFill>
                <a:latin typeface="Segoe UI"/>
              </a:rPr>
              <a:t>14) How did Ali went to school?</a:t>
            </a:r>
          </a:p>
          <a:p>
            <a:pPr rtl="0" algn="l">
              <a:spcAft>
                <a:spcPts val="800"/>
              </a:spcAft>
            </a:pPr>
            <a:r>
              <a:rPr sz="1800" b="0" i="0" lang="en-US">
                <a:solidFill>
                  <a:srgbClr val="1C2333"/>
                </a:solidFill>
                <a:latin typeface="Segoe UI"/>
              </a:rPr>
              <a:t>15) My mum make a nice pie yesterday.</a:t>
            </a:r>
          </a:p>
          <a:p>
            <a:pPr rtl="0" algn="l">
              <a:spcAft>
                <a:spcPts val="800"/>
              </a:spcAft>
            </a:pPr>
            <a:r>
              <a:rPr sz="1800" b="0" i="0" lang="en-US">
                <a:solidFill>
                  <a:srgbClr val="1C2333"/>
                </a:solidFill>
                <a:latin typeface="Segoe UI"/>
              </a:rPr>
              <a:t>16) She isn't at school yesterday.</a:t>
            </a:r>
          </a:p>
          <a:p>
            <a:pPr rtl="0" algn="l">
              <a:spcAft>
                <a:spcPts val="800"/>
              </a:spcAft>
            </a:pPr>
            <a:r>
              <a:rPr sz="1800" b="0" i="0" lang="en-US">
                <a:solidFill>
                  <a:srgbClr val="1C2333"/>
                </a:solidFill>
                <a:latin typeface="Segoe UI"/>
              </a:rPr>
              <a:t>17) We didn't sad last night.</a:t>
            </a:r>
          </a:p>
          <a:p>
            <a:pPr rtl="0" algn="l">
              <a:spcAft>
                <a:spcPts val="800"/>
              </a:spcAft>
            </a:pPr>
            <a:r>
              <a:rPr sz="1800" b="0" i="0" lang="en-US">
                <a:solidFill>
                  <a:srgbClr val="1C2333"/>
                </a:solidFill>
                <a:latin typeface="Segoe UI"/>
              </a:rPr>
              <a:t>18) Did you at home yesterday?</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K)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She study English yesterday.</a:t>
            </a:r>
          </a:p>
          <a:p>
            <a:pPr lvl="1" rtl="0" algn="l">
              <a:spcAft>
                <a:spcPts val="700"/>
              </a:spcAft>
            </a:pPr>
            <a:r>
              <a:rPr sz="1600" b="1" i="0" lang="en-US">
                <a:solidFill>
                  <a:srgbClr val="0F7A3D"/>
                </a:solidFill>
                <a:latin typeface="Segoe UI"/>
              </a:rPr>
              <a:t>✔ She studied English yesterday.</a:t>
            </a:r>
          </a:p>
          <a:p>
            <a:pPr rtl="0" algn="l">
              <a:spcAft>
                <a:spcPts val="300"/>
              </a:spcAft>
            </a:pPr>
            <a:r>
              <a:rPr sz="1700" b="0" i="0" lang="en-US">
                <a:solidFill>
                  <a:srgbClr val="1C2333"/>
                </a:solidFill>
                <a:latin typeface="Segoe UI"/>
              </a:rPr>
              <a:t>14) How did Ali went to school?</a:t>
            </a:r>
          </a:p>
          <a:p>
            <a:pPr lvl="1" rtl="0" algn="l">
              <a:spcAft>
                <a:spcPts val="700"/>
              </a:spcAft>
            </a:pPr>
            <a:r>
              <a:rPr sz="1600" b="1" i="0" lang="en-US">
                <a:solidFill>
                  <a:srgbClr val="0F7A3D"/>
                </a:solidFill>
                <a:latin typeface="Segoe UI"/>
              </a:rPr>
              <a:t>✔ How did Ali go to school?</a:t>
            </a:r>
          </a:p>
          <a:p>
            <a:pPr rtl="0" algn="l">
              <a:spcAft>
                <a:spcPts val="300"/>
              </a:spcAft>
            </a:pPr>
            <a:r>
              <a:rPr sz="1700" b="0" i="0" lang="en-US">
                <a:solidFill>
                  <a:srgbClr val="1C2333"/>
                </a:solidFill>
                <a:latin typeface="Segoe UI"/>
              </a:rPr>
              <a:t>15) My mum make a nice pie yesterday.</a:t>
            </a:r>
          </a:p>
          <a:p>
            <a:pPr lvl="1" rtl="0" algn="l">
              <a:spcAft>
                <a:spcPts val="700"/>
              </a:spcAft>
            </a:pPr>
            <a:r>
              <a:rPr sz="1600" b="1" i="0" lang="en-US">
                <a:solidFill>
                  <a:srgbClr val="0F7A3D"/>
                </a:solidFill>
                <a:latin typeface="Segoe UI"/>
              </a:rPr>
              <a:t>✔ My mum made a nice pie yesterday.</a:t>
            </a:r>
          </a:p>
          <a:p>
            <a:pPr rtl="0" algn="l">
              <a:spcAft>
                <a:spcPts val="300"/>
              </a:spcAft>
            </a:pPr>
            <a:r>
              <a:rPr sz="1700" b="0" i="0" lang="en-US">
                <a:solidFill>
                  <a:srgbClr val="1C2333"/>
                </a:solidFill>
                <a:latin typeface="Segoe UI"/>
              </a:rPr>
              <a:t>16) She isn't at school yesterday.</a:t>
            </a:r>
          </a:p>
          <a:p>
            <a:pPr lvl="1" rtl="0" algn="l">
              <a:spcAft>
                <a:spcPts val="700"/>
              </a:spcAft>
            </a:pPr>
            <a:r>
              <a:rPr sz="1600" b="1" i="0" lang="en-US">
                <a:solidFill>
                  <a:srgbClr val="0F7A3D"/>
                </a:solidFill>
                <a:latin typeface="Segoe UI"/>
              </a:rPr>
              <a:t>✔ She wasn't at school yesterday.</a:t>
            </a:r>
          </a:p>
          <a:p>
            <a:pPr rtl="0" algn="l">
              <a:spcAft>
                <a:spcPts val="300"/>
              </a:spcAft>
            </a:pPr>
            <a:r>
              <a:rPr sz="1700" b="0" i="0" lang="en-US">
                <a:solidFill>
                  <a:srgbClr val="1C2333"/>
                </a:solidFill>
                <a:latin typeface="Segoe UI"/>
              </a:rPr>
              <a:t>17) We didn't sad last night.</a:t>
            </a:r>
          </a:p>
          <a:p>
            <a:pPr lvl="1" rtl="0" algn="l">
              <a:spcAft>
                <a:spcPts val="700"/>
              </a:spcAft>
            </a:pPr>
            <a:r>
              <a:rPr sz="1600" b="1" i="0" lang="en-US">
                <a:solidFill>
                  <a:srgbClr val="0F7A3D"/>
                </a:solidFill>
                <a:latin typeface="Segoe UI"/>
              </a:rPr>
              <a:t>✔ We weren't sad last night.</a:t>
            </a:r>
          </a:p>
          <a:p>
            <a:pPr rtl="0" algn="l">
              <a:spcAft>
                <a:spcPts val="300"/>
              </a:spcAft>
            </a:pPr>
            <a:r>
              <a:rPr sz="1700" b="0" i="0" lang="en-US">
                <a:solidFill>
                  <a:srgbClr val="1C2333"/>
                </a:solidFill>
                <a:latin typeface="Segoe UI"/>
              </a:rPr>
              <a:t>18) Did you at home yesterday?</a:t>
            </a:r>
          </a:p>
          <a:p>
            <a:pPr lvl="1" rtl="0" algn="l">
              <a:spcAft>
                <a:spcPts val="700"/>
              </a:spcAft>
            </a:pPr>
            <a:r>
              <a:rPr sz="1600" b="1" i="0" lang="en-US">
                <a:solidFill>
                  <a:srgbClr val="0F7A3D"/>
                </a:solidFill>
                <a:latin typeface="Segoe UI"/>
              </a:rPr>
              <a:t>✔ Were you at home yesterday?</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Youssef: Where …… you go last Friday?</a:t>
            </a:r>
          </a:p>
          <a:p>
            <a:pPr rtl="0" algn="l">
              <a:spcAft>
                <a:spcPts val="400"/>
              </a:spcAft>
            </a:pPr>
            <a:r>
              <a:rPr sz="1700" b="0" i="0" lang="en-US">
                <a:solidFill>
                  <a:srgbClr val="1C2333"/>
                </a:solidFill>
                <a:latin typeface="Segoe UI"/>
              </a:rPr>
              <a:t>Mahmoud: I …… to the zoo with my family.</a:t>
            </a:r>
          </a:p>
          <a:p>
            <a:pPr rtl="0" algn="l">
              <a:spcAft>
                <a:spcPts val="400"/>
              </a:spcAft>
            </a:pPr>
            <a:r>
              <a:rPr sz="1700" b="0" i="0" lang="en-US">
                <a:solidFill>
                  <a:srgbClr val="1C2333"/>
                </a:solidFill>
                <a:latin typeface="Segoe UI"/>
              </a:rPr>
              <a:t>Youssef: …… animals did you see?</a:t>
            </a:r>
          </a:p>
          <a:p>
            <a:pPr rtl="0" algn="l">
              <a:spcAft>
                <a:spcPts val="400"/>
              </a:spcAft>
            </a:pPr>
            <a:r>
              <a:rPr sz="1700" b="0" i="0" lang="en-US">
                <a:solidFill>
                  <a:srgbClr val="1C2333"/>
                </a:solidFill>
                <a:latin typeface="Segoe UI"/>
              </a:rPr>
              <a:t>Mahmoud: I …… lions, elephants, and tigers.</a:t>
            </a:r>
          </a:p>
          <a:p>
            <a:pPr rtl="0" algn="l">
              <a:spcAft>
                <a:spcPts val="400"/>
              </a:spcAft>
            </a:pPr>
            <a:r>
              <a:rPr sz="1700" b="0" i="0" lang="en-US">
                <a:solidFill>
                  <a:srgbClr val="1C2333"/>
                </a:solidFill>
                <a:latin typeface="Segoe UI"/>
              </a:rPr>
              <a:t>Youssef: Did you enjoy the trip?</a:t>
            </a:r>
          </a:p>
          <a:p>
            <a:pPr rtl="0" algn="l">
              <a:spcAft>
                <a:spcPts val="400"/>
              </a:spcAft>
            </a:pPr>
            <a:r>
              <a:rPr sz="1700" b="0" i="0" lang="en-US">
                <a:solidFill>
                  <a:srgbClr val="1C2333"/>
                </a:solidFill>
                <a:latin typeface="Segoe UI"/>
              </a:rPr>
              <a:t>Mahmoud: ……</a:t>
            </a:r>
          </a:p>
          <a:p>
            <a:pPr rtl="0" algn="l">
              <a:spcAft>
                <a:spcPts val="400"/>
              </a:spcAft>
            </a:pPr>
            <a:r>
              <a:rPr sz="1700" b="0" i="0" lang="en-US">
                <a:solidFill>
                  <a:srgbClr val="1C2333"/>
                </a:solidFill>
                <a:latin typeface="Segoe UI"/>
              </a:rPr>
              <a:t>Youssef: Have a nice day.</a:t>
            </a:r>
          </a:p>
          <a:p>
            <a:pPr rtl="0" algn="l">
              <a:spcAft>
                <a:spcPts val="400"/>
              </a:spcAft>
            </a:pPr>
            <a:r>
              <a:rPr sz="1700" b="0" i="0" lang="en-US">
                <a:solidFill>
                  <a:srgbClr val="1C2333"/>
                </a:solidFill>
                <a:latin typeface="Segoe UI"/>
              </a:rPr>
              <a:t>Mahmoud: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Youssef: Where did you go last Friday?</a:t>
            </a:r>
          </a:p>
          <a:p>
            <a:pPr rtl="0" algn="l">
              <a:spcAft>
                <a:spcPts val="400"/>
              </a:spcAft>
            </a:pPr>
            <a:r>
              <a:rPr sz="1700" b="0" i="0" lang="en-US">
                <a:solidFill>
                  <a:srgbClr val="0F7A3D"/>
                </a:solidFill>
                <a:latin typeface="Segoe UI"/>
              </a:rPr>
              <a:t>Mahmoud: I went to the zoo with my family.</a:t>
            </a:r>
          </a:p>
          <a:p>
            <a:pPr rtl="0" algn="l">
              <a:spcAft>
                <a:spcPts val="400"/>
              </a:spcAft>
            </a:pPr>
            <a:r>
              <a:rPr sz="1700" b="0" i="0" lang="en-US">
                <a:solidFill>
                  <a:srgbClr val="0F7A3D"/>
                </a:solidFill>
                <a:latin typeface="Segoe UI"/>
              </a:rPr>
              <a:t>Youssef: What animals did you see?</a:t>
            </a:r>
          </a:p>
          <a:p>
            <a:pPr rtl="0" algn="l">
              <a:spcAft>
                <a:spcPts val="400"/>
              </a:spcAft>
            </a:pPr>
            <a:r>
              <a:rPr sz="1700" b="0" i="0" lang="en-US">
                <a:solidFill>
                  <a:srgbClr val="0F7A3D"/>
                </a:solidFill>
                <a:latin typeface="Segoe UI"/>
              </a:rPr>
              <a:t>Mahmoud: I saw lions, elephants, and tigers.</a:t>
            </a:r>
          </a:p>
          <a:p>
            <a:pPr rtl="0" algn="l">
              <a:spcAft>
                <a:spcPts val="400"/>
              </a:spcAft>
            </a:pPr>
            <a:r>
              <a:rPr sz="1700" b="0" i="0" lang="en-US">
                <a:solidFill>
                  <a:srgbClr val="0F7A3D"/>
                </a:solidFill>
                <a:latin typeface="Segoe UI"/>
              </a:rPr>
              <a:t>Youssef: Did you enjoy the trip?</a:t>
            </a:r>
          </a:p>
          <a:p>
            <a:pPr rtl="0" algn="l">
              <a:spcAft>
                <a:spcPts val="400"/>
              </a:spcAft>
            </a:pPr>
            <a:r>
              <a:rPr sz="1700" b="0" i="0" lang="en-US">
                <a:solidFill>
                  <a:srgbClr val="0F7A3D"/>
                </a:solidFill>
                <a:latin typeface="Segoe UI"/>
              </a:rPr>
              <a:t>Mahmoud: Yes, I did. It was great.</a:t>
            </a:r>
          </a:p>
          <a:p>
            <a:pPr rtl="0" algn="l">
              <a:spcAft>
                <a:spcPts val="400"/>
              </a:spcAft>
            </a:pPr>
            <a:r>
              <a:rPr sz="1700" b="0" i="0" lang="en-US">
                <a:solidFill>
                  <a:srgbClr val="0F7A3D"/>
                </a:solidFill>
                <a:latin typeface="Segoe UI"/>
              </a:rPr>
              <a:t>Youssef: Have a nice day.</a:t>
            </a:r>
          </a:p>
          <a:p>
            <a:pPr rtl="0" algn="l">
              <a:spcAft>
                <a:spcPts val="400"/>
              </a:spcAft>
            </a:pPr>
            <a:r>
              <a:rPr sz="1700" b="0" i="0" lang="en-US">
                <a:solidFill>
                  <a:srgbClr val="0F7A3D"/>
                </a:solidFill>
                <a:latin typeface="Segoe UI"/>
              </a:rPr>
              <a:t>Mahmoud: Thank you.</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Teacher: When …… you arrive at the museum yesterday?</a:t>
            </a:r>
          </a:p>
          <a:p>
            <a:pPr rtl="0" algn="l">
              <a:spcAft>
                <a:spcPts val="400"/>
              </a:spcAft>
            </a:pPr>
            <a:r>
              <a:rPr sz="1700" b="0" i="0" lang="en-US">
                <a:solidFill>
                  <a:srgbClr val="1C2333"/>
                </a:solidFill>
                <a:latin typeface="Segoe UI"/>
              </a:rPr>
              <a:t>Student: We …… there at 10 a.m.</a:t>
            </a:r>
          </a:p>
          <a:p>
            <a:pPr rtl="0" algn="l">
              <a:spcAft>
                <a:spcPts val="400"/>
              </a:spcAft>
            </a:pPr>
            <a:r>
              <a:rPr sz="1700" b="0" i="0" lang="en-US">
                <a:solidFill>
                  <a:srgbClr val="1C2333"/>
                </a:solidFill>
                <a:latin typeface="Segoe UI"/>
              </a:rPr>
              <a:t>Teacher: …… you take any photos?</a:t>
            </a:r>
          </a:p>
          <a:p>
            <a:pPr rtl="0" algn="l">
              <a:spcAft>
                <a:spcPts val="400"/>
              </a:spcAft>
            </a:pPr>
            <a:r>
              <a:rPr sz="1700" b="0" i="0" lang="en-US">
                <a:solidFill>
                  <a:srgbClr val="1C2333"/>
                </a:solidFill>
                <a:latin typeface="Segoe UI"/>
              </a:rPr>
              <a:t>Student: Yes, I …… many photos.</a:t>
            </a:r>
          </a:p>
          <a:p>
            <a:pPr rtl="0" algn="l">
              <a:spcAft>
                <a:spcPts val="400"/>
              </a:spcAft>
            </a:pPr>
            <a:r>
              <a:rPr sz="1700" b="0" i="0" lang="en-US">
                <a:solidFill>
                  <a:srgbClr val="1C2333"/>
                </a:solidFill>
                <a:latin typeface="Segoe UI"/>
              </a:rPr>
              <a:t>Teacher: How was it?</a:t>
            </a:r>
          </a:p>
          <a:p>
            <a:pPr rtl="0" algn="l">
              <a:spcAft>
                <a:spcPts val="400"/>
              </a:spcAft>
            </a:pPr>
            <a:r>
              <a:rPr sz="1700" b="0" i="0" lang="en-US">
                <a:solidFill>
                  <a:srgbClr val="1C2333"/>
                </a:solidFill>
                <a:latin typeface="Segoe UI"/>
              </a:rPr>
              <a:t>Student: It …… amazing.</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Teacher: When did you arrive at the museum yesterday?</a:t>
            </a:r>
          </a:p>
          <a:p>
            <a:pPr rtl="0" algn="l">
              <a:spcAft>
                <a:spcPts val="400"/>
              </a:spcAft>
            </a:pPr>
            <a:r>
              <a:rPr sz="1700" b="0" i="0" lang="en-US">
                <a:solidFill>
                  <a:srgbClr val="0F7A3D"/>
                </a:solidFill>
                <a:latin typeface="Segoe UI"/>
              </a:rPr>
              <a:t>Student: We arrived there at 10 a.m.</a:t>
            </a:r>
          </a:p>
          <a:p>
            <a:pPr rtl="0" algn="l">
              <a:spcAft>
                <a:spcPts val="400"/>
              </a:spcAft>
            </a:pPr>
            <a:r>
              <a:rPr sz="1700" b="0" i="0" lang="en-US">
                <a:solidFill>
                  <a:srgbClr val="0F7A3D"/>
                </a:solidFill>
                <a:latin typeface="Segoe UI"/>
              </a:rPr>
              <a:t>Teacher: Did you take any photos?</a:t>
            </a:r>
          </a:p>
          <a:p>
            <a:pPr rtl="0" algn="l">
              <a:spcAft>
                <a:spcPts val="400"/>
              </a:spcAft>
            </a:pPr>
            <a:r>
              <a:rPr sz="1700" b="0" i="0" lang="en-US">
                <a:solidFill>
                  <a:srgbClr val="0F7A3D"/>
                </a:solidFill>
                <a:latin typeface="Segoe UI"/>
              </a:rPr>
              <a:t>Student: Yes, I took many photos.</a:t>
            </a:r>
          </a:p>
          <a:p>
            <a:pPr rtl="0" algn="l">
              <a:spcAft>
                <a:spcPts val="400"/>
              </a:spcAft>
            </a:pPr>
            <a:r>
              <a:rPr sz="1700" b="0" i="0" lang="en-US">
                <a:solidFill>
                  <a:srgbClr val="0F7A3D"/>
                </a:solidFill>
                <a:latin typeface="Segoe UI"/>
              </a:rPr>
              <a:t>Teacher: How was it?</a:t>
            </a:r>
          </a:p>
          <a:p>
            <a:pPr rtl="0" algn="l">
              <a:spcAft>
                <a:spcPts val="400"/>
              </a:spcAft>
            </a:pPr>
            <a:r>
              <a:rPr sz="1700" b="0" i="0" lang="en-US">
                <a:solidFill>
                  <a:srgbClr val="0F7A3D"/>
                </a:solidFill>
                <a:latin typeface="Segoe UI"/>
              </a:rPr>
              <a:t>Student: It was amazing.</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Rody: Where …… you go yesterday?</a:t>
            </a:r>
          </a:p>
          <a:p>
            <a:pPr rtl="0" algn="l">
              <a:spcAft>
                <a:spcPts val="400"/>
              </a:spcAft>
            </a:pPr>
            <a:r>
              <a:rPr sz="1700" b="0" i="0" lang="en-US">
                <a:solidFill>
                  <a:srgbClr val="1C2333"/>
                </a:solidFill>
                <a:latin typeface="Segoe UI"/>
              </a:rPr>
              <a:t>Sara: I …… to the supermarket.</a:t>
            </a:r>
          </a:p>
          <a:p>
            <a:pPr rtl="0" algn="l">
              <a:spcAft>
                <a:spcPts val="400"/>
              </a:spcAft>
            </a:pPr>
            <a:r>
              <a:rPr sz="1700" b="0" i="0" lang="en-US">
                <a:solidFill>
                  <a:srgbClr val="1C2333"/>
                </a:solidFill>
                <a:latin typeface="Segoe UI"/>
              </a:rPr>
              <a:t>Rody: What did you …… ?</a:t>
            </a:r>
          </a:p>
          <a:p>
            <a:pPr rtl="0" algn="l">
              <a:spcAft>
                <a:spcPts val="400"/>
              </a:spcAft>
            </a:pPr>
            <a:r>
              <a:rPr sz="1700" b="0" i="0" lang="en-US">
                <a:solidFill>
                  <a:srgbClr val="1C2333"/>
                </a:solidFill>
                <a:latin typeface="Segoe UI"/>
              </a:rPr>
              <a:t>Sara: I bought milk, rice, and bread.</a:t>
            </a:r>
          </a:p>
          <a:p>
            <a:pPr rtl="0" algn="l">
              <a:spcAft>
                <a:spcPts val="400"/>
              </a:spcAft>
            </a:pPr>
            <a:r>
              <a:rPr sz="1700" b="0" i="0" lang="en-US">
                <a:solidFill>
                  <a:srgbClr val="1C2333"/>
                </a:solidFill>
                <a:latin typeface="Segoe UI"/>
              </a:rPr>
              <a:t>Rody: …… you buy anything else?</a:t>
            </a:r>
          </a:p>
          <a:p>
            <a:pPr rtl="0" algn="l">
              <a:spcAft>
                <a:spcPts val="400"/>
              </a:spcAft>
            </a:pPr>
            <a:r>
              <a:rPr sz="1700" b="0" i="0" lang="en-US">
                <a:solidFill>
                  <a:srgbClr val="1C2333"/>
                </a:solidFill>
                <a:latin typeface="Segoe UI"/>
              </a:rPr>
              <a:t>Sara: No, …… .'</a:t>
            </a:r>
          </a:p>
          <a:p>
            <a:pPr rtl="0" algn="l">
              <a:spcAft>
                <a:spcPts val="400"/>
              </a:spcAft>
            </a:pPr>
            <a:r>
              <a:rPr sz="1700" b="0" i="0" lang="en-US">
                <a:solidFill>
                  <a:srgbClr val="1C2333"/>
                </a:solidFill>
                <a:latin typeface="Segoe UI"/>
              </a:rPr>
              <a:t>Rody: Have a nice day.</a:t>
            </a:r>
          </a:p>
          <a:p>
            <a:pPr rtl="0" algn="l">
              <a:spcAft>
                <a:spcPts val="400"/>
              </a:spcAft>
            </a:pPr>
            <a:r>
              <a:rPr sz="1700" b="0" i="0" lang="en-US">
                <a:solidFill>
                  <a:srgbClr val="1C2333"/>
                </a:solidFill>
                <a:latin typeface="Segoe UI"/>
              </a:rPr>
              <a:t>Sara: Thank you.</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Rody: Where did you go yesterday?</a:t>
            </a:r>
          </a:p>
          <a:p>
            <a:pPr rtl="0" algn="l">
              <a:spcAft>
                <a:spcPts val="400"/>
              </a:spcAft>
            </a:pPr>
            <a:r>
              <a:rPr sz="1700" b="0" i="0" lang="en-US">
                <a:solidFill>
                  <a:srgbClr val="0F7A3D"/>
                </a:solidFill>
                <a:latin typeface="Segoe UI"/>
              </a:rPr>
              <a:t>Sara: I went to the supermarket.</a:t>
            </a:r>
          </a:p>
          <a:p>
            <a:pPr rtl="0" algn="l">
              <a:spcAft>
                <a:spcPts val="400"/>
              </a:spcAft>
            </a:pPr>
            <a:r>
              <a:rPr sz="1700" b="0" i="0" lang="en-US">
                <a:solidFill>
                  <a:srgbClr val="0F7A3D"/>
                </a:solidFill>
                <a:latin typeface="Segoe UI"/>
              </a:rPr>
              <a:t>Rody: What did you buy ?</a:t>
            </a:r>
          </a:p>
          <a:p>
            <a:pPr rtl="0" algn="l">
              <a:spcAft>
                <a:spcPts val="400"/>
              </a:spcAft>
            </a:pPr>
            <a:r>
              <a:rPr sz="1700" b="0" i="0" lang="en-US">
                <a:solidFill>
                  <a:srgbClr val="0F7A3D"/>
                </a:solidFill>
                <a:latin typeface="Segoe UI"/>
              </a:rPr>
              <a:t>Sara: I bought milk, rice, and bread.</a:t>
            </a:r>
          </a:p>
          <a:p>
            <a:pPr rtl="0" algn="l">
              <a:spcAft>
                <a:spcPts val="400"/>
              </a:spcAft>
            </a:pPr>
            <a:r>
              <a:rPr sz="1700" b="0" i="0" lang="en-US">
                <a:solidFill>
                  <a:srgbClr val="0F7A3D"/>
                </a:solidFill>
                <a:latin typeface="Segoe UI"/>
              </a:rPr>
              <a:t>Rody: Did you buy anything else?</a:t>
            </a:r>
          </a:p>
          <a:p>
            <a:pPr rtl="0" algn="l">
              <a:spcAft>
                <a:spcPts val="400"/>
              </a:spcAft>
            </a:pPr>
            <a:r>
              <a:rPr sz="1700" b="0" i="0" lang="en-US">
                <a:solidFill>
                  <a:srgbClr val="0F7A3D"/>
                </a:solidFill>
                <a:latin typeface="Segoe UI"/>
              </a:rPr>
              <a:t>Sara: No, I didn't .'</a:t>
            </a:r>
          </a:p>
          <a:p>
            <a:pPr rtl="0" algn="l">
              <a:spcAft>
                <a:spcPts val="400"/>
              </a:spcAft>
            </a:pPr>
            <a:r>
              <a:rPr sz="1700" b="0" i="0" lang="en-US">
                <a:solidFill>
                  <a:srgbClr val="0F7A3D"/>
                </a:solidFill>
                <a:latin typeface="Segoe UI"/>
              </a:rPr>
              <a:t>Rody: Have a nice day.</a:t>
            </a:r>
          </a:p>
          <a:p>
            <a:pPr rtl="0" algn="l">
              <a:spcAft>
                <a:spcPts val="400"/>
              </a:spcAft>
            </a:pPr>
            <a:r>
              <a:rPr sz="1700" b="0" i="0" lang="en-US">
                <a:solidFill>
                  <a:srgbClr val="0F7A3D"/>
                </a:solidFill>
                <a:latin typeface="Segoe UI"/>
              </a:rPr>
              <a:t>Sara: Thank you.</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9422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94222C"/>
                </a:solidFill>
                <a:latin typeface="Segoe UI"/>
              </a:rPr>
              <a:t>21</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21 — The Past Simple Tense</a:t>
            </a:r>
          </a:p>
          <a:p>
            <a:pPr rtl="0" algn="l"/>
            <a:r>
              <a:rPr sz="1400" b="0" i="0" lang="en-US">
                <a:solidFill>
                  <a:srgbClr val="DDE6F3"/>
                </a:solidFill>
                <a:latin typeface="Segoe UI"/>
              </a:rPr>
              <a:t>L) Finish the dialogues · Homework</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5577840" cy="5120640"/>
          </a:xfrm>
          <a:prstGeom prst="rect">
            <a:avLst/>
          </a:prstGeom>
          <a:noFill/>
        </p:spPr>
        <p:txBody>
          <a:bodyPr wrap="square" lIns="109728" rIns="109728" tIns="54864" bIns="54864" anchor="t">
            <a:spAutoFit/>
          </a:bodyPr>
          <a:lstStyle/>
          <a:p>
            <a:pPr rtl="0" algn="l"/>
            <a:r>
              <a:rPr sz="1500" b="1" i="0" lang="en-US">
                <a:solidFill>
                  <a:srgbClr val="C26A12"/>
                </a:solidFill>
                <a:latin typeface="Segoe UI"/>
              </a:rPr>
              <a:t>Complete:</a:t>
            </a:r>
          </a:p>
          <a:p>
            <a:pPr rtl="0" algn="l">
              <a:spcAft>
                <a:spcPts val="400"/>
              </a:spcAft>
            </a:pPr>
            <a:r>
              <a:rPr sz="1700" b="0" i="0" lang="en-US">
                <a:solidFill>
                  <a:srgbClr val="1C2333"/>
                </a:solidFill>
                <a:latin typeface="Segoe UI"/>
              </a:rPr>
              <a:t>Teacher: Where …… you go after school yesterday?</a:t>
            </a:r>
          </a:p>
          <a:p>
            <a:pPr rtl="0" algn="l">
              <a:spcAft>
                <a:spcPts val="400"/>
              </a:spcAft>
            </a:pPr>
            <a:r>
              <a:rPr sz="1700" b="0" i="0" lang="en-US">
                <a:solidFill>
                  <a:srgbClr val="1C2333"/>
                </a:solidFill>
                <a:latin typeface="Segoe UI"/>
              </a:rPr>
              <a:t>Student: I …… to the library.</a:t>
            </a:r>
          </a:p>
          <a:p>
            <a:pPr rtl="0" algn="l">
              <a:spcAft>
                <a:spcPts val="400"/>
              </a:spcAft>
            </a:pPr>
            <a:r>
              <a:rPr sz="1700" b="0" i="0" lang="en-US">
                <a:solidFill>
                  <a:srgbClr val="1C2333"/>
                </a:solidFill>
                <a:latin typeface="Segoe UI"/>
              </a:rPr>
              <a:t>Teacher: …… did you read?</a:t>
            </a:r>
          </a:p>
          <a:p>
            <a:pPr rtl="0" algn="l">
              <a:spcAft>
                <a:spcPts val="400"/>
              </a:spcAft>
            </a:pPr>
            <a:r>
              <a:rPr sz="1700" b="0" i="0" lang="en-US">
                <a:solidFill>
                  <a:srgbClr val="1C2333"/>
                </a:solidFill>
                <a:latin typeface="Segoe UI"/>
              </a:rPr>
              <a:t>Student: I …… a book about animals.</a:t>
            </a:r>
          </a:p>
          <a:p>
            <a:pPr rtl="0" algn="l">
              <a:spcAft>
                <a:spcPts val="400"/>
              </a:spcAft>
            </a:pPr>
            <a:r>
              <a:rPr sz="1700" b="0" i="0" lang="en-US">
                <a:solidFill>
                  <a:srgbClr val="1C2333"/>
                </a:solidFill>
                <a:latin typeface="Segoe UI"/>
              </a:rPr>
              <a:t>Teacher: Who did you go with?</a:t>
            </a:r>
          </a:p>
          <a:p>
            <a:pPr rtl="0" algn="l">
              <a:spcAft>
                <a:spcPts val="400"/>
              </a:spcAft>
            </a:pPr>
            <a:r>
              <a:rPr sz="1700" b="0" i="0" lang="en-US">
                <a:solidFill>
                  <a:srgbClr val="1C2333"/>
                </a:solidFill>
                <a:latin typeface="Segoe UI"/>
              </a:rPr>
              <a:t>Student: I …… with my friend Ali.</a:t>
            </a:r>
          </a:p>
        </p:txBody>
      </p:sp>
      <p:sp>
        <p:nvSpPr>
          <p:cNvPr id="9" name="TextBox 8"/>
          <p:cNvSpPr txBox="1"/>
          <p:nvPr/>
        </p:nvSpPr>
        <p:spPr>
          <a:xfrm>
            <a:off x="6217920" y="1143000"/>
            <a:ext cx="5577840" cy="5120640"/>
          </a:xfrm>
          <a:prstGeom prst="rect">
            <a:avLst/>
          </a:prstGeom>
          <a:noFill/>
        </p:spPr>
        <p:txBody>
          <a:bodyPr wrap="square" lIns="109728" rIns="109728" tIns="54864" bIns="54864" anchor="t">
            <a:spAutoFit/>
          </a:bodyPr>
          <a:lstStyle/>
          <a:p>
            <a:pPr rtl="0" algn="l"/>
            <a:r>
              <a:rPr sz="1500" b="1" i="0" lang="en-US">
                <a:solidFill>
                  <a:srgbClr val="0F7A3D"/>
                </a:solidFill>
                <a:latin typeface="Segoe UI"/>
              </a:rPr>
              <a:t>Answer ✔</a:t>
            </a:r>
          </a:p>
          <a:p>
            <a:pPr rtl="0" algn="l">
              <a:spcAft>
                <a:spcPts val="400"/>
              </a:spcAft>
            </a:pPr>
            <a:r>
              <a:rPr sz="1700" b="0" i="0" lang="en-US">
                <a:solidFill>
                  <a:srgbClr val="0F7A3D"/>
                </a:solidFill>
                <a:latin typeface="Segoe UI"/>
              </a:rPr>
              <a:t>Teacher: Where did you go after school yesterday?</a:t>
            </a:r>
          </a:p>
          <a:p>
            <a:pPr rtl="0" algn="l">
              <a:spcAft>
                <a:spcPts val="400"/>
              </a:spcAft>
            </a:pPr>
            <a:r>
              <a:rPr sz="1700" b="0" i="0" lang="en-US">
                <a:solidFill>
                  <a:srgbClr val="0F7A3D"/>
                </a:solidFill>
                <a:latin typeface="Segoe UI"/>
              </a:rPr>
              <a:t>Student: I went to the library.</a:t>
            </a:r>
          </a:p>
          <a:p>
            <a:pPr rtl="0" algn="l">
              <a:spcAft>
                <a:spcPts val="400"/>
              </a:spcAft>
            </a:pPr>
            <a:r>
              <a:rPr sz="1700" b="0" i="0" lang="en-US">
                <a:solidFill>
                  <a:srgbClr val="0F7A3D"/>
                </a:solidFill>
                <a:latin typeface="Segoe UI"/>
              </a:rPr>
              <a:t>Teacher: What did you read?</a:t>
            </a:r>
          </a:p>
          <a:p>
            <a:pPr rtl="0" algn="l">
              <a:spcAft>
                <a:spcPts val="400"/>
              </a:spcAft>
            </a:pPr>
            <a:r>
              <a:rPr sz="1700" b="0" i="0" lang="en-US">
                <a:solidFill>
                  <a:srgbClr val="0F7A3D"/>
                </a:solidFill>
                <a:latin typeface="Segoe UI"/>
              </a:rPr>
              <a:t>Student: I read a book about animals.</a:t>
            </a:r>
          </a:p>
          <a:p>
            <a:pPr rtl="0" algn="l">
              <a:spcAft>
                <a:spcPts val="400"/>
              </a:spcAft>
            </a:pPr>
            <a:r>
              <a:rPr sz="1700" b="0" i="0" lang="en-US">
                <a:solidFill>
                  <a:srgbClr val="0F7A3D"/>
                </a:solidFill>
                <a:latin typeface="Segoe UI"/>
              </a:rPr>
              <a:t>Teacher: Who did you go with?</a:t>
            </a:r>
          </a:p>
          <a:p>
            <a:pPr rtl="0" algn="l">
              <a:spcAft>
                <a:spcPts val="400"/>
              </a:spcAft>
            </a:pPr>
            <a:r>
              <a:rPr sz="1700" b="0" i="0" lang="en-US">
                <a:solidFill>
                  <a:srgbClr val="0F7A3D"/>
                </a:solidFill>
                <a:latin typeface="Segoe UI"/>
              </a:rPr>
              <a:t>Student: I went with my friend Ali.</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TextBox 2"/>
          <p:cNvSpPr txBox="1"/>
          <p:nvPr/>
        </p:nvSpPr>
        <p:spPr>
          <a:xfrm>
            <a:off x="914400" y="2011680"/>
            <a:ext cx="10332720" cy="2743200"/>
          </a:xfrm>
          <a:prstGeom prst="rect">
            <a:avLst/>
          </a:prstGeom>
          <a:noFill/>
        </p:spPr>
        <p:txBody>
          <a:bodyPr wrap="square" lIns="109728" rIns="109728" tIns="54864" bIns="54864" anchor="ctr">
            <a:spAutoFit/>
          </a:bodyPr>
          <a:lstStyle/>
          <a:p>
            <a:pPr algn="ctr" rtl="0"/>
            <a:r>
              <a:rPr sz="2200" b="1" i="0" lang="en-US">
                <a:solidFill>
                  <a:srgbClr val="C8922A"/>
                </a:solidFill>
                <a:latin typeface="Segoe UI"/>
              </a:rPr>
              <a:t>UNIT 22</a:t>
            </a:r>
          </a:p>
          <a:p>
            <a:pPr algn="ctr" rtl="0"/>
            <a:r>
              <a:rPr sz="4600" b="1" i="0" lang="en-US">
                <a:solidFill>
                  <a:srgbClr val="FFFFFF"/>
                </a:solidFill>
                <a:latin typeface="Segoe UI"/>
              </a:rPr>
              <a:t>Should</a:t>
            </a:r>
          </a:p>
          <a:p>
            <a:pPr algn="ctr" rtl="1"/>
            <a:r>
              <a:rPr sz="2900" b="0" i="0" lang="ar-EG" altLang="en-US">
                <a:solidFill>
                  <a:srgbClr val="FFFFFF"/>
                </a:solidFill>
                <a:latin typeface="Traditional Arabic"/>
              </a:rPr>
              <a:t>فعل النصيحة</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The Rule — القاعدة</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120640"/>
          </a:xfrm>
          <a:prstGeom prst="rect">
            <a:avLst/>
          </a:prstGeom>
          <a:noFill/>
        </p:spPr>
        <p:txBody>
          <a:bodyPr wrap="square" lIns="109728" rIns="109728" tIns="54864" bIns="54864" anchor="t">
            <a:spAutoFit/>
          </a:bodyPr>
          <a:lstStyle/>
          <a:p>
            <a:pPr rtl="1" algn="r">
              <a:spcAft>
                <a:spcPts val="600"/>
              </a:spcAft>
            </a:pPr>
            <a:r>
              <a:rPr sz="2300" b="1" i="0" lang="ar-EG" altLang="en-US">
                <a:solidFill>
                  <a:srgbClr val="229435"/>
                </a:solidFill>
                <a:latin typeface="Traditional Arabic"/>
              </a:rPr>
              <a:t>▶ فاعل + should + مصدر + باقي الجملة .</a:t>
            </a:r>
          </a:p>
          <a:p>
            <a:pPr rtl="1" algn="r">
              <a:spcAft>
                <a:spcPts val="600"/>
              </a:spcAft>
            </a:pPr>
            <a:r>
              <a:rPr sz="2100" b="0" i="0" lang="ar-EG" altLang="en-US">
                <a:solidFill>
                  <a:srgbClr val="1C2333"/>
                </a:solidFill>
                <a:latin typeface="Traditional Arabic"/>
              </a:rPr>
              <a:t>    تُستخدم should لإعطاء النصيحة، ويأتي بعدها الفعل في المصدر بدون to.</a:t>
            </a:r>
          </a:p>
          <a:p>
            <a:pPr rtl="0" algn="l">
              <a:spcAft>
                <a:spcPts val="600"/>
              </a:spcAft>
            </a:pPr>
            <a:r>
              <a:rPr sz="2000" b="1" i="0" lang="en-US">
                <a:solidFill>
                  <a:srgbClr val="229435"/>
                </a:solidFill>
                <a:latin typeface="Segoe UI"/>
              </a:rPr>
              <a:t>▶ should not = shouldn't</a:t>
            </a:r>
          </a:p>
          <a:p>
            <a:pPr rtl="1" algn="r">
              <a:spcAft>
                <a:spcPts val="600"/>
              </a:spcAft>
            </a:pPr>
            <a:r>
              <a:rPr sz="2100" b="0" i="0" lang="ar-EG" altLang="en-US">
                <a:solidFill>
                  <a:srgbClr val="1C2333"/>
                </a:solidFill>
                <a:latin typeface="Traditional Arabic"/>
              </a:rPr>
              <a:t>    النفي بإضافة not بعد should.</a:t>
            </a:r>
          </a:p>
          <a:p>
            <a:pPr rtl="1" algn="r">
              <a:spcAft>
                <a:spcPts val="600"/>
              </a:spcAft>
            </a:pPr>
            <a:r>
              <a:rPr sz="2300" b="1" i="0" lang="ar-EG" altLang="en-US">
                <a:solidFill>
                  <a:srgbClr val="229435"/>
                </a:solidFill>
                <a:latin typeface="Traditional Arabic"/>
              </a:rPr>
              <a:t>▶ Should + فاعل + مصدر … ?</a:t>
            </a:r>
          </a:p>
          <a:p>
            <a:pPr rtl="1" algn="r">
              <a:spcAft>
                <a:spcPts val="600"/>
              </a:spcAft>
            </a:pPr>
            <a:r>
              <a:rPr sz="2100" b="0" i="0" lang="ar-EG" altLang="en-US">
                <a:solidFill>
                  <a:srgbClr val="1C2333"/>
                </a:solidFill>
                <a:latin typeface="Traditional Arabic"/>
              </a:rPr>
              <a:t>    السؤال بتقديم should على الفاعل.</a:t>
            </a:r>
          </a:p>
          <a:p>
            <a:pPr rtl="1" algn="r">
              <a:spcAft>
                <a:spcPts val="600"/>
              </a:spcAft>
            </a:pPr>
            <a:r>
              <a:rPr sz="2300" b="1" i="0" lang="ar-EG" altLang="en-US">
                <a:solidFill>
                  <a:srgbClr val="229435"/>
                </a:solidFill>
                <a:latin typeface="Traditional Arabic"/>
              </a:rPr>
              <a:t>▶ أداة استفهام + should + فاعل + مصدر … ?</a:t>
            </a:r>
          </a:p>
          <a:p>
            <a:pPr rtl="1" algn="r">
              <a:spcAft>
                <a:spcPts val="600"/>
              </a:spcAft>
            </a:pPr>
            <a:r>
              <a:rPr sz="2100" b="0" i="0" lang="ar-EG" altLang="en-US">
                <a:solidFill>
                  <a:srgbClr val="1C2333"/>
                </a:solidFill>
                <a:latin typeface="Traditional Arabic"/>
              </a:rPr>
              <a:t>السؤال بأداة استفهام.</a:t>
            </a:r>
          </a:p>
          <a:p>
            <a:pPr rtl="0" algn="l">
              <a:spcAft>
                <a:spcPts val="600"/>
              </a:spcAft>
            </a:pPr>
            <a:r>
              <a:rPr sz="1700" b="0" i="1" lang="en-US">
                <a:solidFill>
                  <a:srgbClr val="5B6478"/>
                </a:solidFill>
                <a:latin typeface="Segoe UI"/>
              </a:rPr>
              <a:t>   e.g. You should eat healthy food. – You shouldn't lie. – Should he take medicine?</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You …… eat healthy food.   (should – shouldn't)</a:t>
            </a:r>
          </a:p>
          <a:p>
            <a:pPr rtl="0" algn="l">
              <a:spcAft>
                <a:spcPts val="800"/>
              </a:spcAft>
            </a:pPr>
            <a:r>
              <a:rPr sz="1800" b="0" i="0" lang="en-US">
                <a:solidFill>
                  <a:srgbClr val="1C2333"/>
                </a:solidFill>
                <a:latin typeface="Segoe UI"/>
              </a:rPr>
              <a:t>2) You …… lie.   (should – shouldn't)</a:t>
            </a:r>
          </a:p>
          <a:p>
            <a:pPr rtl="0" algn="l">
              <a:spcAft>
                <a:spcPts val="800"/>
              </a:spcAft>
            </a:pPr>
            <a:r>
              <a:rPr sz="1800" b="0" i="0" lang="en-US">
                <a:solidFill>
                  <a:srgbClr val="1C2333"/>
                </a:solidFill>
                <a:latin typeface="Segoe UI"/>
              </a:rPr>
              <a:t>3) You …… drive fast.   (should – shouldn't)</a:t>
            </a:r>
          </a:p>
          <a:p>
            <a:pPr rtl="0" algn="l">
              <a:spcAft>
                <a:spcPts val="800"/>
              </a:spcAft>
            </a:pPr>
            <a:r>
              <a:rPr sz="1800" b="0" i="0" lang="en-US">
                <a:solidFill>
                  <a:srgbClr val="1C2333"/>
                </a:solidFill>
                <a:latin typeface="Segoe UI"/>
              </a:rPr>
              <a:t>4) You …… be on time.   (should – shouldn't)</a:t>
            </a:r>
          </a:p>
          <a:p>
            <a:pPr rtl="0" algn="l">
              <a:spcAft>
                <a:spcPts val="800"/>
              </a:spcAft>
            </a:pPr>
            <a:r>
              <a:rPr sz="1800" b="0" i="0" lang="en-US">
                <a:solidFill>
                  <a:srgbClr val="1C2333"/>
                </a:solidFill>
                <a:latin typeface="Segoe UI"/>
              </a:rPr>
              <a:t>5) You …… help your parents.   (should – shouldn't)</a:t>
            </a:r>
          </a:p>
          <a:p>
            <a:pPr rtl="0" algn="l">
              <a:spcAft>
                <a:spcPts val="800"/>
              </a:spcAft>
            </a:pPr>
            <a:r>
              <a:rPr sz="1800" b="0" i="0" lang="en-US">
                <a:solidFill>
                  <a:srgbClr val="1C2333"/>
                </a:solidFill>
                <a:latin typeface="Segoe UI"/>
              </a:rPr>
              <a:t>6) You …… stay up late.   (should – shouldn't)</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You …… eat healthy food.   (should – shouldn't)</a:t>
            </a:r>
          </a:p>
          <a:p>
            <a:pPr lvl="1" rtl="0" algn="l">
              <a:spcAft>
                <a:spcPts val="700"/>
              </a:spcAft>
            </a:pPr>
            <a:r>
              <a:rPr sz="1600" b="1" i="0" lang="en-US">
                <a:solidFill>
                  <a:srgbClr val="0F7A3D"/>
                </a:solidFill>
                <a:latin typeface="Segoe UI"/>
              </a:rPr>
              <a:t>✔ should</a:t>
            </a:r>
          </a:p>
          <a:p>
            <a:pPr rtl="0" algn="l">
              <a:spcAft>
                <a:spcPts val="300"/>
              </a:spcAft>
            </a:pPr>
            <a:r>
              <a:rPr sz="1700" b="0" i="0" lang="en-US">
                <a:solidFill>
                  <a:srgbClr val="1C2333"/>
                </a:solidFill>
                <a:latin typeface="Segoe UI"/>
              </a:rPr>
              <a:t>2) You …… lie.   (should – shouldn't)</a:t>
            </a:r>
          </a:p>
          <a:p>
            <a:pPr lvl="1" rtl="0" algn="l">
              <a:spcAft>
                <a:spcPts val="700"/>
              </a:spcAft>
            </a:pPr>
            <a:r>
              <a:rPr sz="1600" b="1" i="0" lang="en-US">
                <a:solidFill>
                  <a:srgbClr val="0F7A3D"/>
                </a:solidFill>
                <a:latin typeface="Segoe UI"/>
              </a:rPr>
              <a:t>✔ shouldn't</a:t>
            </a:r>
          </a:p>
          <a:p>
            <a:pPr rtl="0" algn="l">
              <a:spcAft>
                <a:spcPts val="300"/>
              </a:spcAft>
            </a:pPr>
            <a:r>
              <a:rPr sz="1700" b="0" i="0" lang="en-US">
                <a:solidFill>
                  <a:srgbClr val="1C2333"/>
                </a:solidFill>
                <a:latin typeface="Segoe UI"/>
              </a:rPr>
              <a:t>3) You …… drive fast.   (should – shouldn't)</a:t>
            </a:r>
          </a:p>
          <a:p>
            <a:pPr lvl="1" rtl="0" algn="l">
              <a:spcAft>
                <a:spcPts val="700"/>
              </a:spcAft>
            </a:pPr>
            <a:r>
              <a:rPr sz="1600" b="1" i="0" lang="en-US">
                <a:solidFill>
                  <a:srgbClr val="0F7A3D"/>
                </a:solidFill>
                <a:latin typeface="Segoe UI"/>
              </a:rPr>
              <a:t>✔ shouldn't</a:t>
            </a:r>
          </a:p>
          <a:p>
            <a:pPr rtl="0" algn="l">
              <a:spcAft>
                <a:spcPts val="300"/>
              </a:spcAft>
            </a:pPr>
            <a:r>
              <a:rPr sz="1700" b="0" i="0" lang="en-US">
                <a:solidFill>
                  <a:srgbClr val="1C2333"/>
                </a:solidFill>
                <a:latin typeface="Segoe UI"/>
              </a:rPr>
              <a:t>4) You …… be on time.   (should – shouldn't)</a:t>
            </a:r>
          </a:p>
          <a:p>
            <a:pPr lvl="1" rtl="0" algn="l">
              <a:spcAft>
                <a:spcPts val="700"/>
              </a:spcAft>
            </a:pPr>
            <a:r>
              <a:rPr sz="1600" b="1" i="0" lang="en-US">
                <a:solidFill>
                  <a:srgbClr val="0F7A3D"/>
                </a:solidFill>
                <a:latin typeface="Segoe UI"/>
              </a:rPr>
              <a:t>✔ should</a:t>
            </a:r>
          </a:p>
          <a:p>
            <a:pPr rtl="0" algn="l">
              <a:spcAft>
                <a:spcPts val="300"/>
              </a:spcAft>
            </a:pPr>
            <a:r>
              <a:rPr sz="1700" b="0" i="0" lang="en-US">
                <a:solidFill>
                  <a:srgbClr val="1C2333"/>
                </a:solidFill>
                <a:latin typeface="Segoe UI"/>
              </a:rPr>
              <a:t>5) You …… help your parents.   (should – shouldn't)</a:t>
            </a:r>
          </a:p>
          <a:p>
            <a:pPr lvl="1" rtl="0" algn="l">
              <a:spcAft>
                <a:spcPts val="700"/>
              </a:spcAft>
            </a:pPr>
            <a:r>
              <a:rPr sz="1600" b="1" i="0" lang="en-US">
                <a:solidFill>
                  <a:srgbClr val="0F7A3D"/>
                </a:solidFill>
                <a:latin typeface="Segoe UI"/>
              </a:rPr>
              <a:t>✔ should</a:t>
            </a:r>
          </a:p>
          <a:p>
            <a:pPr rtl="0" algn="l">
              <a:spcAft>
                <a:spcPts val="300"/>
              </a:spcAft>
            </a:pPr>
            <a:r>
              <a:rPr sz="1700" b="0" i="0" lang="en-US">
                <a:solidFill>
                  <a:srgbClr val="1C2333"/>
                </a:solidFill>
                <a:latin typeface="Segoe UI"/>
              </a:rPr>
              <a:t>6) You …… stay up late.   (should – shouldn't)</a:t>
            </a:r>
          </a:p>
          <a:p>
            <a:pPr lvl="1" rtl="0" algn="l">
              <a:spcAft>
                <a:spcPts val="700"/>
              </a:spcAft>
            </a:pPr>
            <a:r>
              <a:rPr sz="1600" b="1" i="0" lang="en-US">
                <a:solidFill>
                  <a:srgbClr val="0F7A3D"/>
                </a:solidFill>
                <a:latin typeface="Segoe UI"/>
              </a:rPr>
              <a:t>✔ shouldn't</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You …… help the poor.   (should – shouldn't)</a:t>
            </a:r>
          </a:p>
          <a:p>
            <a:pPr rtl="0" algn="l">
              <a:spcAft>
                <a:spcPts val="800"/>
              </a:spcAft>
            </a:pPr>
            <a:r>
              <a:rPr sz="1800" b="0" i="0" lang="en-US">
                <a:solidFill>
                  <a:srgbClr val="1C2333"/>
                </a:solidFill>
                <a:latin typeface="Segoe UI"/>
              </a:rPr>
              <a:t>8) You …… be lazy.   (should – shouldn't)</a:t>
            </a:r>
          </a:p>
          <a:p>
            <a:pPr rtl="0" algn="l">
              <a:spcAft>
                <a:spcPts val="800"/>
              </a:spcAft>
            </a:pPr>
            <a:r>
              <a:rPr sz="1800" b="0" i="0" lang="en-US">
                <a:solidFill>
                  <a:srgbClr val="1C2333"/>
                </a:solidFill>
                <a:latin typeface="Segoe UI"/>
              </a:rPr>
              <a:t>9) You …… waste your time.   (should – shouldn't)</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A) Put (should – shouldn't)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You …… help the poor.   (should – shouldn't)</a:t>
            </a:r>
          </a:p>
          <a:p>
            <a:pPr lvl="1" rtl="0" algn="l">
              <a:spcAft>
                <a:spcPts val="700"/>
              </a:spcAft>
            </a:pPr>
            <a:r>
              <a:rPr sz="1600" b="1" i="0" lang="en-US">
                <a:solidFill>
                  <a:srgbClr val="0F7A3D"/>
                </a:solidFill>
                <a:latin typeface="Segoe UI"/>
              </a:rPr>
              <a:t>✔ should</a:t>
            </a:r>
          </a:p>
          <a:p>
            <a:pPr rtl="0" algn="l">
              <a:spcAft>
                <a:spcPts val="300"/>
              </a:spcAft>
            </a:pPr>
            <a:r>
              <a:rPr sz="1700" b="0" i="0" lang="en-US">
                <a:solidFill>
                  <a:srgbClr val="1C2333"/>
                </a:solidFill>
                <a:latin typeface="Segoe UI"/>
              </a:rPr>
              <a:t>8) You …… be lazy.   (should – shouldn't)</a:t>
            </a:r>
          </a:p>
          <a:p>
            <a:pPr lvl="1" rtl="0" algn="l">
              <a:spcAft>
                <a:spcPts val="700"/>
              </a:spcAft>
            </a:pPr>
            <a:r>
              <a:rPr sz="1600" b="1" i="0" lang="en-US">
                <a:solidFill>
                  <a:srgbClr val="0F7A3D"/>
                </a:solidFill>
                <a:latin typeface="Segoe UI"/>
              </a:rPr>
              <a:t>✔ shouldn't</a:t>
            </a:r>
          </a:p>
          <a:p>
            <a:pPr rtl="0" algn="l">
              <a:spcAft>
                <a:spcPts val="300"/>
              </a:spcAft>
            </a:pPr>
            <a:r>
              <a:rPr sz="1700" b="0" i="0" lang="en-US">
                <a:solidFill>
                  <a:srgbClr val="1C2333"/>
                </a:solidFill>
                <a:latin typeface="Segoe UI"/>
              </a:rPr>
              <a:t>9) You …… waste your time.   (should – shouldn't)</a:t>
            </a:r>
          </a:p>
          <a:p>
            <a:pPr lvl="1" rtl="0" algn="l">
              <a:spcAft>
                <a:spcPts val="700"/>
              </a:spcAft>
            </a:pPr>
            <a:r>
              <a:rPr sz="1600" b="1" i="0" lang="en-US">
                <a:solidFill>
                  <a:srgbClr val="0F7A3D"/>
                </a:solidFill>
                <a:latin typeface="Segoe UI"/>
              </a:rPr>
              <a:t>✔ shouldn't</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should join us.</a:t>
            </a:r>
          </a:p>
          <a:p>
            <a:pPr rtl="0" algn="l">
              <a:spcAft>
                <a:spcPts val="800"/>
              </a:spcAft>
            </a:pPr>
            <a:r>
              <a:rPr sz="1800" b="0" i="0" lang="en-US">
                <a:solidFill>
                  <a:srgbClr val="1C2333"/>
                </a:solidFill>
                <a:latin typeface="Segoe UI"/>
              </a:rPr>
              <a:t>2) I should stay at home.</a:t>
            </a:r>
          </a:p>
          <a:p>
            <a:pPr rtl="0" algn="l">
              <a:spcAft>
                <a:spcPts val="800"/>
              </a:spcAft>
            </a:pPr>
            <a:r>
              <a:rPr sz="1800" b="0" i="0" lang="en-US">
                <a:solidFill>
                  <a:srgbClr val="1C2333"/>
                </a:solidFill>
                <a:latin typeface="Segoe UI"/>
              </a:rPr>
              <a:t>3) She should wear a coat.</a:t>
            </a:r>
          </a:p>
          <a:p>
            <a:pPr rtl="0" algn="l">
              <a:spcAft>
                <a:spcPts val="800"/>
              </a:spcAft>
            </a:pPr>
            <a:r>
              <a:rPr sz="1800" b="0" i="0" lang="en-US">
                <a:solidFill>
                  <a:srgbClr val="1C2333"/>
                </a:solidFill>
                <a:latin typeface="Segoe UI"/>
              </a:rPr>
              <a:t>4) We should play sports.</a:t>
            </a:r>
          </a:p>
          <a:p>
            <a:pPr rtl="0" algn="l">
              <a:spcAft>
                <a:spcPts val="800"/>
              </a:spcAft>
            </a:pPr>
            <a:r>
              <a:rPr sz="1800" b="0" i="0" lang="en-US">
                <a:solidFill>
                  <a:srgbClr val="1C2333"/>
                </a:solidFill>
                <a:latin typeface="Segoe UI"/>
              </a:rPr>
              <a:t>5) He should take medicine.</a:t>
            </a:r>
          </a:p>
          <a:p>
            <a:pPr rtl="0" algn="l">
              <a:spcAft>
                <a:spcPts val="800"/>
              </a:spcAft>
            </a:pPr>
            <a:r>
              <a:rPr sz="1800" b="0" i="0" lang="en-US">
                <a:solidFill>
                  <a:srgbClr val="1C2333"/>
                </a:solidFill>
                <a:latin typeface="Segoe UI"/>
              </a:rPr>
              <a:t>6) We should leave early.</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should join us.</a:t>
            </a:r>
          </a:p>
          <a:p>
            <a:pPr lvl="1" rtl="0" algn="l">
              <a:spcAft>
                <a:spcPts val="700"/>
              </a:spcAft>
            </a:pPr>
            <a:r>
              <a:rPr sz="1600" b="1" i="0" lang="en-US">
                <a:solidFill>
                  <a:srgbClr val="0F7A3D"/>
                </a:solidFill>
                <a:latin typeface="Segoe UI"/>
              </a:rPr>
              <a:t>✔ Should they join us?</a:t>
            </a:r>
          </a:p>
          <a:p>
            <a:pPr rtl="0" algn="l">
              <a:spcAft>
                <a:spcPts val="300"/>
              </a:spcAft>
            </a:pPr>
            <a:r>
              <a:rPr sz="1700" b="0" i="0" lang="en-US">
                <a:solidFill>
                  <a:srgbClr val="1C2333"/>
                </a:solidFill>
                <a:latin typeface="Segoe UI"/>
              </a:rPr>
              <a:t>2) I should stay at home.</a:t>
            </a:r>
          </a:p>
          <a:p>
            <a:pPr lvl="1" rtl="0" algn="l">
              <a:spcAft>
                <a:spcPts val="700"/>
              </a:spcAft>
            </a:pPr>
            <a:r>
              <a:rPr sz="1600" b="1" i="0" lang="en-US">
                <a:solidFill>
                  <a:srgbClr val="0F7A3D"/>
                </a:solidFill>
                <a:latin typeface="Segoe UI"/>
              </a:rPr>
              <a:t>✔ Should I stay at home?</a:t>
            </a:r>
          </a:p>
          <a:p>
            <a:pPr rtl="0" algn="l">
              <a:spcAft>
                <a:spcPts val="300"/>
              </a:spcAft>
            </a:pPr>
            <a:r>
              <a:rPr sz="1700" b="0" i="0" lang="en-US">
                <a:solidFill>
                  <a:srgbClr val="1C2333"/>
                </a:solidFill>
                <a:latin typeface="Segoe UI"/>
              </a:rPr>
              <a:t>3) She should wear a coat.</a:t>
            </a:r>
          </a:p>
          <a:p>
            <a:pPr lvl="1" rtl="0" algn="l">
              <a:spcAft>
                <a:spcPts val="700"/>
              </a:spcAft>
            </a:pPr>
            <a:r>
              <a:rPr sz="1600" b="1" i="0" lang="en-US">
                <a:solidFill>
                  <a:srgbClr val="0F7A3D"/>
                </a:solidFill>
                <a:latin typeface="Segoe UI"/>
              </a:rPr>
              <a:t>✔ Should she wear a coat?</a:t>
            </a:r>
          </a:p>
          <a:p>
            <a:pPr rtl="0" algn="l">
              <a:spcAft>
                <a:spcPts val="300"/>
              </a:spcAft>
            </a:pPr>
            <a:r>
              <a:rPr sz="1700" b="0" i="0" lang="en-US">
                <a:solidFill>
                  <a:srgbClr val="1C2333"/>
                </a:solidFill>
                <a:latin typeface="Segoe UI"/>
              </a:rPr>
              <a:t>4) We should play sports.</a:t>
            </a:r>
          </a:p>
          <a:p>
            <a:pPr lvl="1" rtl="0" algn="l">
              <a:spcAft>
                <a:spcPts val="700"/>
              </a:spcAft>
            </a:pPr>
            <a:r>
              <a:rPr sz="1600" b="1" i="0" lang="en-US">
                <a:solidFill>
                  <a:srgbClr val="0F7A3D"/>
                </a:solidFill>
                <a:latin typeface="Segoe UI"/>
              </a:rPr>
              <a:t>✔ Should we play sports?</a:t>
            </a:r>
          </a:p>
          <a:p>
            <a:pPr rtl="0" algn="l">
              <a:spcAft>
                <a:spcPts val="300"/>
              </a:spcAft>
            </a:pPr>
            <a:r>
              <a:rPr sz="1700" b="0" i="0" lang="en-US">
                <a:solidFill>
                  <a:srgbClr val="1C2333"/>
                </a:solidFill>
                <a:latin typeface="Segoe UI"/>
              </a:rPr>
              <a:t>5) He should take medicine.</a:t>
            </a:r>
          </a:p>
          <a:p>
            <a:pPr lvl="1" rtl="0" algn="l">
              <a:spcAft>
                <a:spcPts val="700"/>
              </a:spcAft>
            </a:pPr>
            <a:r>
              <a:rPr sz="1600" b="1" i="0" lang="en-US">
                <a:solidFill>
                  <a:srgbClr val="0F7A3D"/>
                </a:solidFill>
                <a:latin typeface="Segoe UI"/>
              </a:rPr>
              <a:t>✔ Should he take medicine?</a:t>
            </a:r>
          </a:p>
          <a:p>
            <a:pPr rtl="0" algn="l">
              <a:spcAft>
                <a:spcPts val="300"/>
              </a:spcAft>
            </a:pPr>
            <a:r>
              <a:rPr sz="1700" b="0" i="0" lang="en-US">
                <a:solidFill>
                  <a:srgbClr val="1C2333"/>
                </a:solidFill>
                <a:latin typeface="Segoe UI"/>
              </a:rPr>
              <a:t>6) We should leave early.</a:t>
            </a:r>
          </a:p>
          <a:p>
            <a:pPr lvl="1" rtl="0" algn="l">
              <a:spcAft>
                <a:spcPts val="700"/>
              </a:spcAft>
            </a:pPr>
            <a:r>
              <a:rPr sz="1600" b="1" i="0" lang="en-US">
                <a:solidFill>
                  <a:srgbClr val="0F7A3D"/>
                </a:solidFill>
                <a:latin typeface="Segoe UI"/>
              </a:rPr>
              <a:t>✔ Should we leave early?</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She should study hard.</a:t>
            </a:r>
          </a:p>
          <a:p>
            <a:pPr rtl="0" algn="l">
              <a:spcAft>
                <a:spcPts val="800"/>
              </a:spcAft>
            </a:pPr>
            <a:r>
              <a:rPr sz="1800" b="0" i="0" lang="en-US">
                <a:solidFill>
                  <a:srgbClr val="1C2333"/>
                </a:solidFill>
                <a:latin typeface="Segoe UI"/>
              </a:rPr>
              <a:t>8) You should follow the school rules.</a:t>
            </a:r>
          </a:p>
          <a:p>
            <a:pPr rtl="0" algn="l">
              <a:spcAft>
                <a:spcPts val="800"/>
              </a:spcAft>
            </a:pPr>
            <a:r>
              <a:rPr sz="1800" b="0" i="0" lang="en-US">
                <a:solidFill>
                  <a:srgbClr val="1C2333"/>
                </a:solidFill>
                <a:latin typeface="Segoe UI"/>
              </a:rPr>
              <a:t>9) He should help his parents.</a:t>
            </a:r>
          </a:p>
          <a:p>
            <a:pPr rtl="0" algn="l">
              <a:spcAft>
                <a:spcPts val="800"/>
              </a:spcAft>
            </a:pPr>
            <a:r>
              <a:rPr sz="1800" b="0" i="0" lang="en-US">
                <a:solidFill>
                  <a:srgbClr val="1C2333"/>
                </a:solidFill>
                <a:latin typeface="Segoe UI"/>
              </a:rPr>
              <a:t>10) I should go to bed early.</a:t>
            </a:r>
          </a:p>
          <a:p>
            <a:pPr rtl="0" algn="l">
              <a:spcAft>
                <a:spcPts val="800"/>
              </a:spcAft>
            </a:pPr>
            <a:r>
              <a:rPr sz="1800" b="0" i="0" lang="en-US">
                <a:solidFill>
                  <a:srgbClr val="1C2333"/>
                </a:solidFill>
                <a:latin typeface="Segoe UI"/>
              </a:rPr>
              <a:t>11) They should eat healthy food.</a:t>
            </a:r>
          </a:p>
          <a:p>
            <a:pPr rtl="0" algn="l">
              <a:spcAft>
                <a:spcPts val="800"/>
              </a:spcAft>
            </a:pPr>
            <a:r>
              <a:rPr sz="1800" b="0" i="0" lang="en-US">
                <a:solidFill>
                  <a:srgbClr val="1C2333"/>
                </a:solidFill>
                <a:latin typeface="Segoe UI"/>
              </a:rPr>
              <a:t>12) You should leave early.</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B) Make a question · In-class Practice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She should study hard.</a:t>
            </a:r>
          </a:p>
          <a:p>
            <a:pPr lvl="1" rtl="0" algn="l">
              <a:spcAft>
                <a:spcPts val="700"/>
              </a:spcAft>
            </a:pPr>
            <a:r>
              <a:rPr sz="1600" b="1" i="0" lang="en-US">
                <a:solidFill>
                  <a:srgbClr val="0F7A3D"/>
                </a:solidFill>
                <a:latin typeface="Segoe UI"/>
              </a:rPr>
              <a:t>✔ Should she study hard?</a:t>
            </a:r>
          </a:p>
          <a:p>
            <a:pPr rtl="0" algn="l">
              <a:spcAft>
                <a:spcPts val="300"/>
              </a:spcAft>
            </a:pPr>
            <a:r>
              <a:rPr sz="1700" b="0" i="0" lang="en-US">
                <a:solidFill>
                  <a:srgbClr val="1C2333"/>
                </a:solidFill>
                <a:latin typeface="Segoe UI"/>
              </a:rPr>
              <a:t>8) You should follow the school rules.</a:t>
            </a:r>
          </a:p>
          <a:p>
            <a:pPr lvl="1" rtl="0" algn="l">
              <a:spcAft>
                <a:spcPts val="700"/>
              </a:spcAft>
            </a:pPr>
            <a:r>
              <a:rPr sz="1600" b="1" i="0" lang="en-US">
                <a:solidFill>
                  <a:srgbClr val="0F7A3D"/>
                </a:solidFill>
                <a:latin typeface="Segoe UI"/>
              </a:rPr>
              <a:t>✔ Should I follow the school rules?</a:t>
            </a:r>
          </a:p>
          <a:p>
            <a:pPr rtl="0" algn="l">
              <a:spcAft>
                <a:spcPts val="300"/>
              </a:spcAft>
            </a:pPr>
            <a:r>
              <a:rPr sz="1700" b="0" i="0" lang="en-US">
                <a:solidFill>
                  <a:srgbClr val="1C2333"/>
                </a:solidFill>
                <a:latin typeface="Segoe UI"/>
              </a:rPr>
              <a:t>9) He should help his parents.</a:t>
            </a:r>
          </a:p>
          <a:p>
            <a:pPr lvl="1" rtl="0" algn="l">
              <a:spcAft>
                <a:spcPts val="700"/>
              </a:spcAft>
            </a:pPr>
            <a:r>
              <a:rPr sz="1600" b="1" i="0" lang="en-US">
                <a:solidFill>
                  <a:srgbClr val="0F7A3D"/>
                </a:solidFill>
                <a:latin typeface="Segoe UI"/>
              </a:rPr>
              <a:t>✔ Should he help his parents?</a:t>
            </a:r>
          </a:p>
          <a:p>
            <a:pPr rtl="0" algn="l">
              <a:spcAft>
                <a:spcPts val="300"/>
              </a:spcAft>
            </a:pPr>
            <a:r>
              <a:rPr sz="1700" b="0" i="0" lang="en-US">
                <a:solidFill>
                  <a:srgbClr val="1C2333"/>
                </a:solidFill>
                <a:latin typeface="Segoe UI"/>
              </a:rPr>
              <a:t>10) I should go to bed early.</a:t>
            </a:r>
          </a:p>
          <a:p>
            <a:pPr lvl="1" rtl="0" algn="l">
              <a:spcAft>
                <a:spcPts val="700"/>
              </a:spcAft>
            </a:pPr>
            <a:r>
              <a:rPr sz="1600" b="1" i="0" lang="en-US">
                <a:solidFill>
                  <a:srgbClr val="0F7A3D"/>
                </a:solidFill>
                <a:latin typeface="Segoe UI"/>
              </a:rPr>
              <a:t>✔ Should I go to bed early?</a:t>
            </a:r>
          </a:p>
          <a:p>
            <a:pPr rtl="0" algn="l">
              <a:spcAft>
                <a:spcPts val="300"/>
              </a:spcAft>
            </a:pPr>
            <a:r>
              <a:rPr sz="1700" b="0" i="0" lang="en-US">
                <a:solidFill>
                  <a:srgbClr val="1C2333"/>
                </a:solidFill>
                <a:latin typeface="Segoe UI"/>
              </a:rPr>
              <a:t>11) They should eat healthy food.</a:t>
            </a:r>
          </a:p>
          <a:p>
            <a:pPr lvl="1" rtl="0" algn="l">
              <a:spcAft>
                <a:spcPts val="700"/>
              </a:spcAft>
            </a:pPr>
            <a:r>
              <a:rPr sz="1600" b="1" i="0" lang="en-US">
                <a:solidFill>
                  <a:srgbClr val="0F7A3D"/>
                </a:solidFill>
                <a:latin typeface="Segoe UI"/>
              </a:rPr>
              <a:t>✔ Should they eat healthy food?</a:t>
            </a:r>
          </a:p>
          <a:p>
            <a:pPr rtl="0" algn="l">
              <a:spcAft>
                <a:spcPts val="300"/>
              </a:spcAft>
            </a:pPr>
            <a:r>
              <a:rPr sz="1700" b="0" i="0" lang="en-US">
                <a:solidFill>
                  <a:srgbClr val="1C2333"/>
                </a:solidFill>
                <a:latin typeface="Segoe UI"/>
              </a:rPr>
              <a:t>12) You should leave early.</a:t>
            </a:r>
          </a:p>
          <a:p>
            <a:pPr lvl="1" rtl="0" algn="l">
              <a:spcAft>
                <a:spcPts val="700"/>
              </a:spcAft>
            </a:pPr>
            <a:r>
              <a:rPr sz="1600" b="1" i="0" lang="en-US">
                <a:solidFill>
                  <a:srgbClr val="0F7A3D"/>
                </a:solidFill>
                <a:latin typeface="Segoe UI"/>
              </a:rPr>
              <a:t>✔ Should I leave early?</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(1/2)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They should go to school early. (When)</a:t>
            </a:r>
          </a:p>
          <a:p>
            <a:pPr rtl="0" algn="l">
              <a:spcAft>
                <a:spcPts val="800"/>
              </a:spcAft>
            </a:pPr>
            <a:r>
              <a:rPr sz="1800" b="0" i="0" lang="en-US">
                <a:solidFill>
                  <a:srgbClr val="1C2333"/>
                </a:solidFill>
                <a:latin typeface="Segoe UI"/>
              </a:rPr>
              <a:t>2) I should study English. (What)</a:t>
            </a:r>
          </a:p>
          <a:p>
            <a:pPr rtl="0" algn="l">
              <a:spcAft>
                <a:spcPts val="800"/>
              </a:spcAft>
            </a:pPr>
            <a:r>
              <a:rPr sz="1800" b="0" i="0" lang="en-US">
                <a:solidFill>
                  <a:srgbClr val="1C2333"/>
                </a:solidFill>
                <a:latin typeface="Segoe UI"/>
              </a:rPr>
              <a:t>3) He should arrive on time. (When)</a:t>
            </a:r>
          </a:p>
          <a:p>
            <a:pPr rtl="0" algn="l">
              <a:spcAft>
                <a:spcPts val="800"/>
              </a:spcAft>
            </a:pPr>
            <a:r>
              <a:rPr sz="1800" b="0" i="0" lang="en-US">
                <a:solidFill>
                  <a:srgbClr val="1C2333"/>
                </a:solidFill>
                <a:latin typeface="Segoe UI"/>
              </a:rPr>
              <a:t>4) She should go to school on foot. (How)</a:t>
            </a:r>
          </a:p>
          <a:p>
            <a:pPr rtl="0" algn="l">
              <a:spcAft>
                <a:spcPts val="800"/>
              </a:spcAft>
            </a:pPr>
            <a:r>
              <a:rPr sz="1800" b="0" i="0" lang="en-US">
                <a:solidFill>
                  <a:srgbClr val="1C2333"/>
                </a:solidFill>
                <a:latin typeface="Segoe UI"/>
              </a:rPr>
              <a:t>5) You should help your parents. (Who)</a:t>
            </a:r>
          </a:p>
          <a:p>
            <a:pPr rtl="0" algn="l">
              <a:spcAft>
                <a:spcPts val="800"/>
              </a:spcAft>
            </a:pPr>
            <a:r>
              <a:rPr sz="1800" b="0" i="0" lang="en-US">
                <a:solidFill>
                  <a:srgbClr val="1C2333"/>
                </a:solidFill>
                <a:latin typeface="Segoe UI"/>
              </a:rPr>
              <a:t>6) I should play football. (What)</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(1/2)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They should go to school early. (When)</a:t>
            </a:r>
          </a:p>
          <a:p>
            <a:pPr lvl="1" rtl="0" algn="l">
              <a:spcAft>
                <a:spcPts val="700"/>
              </a:spcAft>
            </a:pPr>
            <a:r>
              <a:rPr sz="1600" b="1" i="0" lang="en-US">
                <a:solidFill>
                  <a:srgbClr val="0F7A3D"/>
                </a:solidFill>
                <a:latin typeface="Segoe UI"/>
              </a:rPr>
              <a:t>✔ When should they go to school?</a:t>
            </a:r>
          </a:p>
          <a:p>
            <a:pPr rtl="0" algn="l">
              <a:spcAft>
                <a:spcPts val="300"/>
              </a:spcAft>
            </a:pPr>
            <a:r>
              <a:rPr sz="1700" b="0" i="0" lang="en-US">
                <a:solidFill>
                  <a:srgbClr val="1C2333"/>
                </a:solidFill>
                <a:latin typeface="Segoe UI"/>
              </a:rPr>
              <a:t>2) I should study English. (What)</a:t>
            </a:r>
          </a:p>
          <a:p>
            <a:pPr lvl="1" rtl="0" algn="l">
              <a:spcAft>
                <a:spcPts val="700"/>
              </a:spcAft>
            </a:pPr>
            <a:r>
              <a:rPr sz="1600" b="1" i="0" lang="en-US">
                <a:solidFill>
                  <a:srgbClr val="0F7A3D"/>
                </a:solidFill>
                <a:latin typeface="Segoe UI"/>
              </a:rPr>
              <a:t>✔ What should you study?</a:t>
            </a:r>
          </a:p>
          <a:p>
            <a:pPr rtl="0" algn="l">
              <a:spcAft>
                <a:spcPts val="300"/>
              </a:spcAft>
            </a:pPr>
            <a:r>
              <a:rPr sz="1700" b="0" i="0" lang="en-US">
                <a:solidFill>
                  <a:srgbClr val="1C2333"/>
                </a:solidFill>
                <a:latin typeface="Segoe UI"/>
              </a:rPr>
              <a:t>3) He should arrive on time. (When)</a:t>
            </a:r>
          </a:p>
          <a:p>
            <a:pPr lvl="1" rtl="0" algn="l">
              <a:spcAft>
                <a:spcPts val="700"/>
              </a:spcAft>
            </a:pPr>
            <a:r>
              <a:rPr sz="1600" b="1" i="0" lang="en-US">
                <a:solidFill>
                  <a:srgbClr val="0F7A3D"/>
                </a:solidFill>
                <a:latin typeface="Segoe UI"/>
              </a:rPr>
              <a:t>✔ When should he arrive?</a:t>
            </a:r>
          </a:p>
          <a:p>
            <a:pPr rtl="0" algn="l">
              <a:spcAft>
                <a:spcPts val="300"/>
              </a:spcAft>
            </a:pPr>
            <a:r>
              <a:rPr sz="1700" b="0" i="0" lang="en-US">
                <a:solidFill>
                  <a:srgbClr val="1C2333"/>
                </a:solidFill>
                <a:latin typeface="Segoe UI"/>
              </a:rPr>
              <a:t>4) She should go to school on foot. (How)</a:t>
            </a:r>
          </a:p>
          <a:p>
            <a:pPr lvl="1" rtl="0" algn="l">
              <a:spcAft>
                <a:spcPts val="700"/>
              </a:spcAft>
            </a:pPr>
            <a:r>
              <a:rPr sz="1600" b="1" i="0" lang="en-US">
                <a:solidFill>
                  <a:srgbClr val="0F7A3D"/>
                </a:solidFill>
                <a:latin typeface="Segoe UI"/>
              </a:rPr>
              <a:t>✔ How should she go to school?</a:t>
            </a:r>
          </a:p>
          <a:p>
            <a:pPr rtl="0" algn="l">
              <a:spcAft>
                <a:spcPts val="300"/>
              </a:spcAft>
            </a:pPr>
            <a:r>
              <a:rPr sz="1700" b="0" i="0" lang="en-US">
                <a:solidFill>
                  <a:srgbClr val="1C2333"/>
                </a:solidFill>
                <a:latin typeface="Segoe UI"/>
              </a:rPr>
              <a:t>5) You should help your parents. (Who)</a:t>
            </a:r>
          </a:p>
          <a:p>
            <a:pPr lvl="1" rtl="0" algn="l">
              <a:spcAft>
                <a:spcPts val="700"/>
              </a:spcAft>
            </a:pPr>
            <a:r>
              <a:rPr sz="1600" b="1" i="0" lang="en-US">
                <a:solidFill>
                  <a:srgbClr val="0F7A3D"/>
                </a:solidFill>
                <a:latin typeface="Segoe UI"/>
              </a:rPr>
              <a:t>✔ Who should I help?</a:t>
            </a:r>
          </a:p>
          <a:p>
            <a:pPr rtl="0" algn="l">
              <a:spcAft>
                <a:spcPts val="300"/>
              </a:spcAft>
            </a:pPr>
            <a:r>
              <a:rPr sz="1700" b="0" i="0" lang="en-US">
                <a:solidFill>
                  <a:srgbClr val="1C2333"/>
                </a:solidFill>
                <a:latin typeface="Segoe UI"/>
              </a:rPr>
              <a:t>6) I should play football. (What)</a:t>
            </a:r>
          </a:p>
          <a:p>
            <a:pPr lvl="1" rtl="0" algn="l">
              <a:spcAft>
                <a:spcPts val="700"/>
              </a:spcAft>
            </a:pPr>
            <a:r>
              <a:rPr sz="1600" b="1" i="0" lang="en-US">
                <a:solidFill>
                  <a:srgbClr val="0F7A3D"/>
                </a:solidFill>
                <a:latin typeface="Segoe UI"/>
              </a:rPr>
              <a:t>✔ What should you play?</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(2/2)</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You should eat healthy food. (What)</a:t>
            </a:r>
          </a:p>
          <a:p>
            <a:pPr rtl="0" algn="l">
              <a:spcAft>
                <a:spcPts val="800"/>
              </a:spcAft>
            </a:pPr>
            <a:r>
              <a:rPr sz="1800" b="0" i="0" lang="en-US">
                <a:solidFill>
                  <a:srgbClr val="1C2333"/>
                </a:solidFill>
                <a:latin typeface="Segoe UI"/>
              </a:rPr>
              <a:t>8) They should travel to Cairo. (Where)</a:t>
            </a:r>
          </a:p>
          <a:p>
            <a:pPr rtl="0" algn="l">
              <a:spcAft>
                <a:spcPts val="800"/>
              </a:spcAft>
            </a:pPr>
            <a:r>
              <a:rPr sz="1800" b="0" i="0" lang="en-US">
                <a:solidFill>
                  <a:srgbClr val="1C2333"/>
                </a:solidFill>
                <a:latin typeface="Segoe UI"/>
              </a:rPr>
              <a:t>9) The movie should start at 7 o'clock. (When)</a:t>
            </a:r>
          </a:p>
          <a:p>
            <a:pPr rtl="0" algn="l">
              <a:spcAft>
                <a:spcPts val="800"/>
              </a:spcAft>
            </a:pPr>
            <a:r>
              <a:rPr sz="1800" b="0" i="0" lang="en-US">
                <a:solidFill>
                  <a:srgbClr val="1C2333"/>
                </a:solidFill>
                <a:latin typeface="Segoe UI"/>
              </a:rPr>
              <a:t>10) He should go to work by train. (How)</a:t>
            </a:r>
          </a:p>
          <a:p>
            <a:pPr rtl="0" algn="l">
              <a:spcAft>
                <a:spcPts val="800"/>
              </a:spcAft>
            </a:pPr>
            <a:r>
              <a:rPr sz="1800" b="0" i="0" lang="en-US">
                <a:solidFill>
                  <a:srgbClr val="1C2333"/>
                </a:solidFill>
                <a:latin typeface="Segoe UI"/>
              </a:rPr>
              <a:t>11) She should help her mom. (Who)</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C) Make a question using the question word · Homework  (2/2)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You should eat healthy food. (What)</a:t>
            </a:r>
          </a:p>
          <a:p>
            <a:pPr lvl="1" rtl="0" algn="l">
              <a:spcAft>
                <a:spcPts val="700"/>
              </a:spcAft>
            </a:pPr>
            <a:r>
              <a:rPr sz="1600" b="1" i="0" lang="en-US">
                <a:solidFill>
                  <a:srgbClr val="0F7A3D"/>
                </a:solidFill>
                <a:latin typeface="Segoe UI"/>
              </a:rPr>
              <a:t>✔ What should I eat?</a:t>
            </a:r>
          </a:p>
          <a:p>
            <a:pPr rtl="0" algn="l">
              <a:spcAft>
                <a:spcPts val="300"/>
              </a:spcAft>
            </a:pPr>
            <a:r>
              <a:rPr sz="1700" b="0" i="0" lang="en-US">
                <a:solidFill>
                  <a:srgbClr val="1C2333"/>
                </a:solidFill>
                <a:latin typeface="Segoe UI"/>
              </a:rPr>
              <a:t>8) They should travel to Cairo. (Where)</a:t>
            </a:r>
          </a:p>
          <a:p>
            <a:pPr lvl="1" rtl="0" algn="l">
              <a:spcAft>
                <a:spcPts val="700"/>
              </a:spcAft>
            </a:pPr>
            <a:r>
              <a:rPr sz="1600" b="1" i="0" lang="en-US">
                <a:solidFill>
                  <a:srgbClr val="0F7A3D"/>
                </a:solidFill>
                <a:latin typeface="Segoe UI"/>
              </a:rPr>
              <a:t>✔ Where should they travel?</a:t>
            </a:r>
          </a:p>
          <a:p>
            <a:pPr rtl="0" algn="l">
              <a:spcAft>
                <a:spcPts val="300"/>
              </a:spcAft>
            </a:pPr>
            <a:r>
              <a:rPr sz="1700" b="0" i="0" lang="en-US">
                <a:solidFill>
                  <a:srgbClr val="1C2333"/>
                </a:solidFill>
                <a:latin typeface="Segoe UI"/>
              </a:rPr>
              <a:t>9) The movie should start at 7 o'clock. (When)</a:t>
            </a:r>
          </a:p>
          <a:p>
            <a:pPr lvl="1" rtl="0" algn="l">
              <a:spcAft>
                <a:spcPts val="700"/>
              </a:spcAft>
            </a:pPr>
            <a:r>
              <a:rPr sz="1600" b="1" i="0" lang="en-US">
                <a:solidFill>
                  <a:srgbClr val="0F7A3D"/>
                </a:solidFill>
                <a:latin typeface="Segoe UI"/>
              </a:rPr>
              <a:t>✔ When should the movie start?</a:t>
            </a:r>
          </a:p>
          <a:p>
            <a:pPr rtl="0" algn="l">
              <a:spcAft>
                <a:spcPts val="300"/>
              </a:spcAft>
            </a:pPr>
            <a:r>
              <a:rPr sz="1700" b="0" i="0" lang="en-US">
                <a:solidFill>
                  <a:srgbClr val="1C2333"/>
                </a:solidFill>
                <a:latin typeface="Segoe UI"/>
              </a:rPr>
              <a:t>10) He should go to work by train. (How)</a:t>
            </a:r>
          </a:p>
          <a:p>
            <a:pPr lvl="1" rtl="0" algn="l">
              <a:spcAft>
                <a:spcPts val="700"/>
              </a:spcAft>
            </a:pPr>
            <a:r>
              <a:rPr sz="1600" b="1" i="0" lang="en-US">
                <a:solidFill>
                  <a:srgbClr val="0F7A3D"/>
                </a:solidFill>
                <a:latin typeface="Segoe UI"/>
              </a:rPr>
              <a:t>✔ How should he go to work?</a:t>
            </a:r>
          </a:p>
          <a:p>
            <a:pPr rtl="0" algn="l">
              <a:spcAft>
                <a:spcPts val="300"/>
              </a:spcAft>
            </a:pPr>
            <a:r>
              <a:rPr sz="1700" b="0" i="0" lang="en-US">
                <a:solidFill>
                  <a:srgbClr val="1C2333"/>
                </a:solidFill>
                <a:latin typeface="Segoe UI"/>
              </a:rPr>
              <a:t>11) She should help her mom. (Who)</a:t>
            </a:r>
          </a:p>
          <a:p>
            <a:pPr lvl="1" rtl="0" algn="l">
              <a:spcAft>
                <a:spcPts val="700"/>
              </a:spcAft>
            </a:pPr>
            <a:r>
              <a:rPr sz="1600" b="1" i="0" lang="en-US">
                <a:solidFill>
                  <a:srgbClr val="0F7A3D"/>
                </a:solidFill>
                <a:latin typeface="Segoe UI"/>
              </a:rPr>
              <a:t>✔ Who should she help?</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(1/3)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 You should to study hard.</a:t>
            </a:r>
          </a:p>
          <a:p>
            <a:pPr rtl="0" algn="l">
              <a:spcAft>
                <a:spcPts val="800"/>
              </a:spcAft>
            </a:pPr>
            <a:r>
              <a:rPr sz="1800" b="0" i="0" lang="en-US">
                <a:solidFill>
                  <a:srgbClr val="1C2333"/>
                </a:solidFill>
                <a:latin typeface="Segoe UI"/>
              </a:rPr>
              <a:t>2) You should not to go to school.</a:t>
            </a:r>
          </a:p>
          <a:p>
            <a:pPr rtl="0" algn="l">
              <a:spcAft>
                <a:spcPts val="800"/>
              </a:spcAft>
            </a:pPr>
            <a:r>
              <a:rPr sz="1800" b="0" i="0" lang="en-US">
                <a:solidFill>
                  <a:srgbClr val="1C2333"/>
                </a:solidFill>
                <a:latin typeface="Segoe UI"/>
              </a:rPr>
              <a:t>3) Should he studies hard?</a:t>
            </a:r>
          </a:p>
          <a:p>
            <a:pPr rtl="0" algn="l">
              <a:spcAft>
                <a:spcPts val="800"/>
              </a:spcAft>
            </a:pPr>
            <a:r>
              <a:rPr sz="1800" b="0" i="0" lang="en-US">
                <a:solidFill>
                  <a:srgbClr val="1C2333"/>
                </a:solidFill>
                <a:latin typeface="Segoe UI"/>
              </a:rPr>
              <a:t>4) You should eats healthy food.</a:t>
            </a:r>
          </a:p>
          <a:p>
            <a:pPr rtl="0" algn="l">
              <a:spcAft>
                <a:spcPts val="800"/>
              </a:spcAft>
            </a:pPr>
            <a:r>
              <a:rPr sz="1800" b="0" i="0" lang="en-US">
                <a:solidFill>
                  <a:srgbClr val="1C2333"/>
                </a:solidFill>
                <a:latin typeface="Segoe UI"/>
              </a:rPr>
              <a:t>5) They should working hard.</a:t>
            </a:r>
          </a:p>
          <a:p>
            <a:pPr rtl="0" algn="l">
              <a:spcAft>
                <a:spcPts val="800"/>
              </a:spcAft>
            </a:pPr>
            <a:r>
              <a:rPr sz="1800" b="0" i="0" lang="en-US">
                <a:solidFill>
                  <a:srgbClr val="1C2333"/>
                </a:solidFill>
                <a:latin typeface="Segoe UI"/>
              </a:rPr>
              <a:t>6) She shouldn't is late.</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(1/3)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 You should to study hard.</a:t>
            </a:r>
          </a:p>
          <a:p>
            <a:pPr lvl="1" rtl="0" algn="l">
              <a:spcAft>
                <a:spcPts val="700"/>
              </a:spcAft>
            </a:pPr>
            <a:r>
              <a:rPr sz="1600" b="1" i="0" lang="en-US">
                <a:solidFill>
                  <a:srgbClr val="0F7A3D"/>
                </a:solidFill>
                <a:latin typeface="Segoe UI"/>
              </a:rPr>
              <a:t>✔ You should study hard.</a:t>
            </a:r>
          </a:p>
          <a:p>
            <a:pPr rtl="0" algn="l">
              <a:spcAft>
                <a:spcPts val="300"/>
              </a:spcAft>
            </a:pPr>
            <a:r>
              <a:rPr sz="1700" b="0" i="0" lang="en-US">
                <a:solidFill>
                  <a:srgbClr val="1C2333"/>
                </a:solidFill>
                <a:latin typeface="Segoe UI"/>
              </a:rPr>
              <a:t>2) You should not to go to school.</a:t>
            </a:r>
          </a:p>
          <a:p>
            <a:pPr lvl="1" rtl="0" algn="l">
              <a:spcAft>
                <a:spcPts val="700"/>
              </a:spcAft>
            </a:pPr>
            <a:r>
              <a:rPr sz="1600" b="1" i="0" lang="en-US">
                <a:solidFill>
                  <a:srgbClr val="0F7A3D"/>
                </a:solidFill>
                <a:latin typeface="Segoe UI"/>
              </a:rPr>
              <a:t>✔ You should not go to school.</a:t>
            </a:r>
          </a:p>
          <a:p>
            <a:pPr rtl="0" algn="l">
              <a:spcAft>
                <a:spcPts val="300"/>
              </a:spcAft>
            </a:pPr>
            <a:r>
              <a:rPr sz="1700" b="0" i="0" lang="en-US">
                <a:solidFill>
                  <a:srgbClr val="1C2333"/>
                </a:solidFill>
                <a:latin typeface="Segoe UI"/>
              </a:rPr>
              <a:t>3) Should he studies hard?</a:t>
            </a:r>
          </a:p>
          <a:p>
            <a:pPr lvl="1" rtl="0" algn="l">
              <a:spcAft>
                <a:spcPts val="700"/>
              </a:spcAft>
            </a:pPr>
            <a:r>
              <a:rPr sz="1600" b="1" i="0" lang="en-US">
                <a:solidFill>
                  <a:srgbClr val="0F7A3D"/>
                </a:solidFill>
                <a:latin typeface="Segoe UI"/>
              </a:rPr>
              <a:t>✔ Should he study hard?</a:t>
            </a:r>
          </a:p>
          <a:p>
            <a:pPr rtl="0" algn="l">
              <a:spcAft>
                <a:spcPts val="300"/>
              </a:spcAft>
            </a:pPr>
            <a:r>
              <a:rPr sz="1700" b="0" i="0" lang="en-US">
                <a:solidFill>
                  <a:srgbClr val="1C2333"/>
                </a:solidFill>
                <a:latin typeface="Segoe UI"/>
              </a:rPr>
              <a:t>4) You should eats healthy food.</a:t>
            </a:r>
          </a:p>
          <a:p>
            <a:pPr lvl="1" rtl="0" algn="l">
              <a:spcAft>
                <a:spcPts val="700"/>
              </a:spcAft>
            </a:pPr>
            <a:r>
              <a:rPr sz="1600" b="1" i="0" lang="en-US">
                <a:solidFill>
                  <a:srgbClr val="0F7A3D"/>
                </a:solidFill>
                <a:latin typeface="Segoe UI"/>
              </a:rPr>
              <a:t>✔ You should eat healthy food.</a:t>
            </a:r>
          </a:p>
          <a:p>
            <a:pPr rtl="0" algn="l">
              <a:spcAft>
                <a:spcPts val="300"/>
              </a:spcAft>
            </a:pPr>
            <a:r>
              <a:rPr sz="1700" b="0" i="0" lang="en-US">
                <a:solidFill>
                  <a:srgbClr val="1C2333"/>
                </a:solidFill>
                <a:latin typeface="Segoe UI"/>
              </a:rPr>
              <a:t>5) They should working hard.</a:t>
            </a:r>
          </a:p>
          <a:p>
            <a:pPr lvl="1" rtl="0" algn="l">
              <a:spcAft>
                <a:spcPts val="700"/>
              </a:spcAft>
            </a:pPr>
            <a:r>
              <a:rPr sz="1600" b="1" i="0" lang="en-US">
                <a:solidFill>
                  <a:srgbClr val="0F7A3D"/>
                </a:solidFill>
                <a:latin typeface="Segoe UI"/>
              </a:rPr>
              <a:t>✔ They should work hard.</a:t>
            </a:r>
          </a:p>
          <a:p>
            <a:pPr rtl="0" algn="l">
              <a:spcAft>
                <a:spcPts val="300"/>
              </a:spcAft>
            </a:pPr>
            <a:r>
              <a:rPr sz="1700" b="0" i="0" lang="en-US">
                <a:solidFill>
                  <a:srgbClr val="1C2333"/>
                </a:solidFill>
                <a:latin typeface="Segoe UI"/>
              </a:rPr>
              <a:t>6) She shouldn't is late.</a:t>
            </a:r>
          </a:p>
          <a:p>
            <a:pPr lvl="1" rtl="0" algn="l">
              <a:spcAft>
                <a:spcPts val="700"/>
              </a:spcAft>
            </a:pPr>
            <a:r>
              <a:rPr sz="1600" b="1" i="0" lang="en-US">
                <a:solidFill>
                  <a:srgbClr val="0F7A3D"/>
                </a:solidFill>
                <a:latin typeface="Segoe UI"/>
              </a:rPr>
              <a:t>✔ She shouldn't be late.</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(2/3)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7) He shouldn't to leave now.</a:t>
            </a:r>
          </a:p>
          <a:p>
            <a:pPr rtl="0" algn="l">
              <a:spcAft>
                <a:spcPts val="800"/>
              </a:spcAft>
            </a:pPr>
            <a:r>
              <a:rPr sz="1800" b="0" i="0" lang="en-US">
                <a:solidFill>
                  <a:srgbClr val="1C2333"/>
                </a:solidFill>
                <a:latin typeface="Segoe UI"/>
              </a:rPr>
              <a:t>8) I should practicing more.</a:t>
            </a:r>
          </a:p>
          <a:p>
            <a:pPr rtl="0" algn="l">
              <a:spcAft>
                <a:spcPts val="800"/>
              </a:spcAft>
            </a:pPr>
            <a:r>
              <a:rPr sz="1800" b="0" i="0" lang="en-US">
                <a:solidFill>
                  <a:srgbClr val="1C2333"/>
                </a:solidFill>
                <a:latin typeface="Segoe UI"/>
              </a:rPr>
              <a:t>9) What they should do?</a:t>
            </a:r>
          </a:p>
          <a:p>
            <a:pPr rtl="0" algn="l">
              <a:spcAft>
                <a:spcPts val="800"/>
              </a:spcAft>
            </a:pPr>
            <a:r>
              <a:rPr sz="1800" b="0" i="0" lang="en-US">
                <a:solidFill>
                  <a:srgbClr val="1C2333"/>
                </a:solidFill>
                <a:latin typeface="Segoe UI"/>
              </a:rPr>
              <a:t>10) I should clean the room ?</a:t>
            </a:r>
          </a:p>
          <a:p>
            <a:pPr rtl="0" algn="l">
              <a:spcAft>
                <a:spcPts val="800"/>
              </a:spcAft>
            </a:pPr>
            <a:r>
              <a:rPr sz="1800" b="0" i="0" lang="en-US">
                <a:solidFill>
                  <a:srgbClr val="1C2333"/>
                </a:solidFill>
                <a:latin typeface="Segoe UI"/>
              </a:rPr>
              <a:t>11) She shouldn't cries .</a:t>
            </a:r>
          </a:p>
          <a:p>
            <a:pPr rtl="0" algn="l">
              <a:spcAft>
                <a:spcPts val="800"/>
              </a:spcAft>
            </a:pPr>
            <a:r>
              <a:rPr sz="1800" b="0" i="0" lang="en-US">
                <a:solidFill>
                  <a:srgbClr val="1C2333"/>
                </a:solidFill>
                <a:latin typeface="Segoe UI"/>
              </a:rPr>
              <a:t>12) They should are calm at the library.</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(2/3)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7) He shouldn't to leave now.</a:t>
            </a:r>
          </a:p>
          <a:p>
            <a:pPr lvl="1" rtl="0" algn="l">
              <a:spcAft>
                <a:spcPts val="700"/>
              </a:spcAft>
            </a:pPr>
            <a:r>
              <a:rPr sz="1600" b="1" i="0" lang="en-US">
                <a:solidFill>
                  <a:srgbClr val="0F7A3D"/>
                </a:solidFill>
                <a:latin typeface="Segoe UI"/>
              </a:rPr>
              <a:t>✔ He shouldn't leave now.</a:t>
            </a:r>
          </a:p>
          <a:p>
            <a:pPr rtl="0" algn="l">
              <a:spcAft>
                <a:spcPts val="300"/>
              </a:spcAft>
            </a:pPr>
            <a:r>
              <a:rPr sz="1700" b="0" i="0" lang="en-US">
                <a:solidFill>
                  <a:srgbClr val="1C2333"/>
                </a:solidFill>
                <a:latin typeface="Segoe UI"/>
              </a:rPr>
              <a:t>8) I should practicing more.</a:t>
            </a:r>
          </a:p>
          <a:p>
            <a:pPr lvl="1" rtl="0" algn="l">
              <a:spcAft>
                <a:spcPts val="700"/>
              </a:spcAft>
            </a:pPr>
            <a:r>
              <a:rPr sz="1600" b="1" i="0" lang="en-US">
                <a:solidFill>
                  <a:srgbClr val="0F7A3D"/>
                </a:solidFill>
                <a:latin typeface="Segoe UI"/>
              </a:rPr>
              <a:t>✔ I should practise more.</a:t>
            </a:r>
          </a:p>
          <a:p>
            <a:pPr rtl="0" algn="l">
              <a:spcAft>
                <a:spcPts val="300"/>
              </a:spcAft>
            </a:pPr>
            <a:r>
              <a:rPr sz="1700" b="0" i="0" lang="en-US">
                <a:solidFill>
                  <a:srgbClr val="1C2333"/>
                </a:solidFill>
                <a:latin typeface="Segoe UI"/>
              </a:rPr>
              <a:t>9) What they should do?</a:t>
            </a:r>
          </a:p>
          <a:p>
            <a:pPr lvl="1" rtl="0" algn="l">
              <a:spcAft>
                <a:spcPts val="700"/>
              </a:spcAft>
            </a:pPr>
            <a:r>
              <a:rPr sz="1600" b="1" i="0" lang="en-US">
                <a:solidFill>
                  <a:srgbClr val="0F7A3D"/>
                </a:solidFill>
                <a:latin typeface="Segoe UI"/>
              </a:rPr>
              <a:t>✔ What should they do?</a:t>
            </a:r>
          </a:p>
          <a:p>
            <a:pPr rtl="0" algn="l">
              <a:spcAft>
                <a:spcPts val="300"/>
              </a:spcAft>
            </a:pPr>
            <a:r>
              <a:rPr sz="1700" b="0" i="0" lang="en-US">
                <a:solidFill>
                  <a:srgbClr val="1C2333"/>
                </a:solidFill>
                <a:latin typeface="Segoe UI"/>
              </a:rPr>
              <a:t>10) I should clean the room ?</a:t>
            </a:r>
          </a:p>
          <a:p>
            <a:pPr lvl="1" rtl="0" algn="l">
              <a:spcAft>
                <a:spcPts val="700"/>
              </a:spcAft>
            </a:pPr>
            <a:r>
              <a:rPr sz="1600" b="1" i="0" lang="en-US">
                <a:solidFill>
                  <a:srgbClr val="0F7A3D"/>
                </a:solidFill>
                <a:latin typeface="Segoe UI"/>
              </a:rPr>
              <a:t>✔ I should clean the room . / Should I clean the room?</a:t>
            </a:r>
          </a:p>
          <a:p>
            <a:pPr rtl="0" algn="l">
              <a:spcAft>
                <a:spcPts val="300"/>
              </a:spcAft>
            </a:pPr>
            <a:r>
              <a:rPr sz="1700" b="0" i="0" lang="en-US">
                <a:solidFill>
                  <a:srgbClr val="1C2333"/>
                </a:solidFill>
                <a:latin typeface="Segoe UI"/>
              </a:rPr>
              <a:t>11) She shouldn't cries .</a:t>
            </a:r>
          </a:p>
          <a:p>
            <a:pPr lvl="1" rtl="0" algn="l">
              <a:spcAft>
                <a:spcPts val="700"/>
              </a:spcAft>
            </a:pPr>
            <a:r>
              <a:rPr sz="1600" b="1" i="0" lang="en-US">
                <a:solidFill>
                  <a:srgbClr val="0F7A3D"/>
                </a:solidFill>
                <a:latin typeface="Segoe UI"/>
              </a:rPr>
              <a:t>✔ She shouldn't cry .</a:t>
            </a:r>
          </a:p>
          <a:p>
            <a:pPr rtl="0" algn="l">
              <a:spcAft>
                <a:spcPts val="300"/>
              </a:spcAft>
            </a:pPr>
            <a:r>
              <a:rPr sz="1700" b="0" i="0" lang="en-US">
                <a:solidFill>
                  <a:srgbClr val="1C2333"/>
                </a:solidFill>
                <a:latin typeface="Segoe UI"/>
              </a:rPr>
              <a:t>12) They should are calm at the library.</a:t>
            </a:r>
          </a:p>
          <a:p>
            <a:pPr lvl="1" rtl="0" algn="l">
              <a:spcAft>
                <a:spcPts val="700"/>
              </a:spcAft>
            </a:pPr>
            <a:r>
              <a:rPr sz="1600" b="1" i="0" lang="en-US">
                <a:solidFill>
                  <a:srgbClr val="0F7A3D"/>
                </a:solidFill>
                <a:latin typeface="Segoe UI"/>
              </a:rPr>
              <a:t>✔ They should be calm at the library.</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(3/3)</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800"/>
              </a:spcAft>
            </a:pPr>
            <a:r>
              <a:rPr sz="1800" b="0" i="0" lang="en-US">
                <a:solidFill>
                  <a:srgbClr val="1C2333"/>
                </a:solidFill>
                <a:latin typeface="Segoe UI"/>
              </a:rPr>
              <a:t>13) How you should go to school?</a:t>
            </a:r>
          </a:p>
          <a:p>
            <a:pPr rtl="0" algn="l">
              <a:spcAft>
                <a:spcPts val="800"/>
              </a:spcAft>
            </a:pPr>
            <a:r>
              <a:rPr sz="1800" b="0" i="0" lang="en-US">
                <a:solidFill>
                  <a:srgbClr val="1C2333"/>
                </a:solidFill>
                <a:latin typeface="Segoe UI"/>
              </a:rPr>
              <a:t>14) What Mona should do?</a:t>
            </a:r>
          </a:p>
          <a:p>
            <a:pPr rtl="0" algn="l">
              <a:spcAft>
                <a:spcPts val="800"/>
              </a:spcAft>
            </a:pPr>
            <a:r>
              <a:rPr sz="1800" b="0" i="0" lang="en-US">
                <a:solidFill>
                  <a:srgbClr val="1C2333"/>
                </a:solidFill>
                <a:latin typeface="Segoe UI"/>
              </a:rPr>
              <a:t>15) Should he drinks fresh water?</a:t>
            </a:r>
          </a:p>
          <a:p>
            <a:pPr rtl="0" algn="l">
              <a:spcAft>
                <a:spcPts val="800"/>
              </a:spcAft>
            </a:pPr>
            <a:r>
              <a:rPr sz="1800" b="0" i="0" lang="en-US">
                <a:solidFill>
                  <a:srgbClr val="1C2333"/>
                </a:solidFill>
                <a:latin typeface="Segoe UI"/>
              </a:rPr>
              <a:t>16) You should waste your time.</a:t>
            </a:r>
          </a:p>
          <a:p>
            <a:pPr rtl="0" algn="l">
              <a:spcAft>
                <a:spcPts val="800"/>
              </a:spcAft>
            </a:pPr>
            <a:r>
              <a:rPr sz="1800" b="0" i="0" lang="en-US">
                <a:solidFill>
                  <a:srgbClr val="1C2333"/>
                </a:solidFill>
                <a:latin typeface="Segoe UI"/>
              </a:rPr>
              <a:t>17) When should it starts ?</a:t>
            </a:r>
          </a:p>
          <a:p>
            <a:pPr rtl="0" algn="l">
              <a:spcAft>
                <a:spcPts val="800"/>
              </a:spcAft>
            </a:pPr>
            <a:r>
              <a:rPr sz="1800" b="0" i="0" lang="en-US">
                <a:solidFill>
                  <a:srgbClr val="1C2333"/>
                </a:solidFill>
                <a:latin typeface="Segoe UI"/>
              </a:rPr>
              <a:t>18) Where should I sitting ?</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bg>
      <p:bgPr>
        <a:solidFill>
          <a:srgbClr val="F6F8FC"/>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2294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3" name="Rectangle 2"/>
          <p:cNvSpPr/>
          <p:nvPr/>
        </p:nvSpPr>
        <p:spPr>
          <a:xfrm>
            <a:off x="0" y="914400"/>
            <a:ext cx="12191695" cy="54864"/>
          </a:xfrm>
          <a:prstGeom prst="rect">
            <a:avLst/>
          </a:prstGeom>
          <a:solidFill>
            <a:srgbClr val="C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rtl="0"/>
          </a:p>
        </p:txBody>
      </p:sp>
      <p:sp>
        <p:nvSpPr>
          <p:cNvPr id="4" name="Oval 3"/>
          <p:cNvSpPr/>
          <p:nvPr/>
        </p:nvSpPr>
        <p:spPr>
          <a:xfrm>
            <a:off x="320040" y="13716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rtl="0"/>
            <a:r>
              <a:rPr sz="2000" b="1" i="0" lang="en-US">
                <a:solidFill>
                  <a:srgbClr val="229435"/>
                </a:solidFill>
                <a:latin typeface="Segoe UI"/>
              </a:rPr>
              <a:t>22</a:t>
            </a:r>
          </a:p>
        </p:txBody>
      </p:sp>
      <p:sp>
        <p:nvSpPr>
          <p:cNvPr id="5" name="TextBox 4"/>
          <p:cNvSpPr txBox="1"/>
          <p:nvPr/>
        </p:nvSpPr>
        <p:spPr>
          <a:xfrm>
            <a:off x="1097280" y="73152"/>
            <a:ext cx="8412480" cy="822960"/>
          </a:xfrm>
          <a:prstGeom prst="rect">
            <a:avLst/>
          </a:prstGeom>
          <a:noFill/>
        </p:spPr>
        <p:txBody>
          <a:bodyPr wrap="square" lIns="109728" rIns="109728" tIns="54864" bIns="54864" anchor="ctr">
            <a:spAutoFit/>
          </a:bodyPr>
          <a:lstStyle/>
          <a:p>
            <a:pPr rtl="0" algn="l"/>
            <a:r>
              <a:rPr sz="2600" b="1" i="0" lang="en-US">
                <a:solidFill>
                  <a:srgbClr val="FFFFFF"/>
                </a:solidFill>
                <a:latin typeface="Segoe UI"/>
              </a:rPr>
              <a:t>Unit 22 — Should</a:t>
            </a:r>
          </a:p>
          <a:p>
            <a:pPr rtl="0" algn="l"/>
            <a:r>
              <a:rPr sz="1400" b="0" i="0" lang="en-US">
                <a:solidFill>
                  <a:srgbClr val="DDE6F3"/>
                </a:solidFill>
                <a:latin typeface="Segoe UI"/>
              </a:rPr>
              <a:t>D) Correct the underlined word · Homework  (3/3)  — Answers ✔</a:t>
            </a:r>
          </a:p>
        </p:txBody>
      </p:sp>
      <p:sp>
        <p:nvSpPr>
          <p:cNvPr id="6" name="TextBox 5"/>
          <p:cNvSpPr txBox="1"/>
          <p:nvPr/>
        </p:nvSpPr>
        <p:spPr>
          <a:xfrm>
            <a:off x="9418320" y="73152"/>
            <a:ext cx="2560320" cy="822960"/>
          </a:xfrm>
          <a:prstGeom prst="rect">
            <a:avLst/>
          </a:prstGeom>
          <a:noFill/>
        </p:spPr>
        <p:txBody>
          <a:bodyPr wrap="square" lIns="109728" rIns="109728" tIns="54864" bIns="54864" anchor="ctr">
            <a:spAutoFit/>
          </a:bodyPr>
          <a:lstStyle/>
          <a:p>
            <a:pPr algn="r" rtl="0"/>
            <a:r>
              <a:rPr sz="1200" b="1" i="0" lang="en-US">
                <a:solidFill>
                  <a:srgbClr val="C8922A"/>
                </a:solidFill>
                <a:latin typeface="Segoe UI"/>
              </a:rPr>
              <a:t>THE PEARL</a:t>
            </a:r>
          </a:p>
          <a:p>
            <a:pPr algn="r" rtl="0"/>
            <a:r>
              <a:rPr sz="1200" b="0" i="0" lang="en-US">
                <a:solidFill>
                  <a:srgbClr val="FFFFFF"/>
                </a:solidFill>
                <a:latin typeface="Segoe UI"/>
              </a:rPr>
              <a:t>Mr. Youssef Osman</a:t>
            </a:r>
          </a:p>
        </p:txBody>
      </p:sp>
      <p:sp>
        <p:nvSpPr>
          <p:cNvPr id="7" name="TextBox 6"/>
          <p:cNvSpPr txBox="1"/>
          <p:nvPr/>
        </p:nvSpPr>
        <p:spPr>
          <a:xfrm>
            <a:off x="274320" y="6446520"/>
            <a:ext cx="11643055" cy="365760"/>
          </a:xfrm>
          <a:prstGeom prst="rect">
            <a:avLst/>
          </a:prstGeom>
          <a:noFill/>
        </p:spPr>
        <p:txBody>
          <a:bodyPr wrap="square" lIns="109728" rIns="109728" tIns="54864" bIns="54864" anchor="t">
            <a:spAutoFit/>
          </a:bodyPr>
          <a:lstStyle/>
          <a:p>
            <a:pPr algn="ctr" rtl="0"/>
            <a:r>
              <a:rPr sz="1000" b="0" i="0" lang="en-US">
                <a:solidFill>
                  <a:srgbClr val="5B6478"/>
                </a:solidFill>
                <a:latin typeface="Segoe UI"/>
              </a:rPr>
              <a:t>The Pearl · The Best Start Grammar · Mr. Youssef Osman · 01000679764</a:t>
            </a:r>
          </a:p>
        </p:txBody>
      </p:sp>
      <p:sp>
        <p:nvSpPr>
          <p:cNvPr id="8" name="TextBox 7"/>
          <p:cNvSpPr txBox="1"/>
          <p:nvPr/>
        </p:nvSpPr>
        <p:spPr>
          <a:xfrm>
            <a:off x="411480" y="1143000"/>
            <a:ext cx="11368735" cy="5212080"/>
          </a:xfrm>
          <a:prstGeom prst="rect">
            <a:avLst/>
          </a:prstGeom>
          <a:noFill/>
        </p:spPr>
        <p:txBody>
          <a:bodyPr wrap="square" lIns="109728" rIns="109728" tIns="54864" bIns="54864" anchor="t">
            <a:spAutoFit/>
          </a:bodyPr>
          <a:lstStyle/>
          <a:p>
            <a:pPr rtl="0" algn="l">
              <a:spcAft>
                <a:spcPts val="300"/>
              </a:spcAft>
            </a:pPr>
            <a:r>
              <a:rPr sz="1700" b="0" i="0" lang="en-US">
                <a:solidFill>
                  <a:srgbClr val="1C2333"/>
                </a:solidFill>
                <a:latin typeface="Segoe UI"/>
              </a:rPr>
              <a:t>13) How you should go to school?</a:t>
            </a:r>
          </a:p>
          <a:p>
            <a:pPr lvl="1" rtl="0" algn="l">
              <a:spcAft>
                <a:spcPts val="700"/>
              </a:spcAft>
            </a:pPr>
            <a:r>
              <a:rPr sz="1600" b="1" i="0" lang="en-US">
                <a:solidFill>
                  <a:srgbClr val="0F7A3D"/>
                </a:solidFill>
                <a:latin typeface="Segoe UI"/>
              </a:rPr>
              <a:t>✔ How should you go to school?</a:t>
            </a:r>
          </a:p>
          <a:p>
            <a:pPr rtl="0" algn="l">
              <a:spcAft>
                <a:spcPts val="300"/>
              </a:spcAft>
            </a:pPr>
            <a:r>
              <a:rPr sz="1700" b="0" i="0" lang="en-US">
                <a:solidFill>
                  <a:srgbClr val="1C2333"/>
                </a:solidFill>
                <a:latin typeface="Segoe UI"/>
              </a:rPr>
              <a:t>14) What Mona should do?</a:t>
            </a:r>
          </a:p>
          <a:p>
            <a:pPr lvl="1" rtl="0" algn="l">
              <a:spcAft>
                <a:spcPts val="700"/>
              </a:spcAft>
            </a:pPr>
            <a:r>
              <a:rPr sz="1600" b="1" i="0" lang="en-US">
                <a:solidFill>
                  <a:srgbClr val="0F7A3D"/>
                </a:solidFill>
                <a:latin typeface="Segoe UI"/>
              </a:rPr>
              <a:t>✔ What should Mona do?</a:t>
            </a:r>
          </a:p>
          <a:p>
            <a:pPr rtl="0" algn="l">
              <a:spcAft>
                <a:spcPts val="300"/>
              </a:spcAft>
            </a:pPr>
            <a:r>
              <a:rPr sz="1700" b="0" i="0" lang="en-US">
                <a:solidFill>
                  <a:srgbClr val="1C2333"/>
                </a:solidFill>
                <a:latin typeface="Segoe UI"/>
              </a:rPr>
              <a:t>15) Should he drinks fresh water?</a:t>
            </a:r>
          </a:p>
          <a:p>
            <a:pPr lvl="1" rtl="0" algn="l">
              <a:spcAft>
                <a:spcPts val="700"/>
              </a:spcAft>
            </a:pPr>
            <a:r>
              <a:rPr sz="1600" b="1" i="0" lang="en-US">
                <a:solidFill>
                  <a:srgbClr val="0F7A3D"/>
                </a:solidFill>
                <a:latin typeface="Segoe UI"/>
              </a:rPr>
              <a:t>✔ Should he drink fresh water?</a:t>
            </a:r>
          </a:p>
          <a:p>
            <a:pPr rtl="0" algn="l">
              <a:spcAft>
                <a:spcPts val="300"/>
              </a:spcAft>
            </a:pPr>
            <a:r>
              <a:rPr sz="1700" b="0" i="0" lang="en-US">
                <a:solidFill>
                  <a:srgbClr val="1C2333"/>
                </a:solidFill>
                <a:latin typeface="Segoe UI"/>
              </a:rPr>
              <a:t>16) You should waste your time.</a:t>
            </a:r>
          </a:p>
          <a:p>
            <a:pPr lvl="1" rtl="0" algn="l">
              <a:spcAft>
                <a:spcPts val="700"/>
              </a:spcAft>
            </a:pPr>
            <a:r>
              <a:rPr sz="1600" b="1" i="0" lang="en-US">
                <a:solidFill>
                  <a:srgbClr val="0F7A3D"/>
                </a:solidFill>
                <a:latin typeface="Segoe UI"/>
              </a:rPr>
              <a:t>✔ You shouldn't waste your time.</a:t>
            </a:r>
          </a:p>
          <a:p>
            <a:pPr rtl="0" algn="l">
              <a:spcAft>
                <a:spcPts val="300"/>
              </a:spcAft>
            </a:pPr>
            <a:r>
              <a:rPr sz="1700" b="0" i="0" lang="en-US">
                <a:solidFill>
                  <a:srgbClr val="1C2333"/>
                </a:solidFill>
                <a:latin typeface="Segoe UI"/>
              </a:rPr>
              <a:t>17) When should it starts ?</a:t>
            </a:r>
          </a:p>
          <a:p>
            <a:pPr lvl="1" rtl="0" algn="l">
              <a:spcAft>
                <a:spcPts val="700"/>
              </a:spcAft>
            </a:pPr>
            <a:r>
              <a:rPr sz="1600" b="1" i="0" lang="en-US">
                <a:solidFill>
                  <a:srgbClr val="0F7A3D"/>
                </a:solidFill>
                <a:latin typeface="Segoe UI"/>
              </a:rPr>
              <a:t>✔ When should it start ?</a:t>
            </a:r>
          </a:p>
          <a:p>
            <a:pPr rtl="0" algn="l">
              <a:spcAft>
                <a:spcPts val="300"/>
              </a:spcAft>
            </a:pPr>
            <a:r>
              <a:rPr sz="1700" b="0" i="0" lang="en-US">
                <a:solidFill>
                  <a:srgbClr val="1C2333"/>
                </a:solidFill>
                <a:latin typeface="Segoe UI"/>
              </a:rPr>
              <a:t>18) Where should I sitting ?</a:t>
            </a:r>
          </a:p>
          <a:p>
            <a:pPr lvl="1" rtl="0" algn="l">
              <a:spcAft>
                <a:spcPts val="700"/>
              </a:spcAft>
            </a:pPr>
            <a:r>
              <a:rPr sz="1600" b="1" i="0" lang="en-US">
                <a:solidFill>
                  <a:srgbClr val="0F7A3D"/>
                </a:solidFill>
                <a:latin typeface="Segoe UI"/>
              </a:rPr>
              <a:t>✔ Where should I sit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